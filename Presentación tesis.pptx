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0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7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8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29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4"/>
  </p:sldMasterIdLst>
  <p:notesMasterIdLst>
    <p:notesMasterId r:id="rId51"/>
  </p:notesMasterIdLst>
  <p:sldIdLst>
    <p:sldId id="256" r:id="rId5"/>
    <p:sldId id="258" r:id="rId6"/>
    <p:sldId id="349" r:id="rId7"/>
    <p:sldId id="262" r:id="rId8"/>
    <p:sldId id="306" r:id="rId9"/>
    <p:sldId id="264" r:id="rId10"/>
    <p:sldId id="307" r:id="rId11"/>
    <p:sldId id="320" r:id="rId12"/>
    <p:sldId id="322" r:id="rId13"/>
    <p:sldId id="321" r:id="rId14"/>
    <p:sldId id="319" r:id="rId15"/>
    <p:sldId id="314" r:id="rId16"/>
    <p:sldId id="261" r:id="rId17"/>
    <p:sldId id="313" r:id="rId18"/>
    <p:sldId id="346" r:id="rId19"/>
    <p:sldId id="347" r:id="rId20"/>
    <p:sldId id="348" r:id="rId21"/>
    <p:sldId id="312" r:id="rId22"/>
    <p:sldId id="341" r:id="rId23"/>
    <p:sldId id="345" r:id="rId24"/>
    <p:sldId id="311" r:id="rId25"/>
    <p:sldId id="337" r:id="rId26"/>
    <p:sldId id="310" r:id="rId27"/>
    <p:sldId id="281" r:id="rId28"/>
    <p:sldId id="339" r:id="rId29"/>
    <p:sldId id="340" r:id="rId30"/>
    <p:sldId id="309" r:id="rId31"/>
    <p:sldId id="270" r:id="rId32"/>
    <p:sldId id="330" r:id="rId33"/>
    <p:sldId id="334" r:id="rId34"/>
    <p:sldId id="331" r:id="rId35"/>
    <p:sldId id="335" r:id="rId36"/>
    <p:sldId id="332" r:id="rId37"/>
    <p:sldId id="336" r:id="rId38"/>
    <p:sldId id="333" r:id="rId39"/>
    <p:sldId id="308" r:id="rId40"/>
    <p:sldId id="269" r:id="rId41"/>
    <p:sldId id="316" r:id="rId42"/>
    <p:sldId id="277" r:id="rId43"/>
    <p:sldId id="325" r:id="rId44"/>
    <p:sldId id="327" r:id="rId45"/>
    <p:sldId id="329" r:id="rId46"/>
    <p:sldId id="338" r:id="rId47"/>
    <p:sldId id="315" r:id="rId48"/>
    <p:sldId id="267" r:id="rId49"/>
    <p:sldId id="323" r:id="rId50"/>
  </p:sldIdLst>
  <p:sldSz cx="9144000" cy="5143500" type="screen16x9"/>
  <p:notesSz cx="6858000" cy="9144000"/>
  <p:embeddedFontLst>
    <p:embeddedFont>
      <p:font typeface="Catamaran" panose="020B0604020202020204" charset="0"/>
      <p:regular r:id="rId52"/>
      <p:bold r:id="rId53"/>
    </p:embeddedFont>
    <p:embeddedFont>
      <p:font typeface="DM Sans" pitchFamily="2" charset="0"/>
      <p:regular r:id="rId54"/>
      <p:bold r:id="rId55"/>
      <p:italic r:id="rId56"/>
      <p:boldItalic r:id="rId57"/>
    </p:embeddedFont>
    <p:embeddedFont>
      <p:font typeface="Nunito Light" pitchFamily="2" charset="0"/>
      <p:regular r:id="rId58"/>
      <p:italic r:id="rId59"/>
    </p:embeddedFont>
    <p:embeddedFont>
      <p:font typeface="Titillium Web" panose="00000500000000000000" pitchFamily="2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BFD"/>
    <a:srgbClr val="FAFDFE"/>
    <a:srgbClr val="F8FCFE"/>
    <a:srgbClr val="05DD38"/>
    <a:srgbClr val="FFD757"/>
    <a:srgbClr val="FFE285"/>
    <a:srgbClr val="BABABA"/>
    <a:srgbClr val="CBCBCB"/>
    <a:srgbClr val="00D661"/>
    <a:srgbClr val="8F45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24A996-1041-45C2-9DE1-550F9A1C457F}" v="767" dt="2025-11-26T07:13:54.841"/>
    <p1510:client id="{F8B07AA9-36B8-4067-8CD9-A4C988E79C71}" v="580" dt="2025-11-26T18:40:18.517"/>
    <p1510:client id="{F8CA57D0-140A-4BCA-8F38-7FDD6F7DFE2E}" v="1082" dt="2025-11-26T19:28:35.777"/>
    <p1510:client id="{FA04BA03-4F9C-292E-2699-5374FE86AE93}" v="256" dt="2025-11-26T05:03:14.094"/>
  </p1510:revLst>
</p1510:revInfo>
</file>

<file path=ppt/tableStyles.xml><?xml version="1.0" encoding="utf-8"?>
<a:tblStyleLst xmlns:a="http://schemas.openxmlformats.org/drawingml/2006/main" def="{670C365A-A6C6-4B68-81C9-30E61A79A250}">
  <a:tblStyle styleId="{670C365A-A6C6-4B68-81C9-30E61A79A2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font" Target="fonts/font4.fntdata"/><Relationship Id="rId63" Type="http://schemas.openxmlformats.org/officeDocument/2006/relationships/font" Target="fonts/font12.fntdata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6.fntdata"/><Relationship Id="rId61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5.fntdata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8.fntdata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3.fntdata"/><Relationship Id="rId62" Type="http://schemas.openxmlformats.org/officeDocument/2006/relationships/font" Target="fonts/font11.fntdata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75F2A7-E04B-4152-B76D-BA8F7563028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7D7697-A08C-4D07-B476-88D15FD2C030}">
      <dgm:prSet phldrT="[Texto]"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Porcentaje de registros de minoristas con inexactitudes</a:t>
          </a:r>
          <a:endParaRPr lang="es-CO" noProof="0"/>
        </a:p>
      </dgm:t>
    </dgm:pt>
    <dgm:pt modelId="{84C24F4A-EC20-48CD-AEDE-67BB6F08837B}" type="parTrans" cxnId="{E5090CC2-47E3-4567-A357-51A0D0286D8B}">
      <dgm:prSet/>
      <dgm:spPr/>
      <dgm:t>
        <a:bodyPr/>
        <a:lstStyle/>
        <a:p>
          <a:endParaRPr lang="en-US"/>
        </a:p>
      </dgm:t>
    </dgm:pt>
    <dgm:pt modelId="{D214EC1A-4C2D-4597-B984-CCD33C202E85}" type="sibTrans" cxnId="{E5090CC2-47E3-4567-A357-51A0D0286D8B}">
      <dgm:prSet/>
      <dgm:spPr/>
      <dgm:t>
        <a:bodyPr/>
        <a:lstStyle/>
        <a:p>
          <a:endParaRPr lang="en-US"/>
        </a:p>
      </dgm:t>
    </dgm:pt>
    <dgm:pt modelId="{CCB75B6A-19CF-4EDB-9A70-95260531DA0E}">
      <dgm:prSet phldrT="[Texto]"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Pérdidas anuales estimadas en EE. UU. por IRI</a:t>
          </a:r>
        </a:p>
      </dgm:t>
    </dgm:pt>
    <dgm:pt modelId="{AA2A46B9-D630-4859-8D05-11398E13BBED}" type="parTrans" cxnId="{C388BB8E-FF30-4AF3-83C4-32030BC28D10}">
      <dgm:prSet/>
      <dgm:spPr/>
      <dgm:t>
        <a:bodyPr/>
        <a:lstStyle/>
        <a:p>
          <a:endParaRPr lang="en-US"/>
        </a:p>
      </dgm:t>
    </dgm:pt>
    <dgm:pt modelId="{3719FFB4-5A3B-4C43-9088-9C6165FAC663}" type="sibTrans" cxnId="{C388BB8E-FF30-4AF3-83C4-32030BC28D10}">
      <dgm:prSet/>
      <dgm:spPr/>
      <dgm:t>
        <a:bodyPr/>
        <a:lstStyle/>
        <a:p>
          <a:endParaRPr lang="en-US"/>
        </a:p>
      </dgm:t>
    </dgm:pt>
    <dgm:pt modelId="{C2E557DC-C6AB-4B29-A09E-8B46D5B9F107}">
      <dgm:prSet phldrT="[Texto]"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es-CO" b="1" noProof="0">
              <a:solidFill>
                <a:srgbClr val="00B0F0"/>
              </a:solidFill>
              <a:latin typeface="DM Sans" pitchFamily="2" charset="0"/>
            </a:rPr>
            <a:t>1 % </a:t>
          </a:r>
          <a:r>
            <a:rPr lang="es-CO" noProof="0">
              <a:latin typeface="DM Sans" pitchFamily="2" charset="0"/>
            </a:rPr>
            <a:t>de pérdida no detectada puede generar </a:t>
          </a:r>
          <a:r>
            <a:rPr lang="es-CO" b="1" noProof="0">
              <a:solidFill>
                <a:srgbClr val="00B0F0"/>
              </a:solidFill>
              <a:latin typeface="DM Sans" pitchFamily="2" charset="0"/>
            </a:rPr>
            <a:t>17 %</a:t>
          </a:r>
          <a:r>
            <a:rPr lang="es-CO" b="1" noProof="0">
              <a:latin typeface="DM Sans" pitchFamily="2" charset="0"/>
            </a:rPr>
            <a:t> </a:t>
          </a:r>
          <a:r>
            <a:rPr lang="es-CO" noProof="0">
              <a:latin typeface="DM Sans" pitchFamily="2" charset="0"/>
            </a:rPr>
            <a:t>en ventas perdidas</a:t>
          </a:r>
        </a:p>
      </dgm:t>
    </dgm:pt>
    <dgm:pt modelId="{C4A89772-9C4E-49A0-8FD1-178F2AA20770}" type="parTrans" cxnId="{7454CF7F-B158-4242-8FB3-7B8E506AC7ED}">
      <dgm:prSet/>
      <dgm:spPr/>
      <dgm:t>
        <a:bodyPr/>
        <a:lstStyle/>
        <a:p>
          <a:endParaRPr lang="en-US"/>
        </a:p>
      </dgm:t>
    </dgm:pt>
    <dgm:pt modelId="{76343FD4-5B34-4DCD-8083-B55C8F269998}" type="sibTrans" cxnId="{7454CF7F-B158-4242-8FB3-7B8E506AC7ED}">
      <dgm:prSet/>
      <dgm:spPr/>
      <dgm:t>
        <a:bodyPr/>
        <a:lstStyle/>
        <a:p>
          <a:endParaRPr lang="en-US"/>
        </a:p>
      </dgm:t>
    </dgm:pt>
    <dgm:pt modelId="{49481625-65A5-4F71-911F-4A0DFA8F2440}" type="pres">
      <dgm:prSet presAssocID="{2675F2A7-E04B-4152-B76D-BA8F7563028D}" presName="Name0" presStyleCnt="0">
        <dgm:presLayoutVars>
          <dgm:chMax val="7"/>
          <dgm:chPref val="7"/>
          <dgm:dir/>
        </dgm:presLayoutVars>
      </dgm:prSet>
      <dgm:spPr/>
    </dgm:pt>
    <dgm:pt modelId="{E3CF35A7-2A37-4E04-BD5A-D3E809D78605}" type="pres">
      <dgm:prSet presAssocID="{2675F2A7-E04B-4152-B76D-BA8F7563028D}" presName="Name1" presStyleCnt="0"/>
      <dgm:spPr/>
    </dgm:pt>
    <dgm:pt modelId="{59A43910-3120-434E-90CF-4241EC4F561C}" type="pres">
      <dgm:prSet presAssocID="{2675F2A7-E04B-4152-B76D-BA8F7563028D}" presName="cycle" presStyleCnt="0"/>
      <dgm:spPr/>
    </dgm:pt>
    <dgm:pt modelId="{C6A016EC-3966-469E-9E7D-BC6F690A6A08}" type="pres">
      <dgm:prSet presAssocID="{2675F2A7-E04B-4152-B76D-BA8F7563028D}" presName="srcNode" presStyleLbl="node1" presStyleIdx="0" presStyleCnt="3"/>
      <dgm:spPr/>
    </dgm:pt>
    <dgm:pt modelId="{8145E64F-2B77-42A5-BE64-3651C4330F7F}" type="pres">
      <dgm:prSet presAssocID="{2675F2A7-E04B-4152-B76D-BA8F7563028D}" presName="conn" presStyleLbl="parChTrans1D2" presStyleIdx="0" presStyleCnt="1"/>
      <dgm:spPr/>
    </dgm:pt>
    <dgm:pt modelId="{E5E6C85B-0E88-48D4-B9C3-61E0DA5F865E}" type="pres">
      <dgm:prSet presAssocID="{2675F2A7-E04B-4152-B76D-BA8F7563028D}" presName="extraNode" presStyleLbl="node1" presStyleIdx="0" presStyleCnt="3"/>
      <dgm:spPr/>
    </dgm:pt>
    <dgm:pt modelId="{FCE071CD-AE51-461D-AEA4-57543B92F908}" type="pres">
      <dgm:prSet presAssocID="{2675F2A7-E04B-4152-B76D-BA8F7563028D}" presName="dstNode" presStyleLbl="node1" presStyleIdx="0" presStyleCnt="3"/>
      <dgm:spPr/>
    </dgm:pt>
    <dgm:pt modelId="{B7EC1A4F-947A-4A48-BD2A-E28215CC9452}" type="pres">
      <dgm:prSet presAssocID="{7B7D7697-A08C-4D07-B476-88D15FD2C030}" presName="text_1" presStyleLbl="node1" presStyleIdx="0" presStyleCnt="3">
        <dgm:presLayoutVars>
          <dgm:bulletEnabled val="1"/>
        </dgm:presLayoutVars>
      </dgm:prSet>
      <dgm:spPr/>
    </dgm:pt>
    <dgm:pt modelId="{5656107D-3212-475E-A116-2551CFBE9ED2}" type="pres">
      <dgm:prSet presAssocID="{7B7D7697-A08C-4D07-B476-88D15FD2C030}" presName="accent_1" presStyleCnt="0"/>
      <dgm:spPr/>
    </dgm:pt>
    <dgm:pt modelId="{3846AD6B-E8AA-4841-90B0-B7F3FDB8E134}" type="pres">
      <dgm:prSet presAssocID="{7B7D7697-A08C-4D07-B476-88D15FD2C030}" presName="accentRepeatNode" presStyleLbl="solidFgAcc1" presStyleIdx="0" presStyleCnt="3"/>
      <dgm:spPr>
        <a:blipFill rotWithShape="0">
          <a:blip xmlns:r="http://schemas.openxmlformats.org/officeDocument/2006/relationships" r:embed="rId1"/>
          <a:srcRect/>
          <a:stretch>
            <a:fillRect l="-2000" r="-2000"/>
          </a:stretch>
        </a:blipFill>
      </dgm:spPr>
    </dgm:pt>
    <dgm:pt modelId="{0DBB394E-1BFF-4BF5-9CED-4AF0638123B0}" type="pres">
      <dgm:prSet presAssocID="{CCB75B6A-19CF-4EDB-9A70-95260531DA0E}" presName="text_2" presStyleLbl="node1" presStyleIdx="1" presStyleCnt="3">
        <dgm:presLayoutVars>
          <dgm:bulletEnabled val="1"/>
        </dgm:presLayoutVars>
      </dgm:prSet>
      <dgm:spPr/>
    </dgm:pt>
    <dgm:pt modelId="{4F539CDC-2D6E-4F37-820A-096221E59CFA}" type="pres">
      <dgm:prSet presAssocID="{CCB75B6A-19CF-4EDB-9A70-95260531DA0E}" presName="accent_2" presStyleCnt="0"/>
      <dgm:spPr/>
    </dgm:pt>
    <dgm:pt modelId="{3F330C2C-169F-4EF9-AA7F-F3B21B0A9BE6}" type="pres">
      <dgm:prSet presAssocID="{CCB75B6A-19CF-4EDB-9A70-95260531DA0E}" presName="accentRepeatNode" presStyleLbl="solidFgAcc1" presStyleIdx="1" presStyleCnt="3"/>
      <dgm:spPr>
        <a:blipFill rotWithShape="0">
          <a:blip xmlns:r="http://schemas.openxmlformats.org/officeDocument/2006/relationships" r:embed="rId2"/>
          <a:srcRect/>
          <a:stretch>
            <a:fillRect l="-4000" r="-4000"/>
          </a:stretch>
        </a:blipFill>
      </dgm:spPr>
    </dgm:pt>
    <dgm:pt modelId="{9FDBF34D-BF86-4D61-A512-7004AE5BF175}" type="pres">
      <dgm:prSet presAssocID="{C2E557DC-C6AB-4B29-A09E-8B46D5B9F107}" presName="text_3" presStyleLbl="node1" presStyleIdx="2" presStyleCnt="3">
        <dgm:presLayoutVars>
          <dgm:bulletEnabled val="1"/>
        </dgm:presLayoutVars>
      </dgm:prSet>
      <dgm:spPr/>
    </dgm:pt>
    <dgm:pt modelId="{907ED000-47CF-4D3C-9C9D-67B8A616F4C6}" type="pres">
      <dgm:prSet presAssocID="{C2E557DC-C6AB-4B29-A09E-8B46D5B9F107}" presName="accent_3" presStyleCnt="0"/>
      <dgm:spPr/>
    </dgm:pt>
    <dgm:pt modelId="{92571898-544B-47EC-A7B3-E22B7469204D}" type="pres">
      <dgm:prSet presAssocID="{C2E557DC-C6AB-4B29-A09E-8B46D5B9F107}" presName="accentRepeatNode" presStyleLbl="solidFgAcc1" presStyleIdx="2" presStyleCnt="3"/>
      <dgm:spPr>
        <a:blipFill rotWithShape="0">
          <a:blip xmlns:r="http://schemas.openxmlformats.org/officeDocument/2006/relationships" r:embed="rId3"/>
          <a:srcRect/>
          <a:stretch>
            <a:fillRect t="-9000" b="-9000"/>
          </a:stretch>
        </a:blipFill>
      </dgm:spPr>
    </dgm:pt>
  </dgm:ptLst>
  <dgm:cxnLst>
    <dgm:cxn modelId="{08E6DC29-B6C0-483A-9DF1-5B289BE555EB}" type="presOf" srcId="{7B7D7697-A08C-4D07-B476-88D15FD2C030}" destId="{B7EC1A4F-947A-4A48-BD2A-E28215CC9452}" srcOrd="0" destOrd="0" presId="urn:microsoft.com/office/officeart/2008/layout/VerticalCurvedList"/>
    <dgm:cxn modelId="{B500627A-A637-4330-BF51-784623698C62}" type="presOf" srcId="{D214EC1A-4C2D-4597-B984-CCD33C202E85}" destId="{8145E64F-2B77-42A5-BE64-3651C4330F7F}" srcOrd="0" destOrd="0" presId="urn:microsoft.com/office/officeart/2008/layout/VerticalCurvedList"/>
    <dgm:cxn modelId="{7454CF7F-B158-4242-8FB3-7B8E506AC7ED}" srcId="{2675F2A7-E04B-4152-B76D-BA8F7563028D}" destId="{C2E557DC-C6AB-4B29-A09E-8B46D5B9F107}" srcOrd="2" destOrd="0" parTransId="{C4A89772-9C4E-49A0-8FD1-178F2AA20770}" sibTransId="{76343FD4-5B34-4DCD-8083-B55C8F269998}"/>
    <dgm:cxn modelId="{30FDD880-8C5E-48F5-885C-C3FCABB62043}" type="presOf" srcId="{2675F2A7-E04B-4152-B76D-BA8F7563028D}" destId="{49481625-65A5-4F71-911F-4A0DFA8F2440}" srcOrd="0" destOrd="0" presId="urn:microsoft.com/office/officeart/2008/layout/VerticalCurvedList"/>
    <dgm:cxn modelId="{C388BB8E-FF30-4AF3-83C4-32030BC28D10}" srcId="{2675F2A7-E04B-4152-B76D-BA8F7563028D}" destId="{CCB75B6A-19CF-4EDB-9A70-95260531DA0E}" srcOrd="1" destOrd="0" parTransId="{AA2A46B9-D630-4859-8D05-11398E13BBED}" sibTransId="{3719FFB4-5A3B-4C43-9088-9C6165FAC663}"/>
    <dgm:cxn modelId="{E5090CC2-47E3-4567-A357-51A0D0286D8B}" srcId="{2675F2A7-E04B-4152-B76D-BA8F7563028D}" destId="{7B7D7697-A08C-4D07-B476-88D15FD2C030}" srcOrd="0" destOrd="0" parTransId="{84C24F4A-EC20-48CD-AEDE-67BB6F08837B}" sibTransId="{D214EC1A-4C2D-4597-B984-CCD33C202E85}"/>
    <dgm:cxn modelId="{A87ACBC7-366E-404C-BFDD-89C1071A98F9}" type="presOf" srcId="{C2E557DC-C6AB-4B29-A09E-8B46D5B9F107}" destId="{9FDBF34D-BF86-4D61-A512-7004AE5BF175}" srcOrd="0" destOrd="0" presId="urn:microsoft.com/office/officeart/2008/layout/VerticalCurvedList"/>
    <dgm:cxn modelId="{298243D9-5E17-4F68-A324-287BA449B445}" type="presOf" srcId="{CCB75B6A-19CF-4EDB-9A70-95260531DA0E}" destId="{0DBB394E-1BFF-4BF5-9CED-4AF0638123B0}" srcOrd="0" destOrd="0" presId="urn:microsoft.com/office/officeart/2008/layout/VerticalCurvedList"/>
    <dgm:cxn modelId="{B31A680B-3926-4E25-86F5-98F96B6EE6D7}" type="presParOf" srcId="{49481625-65A5-4F71-911F-4A0DFA8F2440}" destId="{E3CF35A7-2A37-4E04-BD5A-D3E809D78605}" srcOrd="0" destOrd="0" presId="urn:microsoft.com/office/officeart/2008/layout/VerticalCurvedList"/>
    <dgm:cxn modelId="{32FE6929-596D-40D3-9A8D-1D289D9DFF4D}" type="presParOf" srcId="{E3CF35A7-2A37-4E04-BD5A-D3E809D78605}" destId="{59A43910-3120-434E-90CF-4241EC4F561C}" srcOrd="0" destOrd="0" presId="urn:microsoft.com/office/officeart/2008/layout/VerticalCurvedList"/>
    <dgm:cxn modelId="{6DE8E417-28E9-4A86-838B-4B6F26B70506}" type="presParOf" srcId="{59A43910-3120-434E-90CF-4241EC4F561C}" destId="{C6A016EC-3966-469E-9E7D-BC6F690A6A08}" srcOrd="0" destOrd="0" presId="urn:microsoft.com/office/officeart/2008/layout/VerticalCurvedList"/>
    <dgm:cxn modelId="{DFD34EAD-4EE5-4E82-A448-43C992B86AD9}" type="presParOf" srcId="{59A43910-3120-434E-90CF-4241EC4F561C}" destId="{8145E64F-2B77-42A5-BE64-3651C4330F7F}" srcOrd="1" destOrd="0" presId="urn:microsoft.com/office/officeart/2008/layout/VerticalCurvedList"/>
    <dgm:cxn modelId="{14A6B924-7FD4-4F71-A861-0FF708DF00BE}" type="presParOf" srcId="{59A43910-3120-434E-90CF-4241EC4F561C}" destId="{E5E6C85B-0E88-48D4-B9C3-61E0DA5F865E}" srcOrd="2" destOrd="0" presId="urn:microsoft.com/office/officeart/2008/layout/VerticalCurvedList"/>
    <dgm:cxn modelId="{F68F9EF0-E8F2-48A4-A204-42C978902234}" type="presParOf" srcId="{59A43910-3120-434E-90CF-4241EC4F561C}" destId="{FCE071CD-AE51-461D-AEA4-57543B92F908}" srcOrd="3" destOrd="0" presId="urn:microsoft.com/office/officeart/2008/layout/VerticalCurvedList"/>
    <dgm:cxn modelId="{F0D3512B-BE2B-476A-A818-6BF0F56819EC}" type="presParOf" srcId="{E3CF35A7-2A37-4E04-BD5A-D3E809D78605}" destId="{B7EC1A4F-947A-4A48-BD2A-E28215CC9452}" srcOrd="1" destOrd="0" presId="urn:microsoft.com/office/officeart/2008/layout/VerticalCurvedList"/>
    <dgm:cxn modelId="{95F3B846-7516-4776-A904-E8CDA75575CD}" type="presParOf" srcId="{E3CF35A7-2A37-4E04-BD5A-D3E809D78605}" destId="{5656107D-3212-475E-A116-2551CFBE9ED2}" srcOrd="2" destOrd="0" presId="urn:microsoft.com/office/officeart/2008/layout/VerticalCurvedList"/>
    <dgm:cxn modelId="{69B04DEE-DEEC-4136-8AA0-25B907E016DF}" type="presParOf" srcId="{5656107D-3212-475E-A116-2551CFBE9ED2}" destId="{3846AD6B-E8AA-4841-90B0-B7F3FDB8E134}" srcOrd="0" destOrd="0" presId="urn:microsoft.com/office/officeart/2008/layout/VerticalCurvedList"/>
    <dgm:cxn modelId="{6EF2A08A-5687-4FC7-BE4B-65E2BB1D4982}" type="presParOf" srcId="{E3CF35A7-2A37-4E04-BD5A-D3E809D78605}" destId="{0DBB394E-1BFF-4BF5-9CED-4AF0638123B0}" srcOrd="3" destOrd="0" presId="urn:microsoft.com/office/officeart/2008/layout/VerticalCurvedList"/>
    <dgm:cxn modelId="{76E77AE6-F8EF-485D-ADB0-39E0DC7AE99D}" type="presParOf" srcId="{E3CF35A7-2A37-4E04-BD5A-D3E809D78605}" destId="{4F539CDC-2D6E-4F37-820A-096221E59CFA}" srcOrd="4" destOrd="0" presId="urn:microsoft.com/office/officeart/2008/layout/VerticalCurvedList"/>
    <dgm:cxn modelId="{138461A1-C575-402E-B027-74A09282BD88}" type="presParOf" srcId="{4F539CDC-2D6E-4F37-820A-096221E59CFA}" destId="{3F330C2C-169F-4EF9-AA7F-F3B21B0A9BE6}" srcOrd="0" destOrd="0" presId="urn:microsoft.com/office/officeart/2008/layout/VerticalCurvedList"/>
    <dgm:cxn modelId="{DD4EBFE7-7CDF-4441-A208-3F202DCA4BBC}" type="presParOf" srcId="{E3CF35A7-2A37-4E04-BD5A-D3E809D78605}" destId="{9FDBF34D-BF86-4D61-A512-7004AE5BF175}" srcOrd="5" destOrd="0" presId="urn:microsoft.com/office/officeart/2008/layout/VerticalCurvedList"/>
    <dgm:cxn modelId="{6D2F75FA-F441-456F-8973-914F4CC303EF}" type="presParOf" srcId="{E3CF35A7-2A37-4E04-BD5A-D3E809D78605}" destId="{907ED000-47CF-4D3C-9C9D-67B8A616F4C6}" srcOrd="6" destOrd="0" presId="urn:microsoft.com/office/officeart/2008/layout/VerticalCurvedList"/>
    <dgm:cxn modelId="{D79FCEB2-487E-4E6A-857B-286480EACDA1}" type="presParOf" srcId="{907ED000-47CF-4D3C-9C9D-67B8A616F4C6}" destId="{92571898-544B-47EC-A7B3-E22B7469204D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D1A991-05A8-4A42-9FC1-AFB7880EECE4}" type="doc">
      <dgm:prSet loTypeId="urn:microsoft.com/office/officeart/2005/8/layout/cycle4" loCatId="matrix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F57AAC-CA0D-426D-AB64-DB3768E52DC6}">
      <dgm:prSet phldrT="[Texto]" phldr="0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Inventario</a:t>
          </a:r>
        </a:p>
      </dgm:t>
    </dgm:pt>
    <dgm:pt modelId="{B337A21F-DCA2-4D6B-A1EA-DC5DC31C48CD}" type="parTrans" cxnId="{883E465D-CACE-4D4A-A70A-D8F8450E7EA5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3242CE24-54B6-4CC3-9538-E448BE719E55}" type="sibTrans" cxnId="{883E465D-CACE-4D4A-A70A-D8F8450E7EA5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9DE825ED-CB4E-4404-855F-4A0C9AED4379}">
      <dgm:prSet phldrT="[Texto]" phldr="0" custT="1"/>
      <dgm:spPr>
        <a:solidFill>
          <a:srgbClr val="FAFDFE"/>
        </a:solidFill>
        <a:ln>
          <a:solidFill>
            <a:schemeClr val="bg2">
              <a:lumMod val="25000"/>
            </a:schemeClr>
          </a:solidFill>
        </a:ln>
      </dgm:spPr>
      <dgm:t>
        <a:bodyPr/>
        <a:lstStyle/>
        <a:p>
          <a:r>
            <a:rPr lang="es-CO" sz="900" noProof="0">
              <a:latin typeface="DM Sans" pitchFamily="2" charset="0"/>
            </a:rPr>
            <a:t>Registrado pero ausente</a:t>
          </a:r>
        </a:p>
      </dgm:t>
    </dgm:pt>
    <dgm:pt modelId="{AAA13843-9904-43B2-8BCD-2F3164D89ABB}" type="parTrans" cxnId="{E6AECC20-920B-4115-A04C-9E7DDAABFEE5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EF070F6D-FECC-480E-B081-15492BA7AE73}" type="sibTrans" cxnId="{E6AECC20-920B-4115-A04C-9E7DDAABFEE5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22C41F3A-6C02-417D-969B-BBA49224BE0A}">
      <dgm:prSet phldrT="[Texto]" phldr="0" custT="1"/>
      <dgm:spPr>
        <a:solidFill>
          <a:srgbClr val="FAFDFE"/>
        </a:solidFill>
        <a:ln>
          <a:solidFill>
            <a:schemeClr val="bg2">
              <a:lumMod val="25000"/>
            </a:schemeClr>
          </a:solidFill>
        </a:ln>
      </dgm:spPr>
      <dgm:t>
        <a:bodyPr/>
        <a:lstStyle/>
        <a:p>
          <a:pPr algn="r"/>
          <a:r>
            <a:rPr lang="es-CO" sz="900" noProof="0">
              <a:latin typeface="DM Sans" pitchFamily="2" charset="0"/>
            </a:rPr>
            <a:t>Físicamente presente sin registrar</a:t>
          </a:r>
        </a:p>
      </dgm:t>
    </dgm:pt>
    <dgm:pt modelId="{13300AC2-2546-44C9-A3CC-629A89725C26}" type="parTrans" cxnId="{82CB4DCA-956B-4406-948B-05687AA85A7C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9A96C277-66A8-48E3-BF6D-2837D1CB4DE0}" type="sibTrans" cxnId="{82CB4DCA-956B-4406-948B-05687AA85A7C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8F6C20FC-67B5-4C74-B2D5-A18FB3FAAEE8}">
      <dgm:prSet phldrT="[Texto]" phldr="0"/>
      <dgm:spPr>
        <a:solidFill>
          <a:schemeClr val="bg2">
            <a:lumMod val="90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Inventario </a:t>
          </a:r>
        </a:p>
      </dgm:t>
    </dgm:pt>
    <dgm:pt modelId="{4B3E09A4-2B55-49C2-BF6C-2D3A85AEF456}" type="sibTrans" cxnId="{439BCD6C-5782-45EE-92D8-37373C173DB3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6678F6AD-1596-461C-9E92-97089B2B7E81}" type="parTrans" cxnId="{439BCD6C-5782-45EE-92D8-37373C173DB3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09D44C43-4D4A-4501-96EA-220F315B6820}">
      <dgm:prSet phldrT="[Texto]" phldr="0" custT="1"/>
      <dgm:spPr>
        <a:solidFill>
          <a:srgbClr val="FAFDFE"/>
        </a:solidFill>
        <a:ln>
          <a:solidFill>
            <a:schemeClr val="bg2">
              <a:lumMod val="25000"/>
            </a:schemeClr>
          </a:solidFill>
        </a:ln>
      </dgm:spPr>
      <dgm:t>
        <a:bodyPr/>
        <a:lstStyle/>
        <a:p>
          <a:r>
            <a:rPr lang="es-CO" sz="900" noProof="0">
              <a:latin typeface="DM Sans" pitchFamily="2" charset="0"/>
            </a:rPr>
            <a:t>Sobreestimación</a:t>
          </a:r>
        </a:p>
      </dgm:t>
    </dgm:pt>
    <dgm:pt modelId="{DEB374B8-8C3A-45D3-8800-C756C41E2D1D}" type="sibTrans" cxnId="{0EEEABCC-4DAA-47EF-AB66-765C0A3A3D92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5E8AF816-E620-43EC-9660-E2CA8FCCA21D}" type="parTrans" cxnId="{0EEEABCC-4DAA-47EF-AB66-765C0A3A3D92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E22590C6-5387-4788-A9F8-2A9675B8CE2D}">
      <dgm:prSet phldrT="[Texto]" phldr="0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s-CO" sz="1000" noProof="0">
              <a:latin typeface="DM Sans" pitchFamily="2" charset="0"/>
            </a:rPr>
            <a:t>Fantasma</a:t>
          </a:r>
        </a:p>
      </dgm:t>
    </dgm:pt>
    <dgm:pt modelId="{721CFD64-14AE-467E-82D6-EB81B48B59C6}" type="sibTrans" cxnId="{D8CA5824-8EAF-48EB-A718-E3F7E8128067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7EF5BCF8-F98B-4D47-A7C2-D05521B1FB09}" type="parTrans" cxnId="{D8CA5824-8EAF-48EB-A718-E3F7E8128067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0E44FEB4-A3AF-4484-9A38-785A5D0628BD}">
      <dgm:prSet phldrT="[Texto]" phldr="0" custT="1"/>
      <dgm:spPr>
        <a:solidFill>
          <a:schemeClr val="bg2">
            <a:lumMod val="90000"/>
          </a:schemeClr>
        </a:solidFill>
      </dgm:spPr>
      <dgm:t>
        <a:bodyPr/>
        <a:lstStyle/>
        <a:p>
          <a:r>
            <a:rPr lang="es-CO" sz="1000" noProof="0">
              <a:latin typeface="DM Sans" pitchFamily="2" charset="0"/>
            </a:rPr>
            <a:t>Oculto</a:t>
          </a:r>
        </a:p>
      </dgm:t>
    </dgm:pt>
    <dgm:pt modelId="{046382D0-E503-4C7A-947D-8CC094F17E7C}" type="sibTrans" cxnId="{4ADCE9EE-A9E8-449B-A2A5-D2AF5791A13C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C6885A41-15E4-48F3-AA59-F67807811395}" type="parTrans" cxnId="{4ADCE9EE-A9E8-449B-A2A5-D2AF5791A13C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E1F49D95-43E9-4DAC-9AC9-23D193B411F6}">
      <dgm:prSet phldrT="[Texto]" phldr="0" custT="1"/>
      <dgm:spPr>
        <a:solidFill>
          <a:srgbClr val="FAFDFE"/>
        </a:solidFill>
        <a:ln>
          <a:solidFill>
            <a:schemeClr val="bg2">
              <a:lumMod val="25000"/>
            </a:schemeClr>
          </a:solidFill>
        </a:ln>
      </dgm:spPr>
      <dgm:t>
        <a:bodyPr/>
        <a:lstStyle/>
        <a:p>
          <a:pPr algn="r"/>
          <a:r>
            <a:rPr lang="es-CO" sz="900" noProof="0">
              <a:latin typeface="DM Sans" pitchFamily="2" charset="0"/>
            </a:rPr>
            <a:t>Órdenes innecesarias</a:t>
          </a:r>
        </a:p>
      </dgm:t>
    </dgm:pt>
    <dgm:pt modelId="{ACB62F05-67D9-4328-9C1C-900591059559}" type="parTrans" cxnId="{14BFE8F0-0938-4EDC-8B5E-ECD45009399E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E0EAA0AF-4290-4BFC-9709-F1F105432C2F}" type="sibTrans" cxnId="{14BFE8F0-0938-4EDC-8B5E-ECD45009399E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51BDC409-DE1F-4323-96BF-13906E6C5134}">
      <dgm:prSet phldrT="[Texto]" phldr="0" custT="1"/>
      <dgm:spPr>
        <a:solidFill>
          <a:srgbClr val="FAFDFE"/>
        </a:solidFill>
        <a:ln>
          <a:solidFill>
            <a:schemeClr val="bg2">
              <a:lumMod val="25000"/>
            </a:schemeClr>
          </a:solidFill>
        </a:ln>
      </dgm:spPr>
      <dgm:t>
        <a:bodyPr/>
        <a:lstStyle/>
        <a:p>
          <a:r>
            <a:rPr lang="es-CO" sz="900" noProof="0">
              <a:latin typeface="DM Sans" pitchFamily="2" charset="0"/>
            </a:rPr>
            <a:t>Órdenes tardías</a:t>
          </a:r>
        </a:p>
      </dgm:t>
    </dgm:pt>
    <dgm:pt modelId="{A286AF83-C9BD-4CE0-AE58-B1E01433D6B6}" type="sibTrans" cxnId="{69C0ABC2-2CC1-41B1-AE71-3E8786BF7F2A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FD1CE840-0BF8-4424-9004-C92E0C9FCE28}" type="parTrans" cxnId="{69C0ABC2-2CC1-41B1-AE71-3E8786BF7F2A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745EA1B0-495A-48B5-BABF-F2660CF7977D}" type="pres">
      <dgm:prSet presAssocID="{B9D1A991-05A8-4A42-9FC1-AFB7880EECE4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0A741EE8-7929-4922-B6EC-D42CFD2DD844}" type="pres">
      <dgm:prSet presAssocID="{B9D1A991-05A8-4A42-9FC1-AFB7880EECE4}" presName="children" presStyleCnt="0"/>
      <dgm:spPr/>
    </dgm:pt>
    <dgm:pt modelId="{E5D18076-F02E-4351-B360-28908793C961}" type="pres">
      <dgm:prSet presAssocID="{B9D1A991-05A8-4A42-9FC1-AFB7880EECE4}" presName="child1group" presStyleCnt="0"/>
      <dgm:spPr/>
    </dgm:pt>
    <dgm:pt modelId="{2BF6EF4C-5806-4D9F-A112-E1517C6D7D13}" type="pres">
      <dgm:prSet presAssocID="{B9D1A991-05A8-4A42-9FC1-AFB7880EECE4}" presName="child1" presStyleLbl="bgAcc1" presStyleIdx="0" presStyleCnt="4" custScaleX="144000" custScaleY="66849" custLinFactNeighborX="-15901" custLinFactNeighborY="6665"/>
      <dgm:spPr/>
    </dgm:pt>
    <dgm:pt modelId="{9A0AEDFF-2028-4C28-8C44-56AABBCF9BBE}" type="pres">
      <dgm:prSet presAssocID="{B9D1A991-05A8-4A42-9FC1-AFB7880EECE4}" presName="child1Text" presStyleLbl="bgAcc1" presStyleIdx="0" presStyleCnt="4">
        <dgm:presLayoutVars>
          <dgm:bulletEnabled val="1"/>
        </dgm:presLayoutVars>
      </dgm:prSet>
      <dgm:spPr/>
    </dgm:pt>
    <dgm:pt modelId="{9B05782D-7298-454C-9083-A4EB62BF5457}" type="pres">
      <dgm:prSet presAssocID="{B9D1A991-05A8-4A42-9FC1-AFB7880EECE4}" presName="child2group" presStyleCnt="0"/>
      <dgm:spPr/>
    </dgm:pt>
    <dgm:pt modelId="{3AE4B210-7BDC-47BF-AEF9-3C83DDB77A07}" type="pres">
      <dgm:prSet presAssocID="{B9D1A991-05A8-4A42-9FC1-AFB7880EECE4}" presName="child2" presStyleLbl="bgAcc1" presStyleIdx="1" presStyleCnt="4" custScaleX="107765" custScaleY="63966" custLinFactNeighborX="-5254" custLinFactNeighborY="6665"/>
      <dgm:spPr/>
    </dgm:pt>
    <dgm:pt modelId="{30295DCF-0FD6-4F7E-87EB-3C7FD8F78208}" type="pres">
      <dgm:prSet presAssocID="{B9D1A991-05A8-4A42-9FC1-AFB7880EECE4}" presName="child2Text" presStyleLbl="bgAcc1" presStyleIdx="1" presStyleCnt="4">
        <dgm:presLayoutVars>
          <dgm:bulletEnabled val="1"/>
        </dgm:presLayoutVars>
      </dgm:prSet>
      <dgm:spPr/>
    </dgm:pt>
    <dgm:pt modelId="{0F6F702D-64F5-4FCC-A53B-E92285B12753}" type="pres">
      <dgm:prSet presAssocID="{B9D1A991-05A8-4A42-9FC1-AFB7880EECE4}" presName="child3group" presStyleCnt="0"/>
      <dgm:spPr/>
    </dgm:pt>
    <dgm:pt modelId="{7649CABC-E00C-4807-9730-0182277EC1BB}" type="pres">
      <dgm:prSet presAssocID="{B9D1A991-05A8-4A42-9FC1-AFB7880EECE4}" presName="child3" presStyleLbl="bgAcc1" presStyleIdx="2" presStyleCnt="4" custScaleY="67461" custLinFactNeighborX="-11614" custLinFactNeighborY="-7237"/>
      <dgm:spPr/>
    </dgm:pt>
    <dgm:pt modelId="{EE56A67F-6B45-462B-ADA3-0BC74ABD65AE}" type="pres">
      <dgm:prSet presAssocID="{B9D1A991-05A8-4A42-9FC1-AFB7880EECE4}" presName="child3Text" presStyleLbl="bgAcc1" presStyleIdx="2" presStyleCnt="4">
        <dgm:presLayoutVars>
          <dgm:bulletEnabled val="1"/>
        </dgm:presLayoutVars>
      </dgm:prSet>
      <dgm:spPr/>
    </dgm:pt>
    <dgm:pt modelId="{6A6A393E-FA21-45B5-BE7E-B7BB72DCC27B}" type="pres">
      <dgm:prSet presAssocID="{B9D1A991-05A8-4A42-9FC1-AFB7880EECE4}" presName="child4group" presStyleCnt="0"/>
      <dgm:spPr/>
    </dgm:pt>
    <dgm:pt modelId="{24D48E27-77E2-4F52-81EE-3D0C9F2812F0}" type="pres">
      <dgm:prSet presAssocID="{B9D1A991-05A8-4A42-9FC1-AFB7880EECE4}" presName="child4" presStyleLbl="bgAcc1" presStyleIdx="3" presStyleCnt="4" custScaleX="135865" custScaleY="73228" custLinFactNeighborX="-12807" custLinFactNeighborY="-6945"/>
      <dgm:spPr/>
    </dgm:pt>
    <dgm:pt modelId="{088F1656-5A46-4BE2-A01D-C6477F505904}" type="pres">
      <dgm:prSet presAssocID="{B9D1A991-05A8-4A42-9FC1-AFB7880EECE4}" presName="child4Text" presStyleLbl="bgAcc1" presStyleIdx="3" presStyleCnt="4">
        <dgm:presLayoutVars>
          <dgm:bulletEnabled val="1"/>
        </dgm:presLayoutVars>
      </dgm:prSet>
      <dgm:spPr/>
    </dgm:pt>
    <dgm:pt modelId="{FCAA7055-6134-45DB-A6BF-536E6A7643EE}" type="pres">
      <dgm:prSet presAssocID="{B9D1A991-05A8-4A42-9FC1-AFB7880EECE4}" presName="childPlaceholder" presStyleCnt="0"/>
      <dgm:spPr/>
    </dgm:pt>
    <dgm:pt modelId="{5E73F531-6181-4C6C-93D6-6A3BCF317E60}" type="pres">
      <dgm:prSet presAssocID="{B9D1A991-05A8-4A42-9FC1-AFB7880EECE4}" presName="circle" presStyleCnt="0"/>
      <dgm:spPr/>
    </dgm:pt>
    <dgm:pt modelId="{8FE2DD45-BEC4-451D-866F-A2FFA55C76EB}" type="pres">
      <dgm:prSet presAssocID="{B9D1A991-05A8-4A42-9FC1-AFB7880EECE4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13CEB086-4A89-4215-B8C8-0B0EB3D1A1F3}" type="pres">
      <dgm:prSet presAssocID="{B9D1A991-05A8-4A42-9FC1-AFB7880EECE4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EA71073C-1526-4C9A-B5F0-ECD75FEC9DD4}" type="pres">
      <dgm:prSet presAssocID="{B9D1A991-05A8-4A42-9FC1-AFB7880EECE4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7457E17A-D8CF-4B3E-AA2D-9A85036C98FB}" type="pres">
      <dgm:prSet presAssocID="{B9D1A991-05A8-4A42-9FC1-AFB7880EECE4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482BF6C5-22AA-4F0E-AA13-7B16A8DB60DB}" type="pres">
      <dgm:prSet presAssocID="{B9D1A991-05A8-4A42-9FC1-AFB7880EECE4}" presName="quadrantPlaceholder" presStyleCnt="0"/>
      <dgm:spPr/>
    </dgm:pt>
    <dgm:pt modelId="{20E1208B-4D5E-489A-AEAD-D42CA4D5F016}" type="pres">
      <dgm:prSet presAssocID="{B9D1A991-05A8-4A42-9FC1-AFB7880EECE4}" presName="center1" presStyleLbl="fgShp" presStyleIdx="0" presStyleCnt="2"/>
      <dgm:spPr/>
    </dgm:pt>
    <dgm:pt modelId="{0A3E4697-64ED-49C8-B076-0782648F9398}" type="pres">
      <dgm:prSet presAssocID="{B9D1A991-05A8-4A42-9FC1-AFB7880EECE4}" presName="center2" presStyleLbl="fgShp" presStyleIdx="1" presStyleCnt="2"/>
      <dgm:spPr/>
    </dgm:pt>
  </dgm:ptLst>
  <dgm:cxnLst>
    <dgm:cxn modelId="{6C1D261C-1FB3-4430-9FB4-0C83A595F727}" type="presOf" srcId="{22C41F3A-6C02-417D-969B-BBA49224BE0A}" destId="{3AE4B210-7BDC-47BF-AEF9-3C83DDB77A07}" srcOrd="0" destOrd="0" presId="urn:microsoft.com/office/officeart/2005/8/layout/cycle4"/>
    <dgm:cxn modelId="{E6AECC20-920B-4115-A04C-9E7DDAABFEE5}" srcId="{77F57AAC-CA0D-426D-AB64-DB3768E52DC6}" destId="{9DE825ED-CB4E-4404-855F-4A0C9AED4379}" srcOrd="0" destOrd="0" parTransId="{AAA13843-9904-43B2-8BCD-2F3164D89ABB}" sibTransId="{EF070F6D-FECC-480E-B081-15492BA7AE73}"/>
    <dgm:cxn modelId="{24EC6F22-9883-426E-9919-B4731E769354}" type="presOf" srcId="{9DE825ED-CB4E-4404-855F-4A0C9AED4379}" destId="{2BF6EF4C-5806-4D9F-A112-E1517C6D7D13}" srcOrd="0" destOrd="0" presId="urn:microsoft.com/office/officeart/2005/8/layout/cycle4"/>
    <dgm:cxn modelId="{D8CA5824-8EAF-48EB-A718-E3F7E8128067}" srcId="{B9D1A991-05A8-4A42-9FC1-AFB7880EECE4}" destId="{E22590C6-5387-4788-A9F8-2A9675B8CE2D}" srcOrd="3" destOrd="0" parTransId="{7EF5BCF8-F98B-4D47-A7C2-D05521B1FB09}" sibTransId="{721CFD64-14AE-467E-82D6-EB81B48B59C6}"/>
    <dgm:cxn modelId="{3E2AF625-AE27-45B4-AFC9-83EE2FA52CA4}" type="presOf" srcId="{51BDC409-DE1F-4323-96BF-13906E6C5134}" destId="{088F1656-5A46-4BE2-A01D-C6477F505904}" srcOrd="1" destOrd="1" presId="urn:microsoft.com/office/officeart/2005/8/layout/cycle4"/>
    <dgm:cxn modelId="{E9DA653A-2A26-44F2-ABB4-8551E44D5996}" type="presOf" srcId="{8F6C20FC-67B5-4C74-B2D5-A18FB3FAAEE8}" destId="{13CEB086-4A89-4215-B8C8-0B0EB3D1A1F3}" srcOrd="0" destOrd="0" presId="urn:microsoft.com/office/officeart/2005/8/layout/cycle4"/>
    <dgm:cxn modelId="{23CCCB3E-F8C8-487A-9E2B-2FE1151E26E4}" type="presOf" srcId="{22C41F3A-6C02-417D-969B-BBA49224BE0A}" destId="{30295DCF-0FD6-4F7E-87EB-3C7FD8F78208}" srcOrd="1" destOrd="0" presId="urn:microsoft.com/office/officeart/2005/8/layout/cycle4"/>
    <dgm:cxn modelId="{883E465D-CACE-4D4A-A70A-D8F8450E7EA5}" srcId="{B9D1A991-05A8-4A42-9FC1-AFB7880EECE4}" destId="{77F57AAC-CA0D-426D-AB64-DB3768E52DC6}" srcOrd="0" destOrd="0" parTransId="{B337A21F-DCA2-4D6B-A1EA-DC5DC31C48CD}" sibTransId="{3242CE24-54B6-4CC3-9538-E448BE719E55}"/>
    <dgm:cxn modelId="{DDB19A64-566B-43E8-B240-1ADA59B10F47}" type="presOf" srcId="{9DE825ED-CB4E-4404-855F-4A0C9AED4379}" destId="{9A0AEDFF-2028-4C28-8C44-56AABBCF9BBE}" srcOrd="1" destOrd="0" presId="urn:microsoft.com/office/officeart/2005/8/layout/cycle4"/>
    <dgm:cxn modelId="{439BCD6C-5782-45EE-92D8-37373C173DB3}" srcId="{B9D1A991-05A8-4A42-9FC1-AFB7880EECE4}" destId="{8F6C20FC-67B5-4C74-B2D5-A18FB3FAAEE8}" srcOrd="1" destOrd="0" parTransId="{6678F6AD-1596-461C-9E92-97089B2B7E81}" sibTransId="{4B3E09A4-2B55-49C2-BF6C-2D3A85AEF456}"/>
    <dgm:cxn modelId="{D409EA6D-8E13-409A-AF14-A6C261276F4F}" type="presOf" srcId="{E1F49D95-43E9-4DAC-9AC9-23D193B411F6}" destId="{7649CABC-E00C-4807-9730-0182277EC1BB}" srcOrd="0" destOrd="0" presId="urn:microsoft.com/office/officeart/2005/8/layout/cycle4"/>
    <dgm:cxn modelId="{65AECB81-C6E8-4966-89E7-24100EA35A89}" type="presOf" srcId="{E22590C6-5387-4788-A9F8-2A9675B8CE2D}" destId="{7457E17A-D8CF-4B3E-AA2D-9A85036C98FB}" srcOrd="0" destOrd="0" presId="urn:microsoft.com/office/officeart/2005/8/layout/cycle4"/>
    <dgm:cxn modelId="{E3098782-05E7-4420-8C3F-9070D5405990}" type="presOf" srcId="{51BDC409-DE1F-4323-96BF-13906E6C5134}" destId="{24D48E27-77E2-4F52-81EE-3D0C9F2812F0}" srcOrd="0" destOrd="1" presId="urn:microsoft.com/office/officeart/2005/8/layout/cycle4"/>
    <dgm:cxn modelId="{60758D87-F94F-4F47-BAD4-8A18025A2FC1}" type="presOf" srcId="{B9D1A991-05A8-4A42-9FC1-AFB7880EECE4}" destId="{745EA1B0-495A-48B5-BABF-F2660CF7977D}" srcOrd="0" destOrd="0" presId="urn:microsoft.com/office/officeart/2005/8/layout/cycle4"/>
    <dgm:cxn modelId="{D15AD98A-5E05-44B4-86CF-6FBC209BBCBA}" type="presOf" srcId="{0E44FEB4-A3AF-4484-9A38-785A5D0628BD}" destId="{EA71073C-1526-4C9A-B5F0-ECD75FEC9DD4}" srcOrd="0" destOrd="0" presId="urn:microsoft.com/office/officeart/2005/8/layout/cycle4"/>
    <dgm:cxn modelId="{A13B79A9-B385-40C9-92C8-1671FEC7A420}" type="presOf" srcId="{77F57AAC-CA0D-426D-AB64-DB3768E52DC6}" destId="{8FE2DD45-BEC4-451D-866F-A2FFA55C76EB}" srcOrd="0" destOrd="0" presId="urn:microsoft.com/office/officeart/2005/8/layout/cycle4"/>
    <dgm:cxn modelId="{14C92AB1-BE56-4A6F-AD0C-F2D9D383ACB9}" type="presOf" srcId="{E1F49D95-43E9-4DAC-9AC9-23D193B411F6}" destId="{EE56A67F-6B45-462B-ADA3-0BC74ABD65AE}" srcOrd="1" destOrd="0" presId="urn:microsoft.com/office/officeart/2005/8/layout/cycle4"/>
    <dgm:cxn modelId="{EA69BEB3-0B8D-47D8-96CA-5D1CC785A82F}" type="presOf" srcId="{09D44C43-4D4A-4501-96EA-220F315B6820}" destId="{24D48E27-77E2-4F52-81EE-3D0C9F2812F0}" srcOrd="0" destOrd="0" presId="urn:microsoft.com/office/officeart/2005/8/layout/cycle4"/>
    <dgm:cxn modelId="{69C0ABC2-2CC1-41B1-AE71-3E8786BF7F2A}" srcId="{E22590C6-5387-4788-A9F8-2A9675B8CE2D}" destId="{51BDC409-DE1F-4323-96BF-13906E6C5134}" srcOrd="1" destOrd="0" parTransId="{FD1CE840-0BF8-4424-9004-C92E0C9FCE28}" sibTransId="{A286AF83-C9BD-4CE0-AE58-B1E01433D6B6}"/>
    <dgm:cxn modelId="{82CB4DCA-956B-4406-948B-05687AA85A7C}" srcId="{8F6C20FC-67B5-4C74-B2D5-A18FB3FAAEE8}" destId="{22C41F3A-6C02-417D-969B-BBA49224BE0A}" srcOrd="0" destOrd="0" parTransId="{13300AC2-2546-44C9-A3CC-629A89725C26}" sibTransId="{9A96C277-66A8-48E3-BF6D-2837D1CB4DE0}"/>
    <dgm:cxn modelId="{0EEEABCC-4DAA-47EF-AB66-765C0A3A3D92}" srcId="{E22590C6-5387-4788-A9F8-2A9675B8CE2D}" destId="{09D44C43-4D4A-4501-96EA-220F315B6820}" srcOrd="0" destOrd="0" parTransId="{5E8AF816-E620-43EC-9660-E2CA8FCCA21D}" sibTransId="{DEB374B8-8C3A-45D3-8800-C756C41E2D1D}"/>
    <dgm:cxn modelId="{4ADCE9EE-A9E8-449B-A2A5-D2AF5791A13C}" srcId="{B9D1A991-05A8-4A42-9FC1-AFB7880EECE4}" destId="{0E44FEB4-A3AF-4484-9A38-785A5D0628BD}" srcOrd="2" destOrd="0" parTransId="{C6885A41-15E4-48F3-AA59-F67807811395}" sibTransId="{046382D0-E503-4C7A-947D-8CC094F17E7C}"/>
    <dgm:cxn modelId="{14BFE8F0-0938-4EDC-8B5E-ECD45009399E}" srcId="{0E44FEB4-A3AF-4484-9A38-785A5D0628BD}" destId="{E1F49D95-43E9-4DAC-9AC9-23D193B411F6}" srcOrd="0" destOrd="0" parTransId="{ACB62F05-67D9-4328-9C1C-900591059559}" sibTransId="{E0EAA0AF-4290-4BFC-9709-F1F105432C2F}"/>
    <dgm:cxn modelId="{11D77FF1-9283-4BE5-ADE7-58A983704D0E}" type="presOf" srcId="{09D44C43-4D4A-4501-96EA-220F315B6820}" destId="{088F1656-5A46-4BE2-A01D-C6477F505904}" srcOrd="1" destOrd="0" presId="urn:microsoft.com/office/officeart/2005/8/layout/cycle4"/>
    <dgm:cxn modelId="{ADAE1EF6-BBDE-40C6-AC29-FAB3F35FA525}" type="presParOf" srcId="{745EA1B0-495A-48B5-BABF-F2660CF7977D}" destId="{0A741EE8-7929-4922-B6EC-D42CFD2DD844}" srcOrd="0" destOrd="0" presId="urn:microsoft.com/office/officeart/2005/8/layout/cycle4"/>
    <dgm:cxn modelId="{D0BB7EAB-AF93-4259-AD79-1B96C92F4C4D}" type="presParOf" srcId="{0A741EE8-7929-4922-B6EC-D42CFD2DD844}" destId="{E5D18076-F02E-4351-B360-28908793C961}" srcOrd="0" destOrd="0" presId="urn:microsoft.com/office/officeart/2005/8/layout/cycle4"/>
    <dgm:cxn modelId="{8486C0A4-3062-4C18-AD16-3FC6F9FBCBE7}" type="presParOf" srcId="{E5D18076-F02E-4351-B360-28908793C961}" destId="{2BF6EF4C-5806-4D9F-A112-E1517C6D7D13}" srcOrd="0" destOrd="0" presId="urn:microsoft.com/office/officeart/2005/8/layout/cycle4"/>
    <dgm:cxn modelId="{B3959814-2643-4EEA-A98C-D267442678B0}" type="presParOf" srcId="{E5D18076-F02E-4351-B360-28908793C961}" destId="{9A0AEDFF-2028-4C28-8C44-56AABBCF9BBE}" srcOrd="1" destOrd="0" presId="urn:microsoft.com/office/officeart/2005/8/layout/cycle4"/>
    <dgm:cxn modelId="{75243029-FCFC-488D-8F17-FBC3682B6F73}" type="presParOf" srcId="{0A741EE8-7929-4922-B6EC-D42CFD2DD844}" destId="{9B05782D-7298-454C-9083-A4EB62BF5457}" srcOrd="1" destOrd="0" presId="urn:microsoft.com/office/officeart/2005/8/layout/cycle4"/>
    <dgm:cxn modelId="{7C6C667E-8074-407D-A874-961A05CE9A13}" type="presParOf" srcId="{9B05782D-7298-454C-9083-A4EB62BF5457}" destId="{3AE4B210-7BDC-47BF-AEF9-3C83DDB77A07}" srcOrd="0" destOrd="0" presId="urn:microsoft.com/office/officeart/2005/8/layout/cycle4"/>
    <dgm:cxn modelId="{CD89A675-5827-47B5-9AB7-441045F41171}" type="presParOf" srcId="{9B05782D-7298-454C-9083-A4EB62BF5457}" destId="{30295DCF-0FD6-4F7E-87EB-3C7FD8F78208}" srcOrd="1" destOrd="0" presId="urn:microsoft.com/office/officeart/2005/8/layout/cycle4"/>
    <dgm:cxn modelId="{39C27D8B-A8BD-4D0C-A8D6-BA0270755A30}" type="presParOf" srcId="{0A741EE8-7929-4922-B6EC-D42CFD2DD844}" destId="{0F6F702D-64F5-4FCC-A53B-E92285B12753}" srcOrd="2" destOrd="0" presId="urn:microsoft.com/office/officeart/2005/8/layout/cycle4"/>
    <dgm:cxn modelId="{507F94D6-202F-4AA7-A204-FD5B9AFB2408}" type="presParOf" srcId="{0F6F702D-64F5-4FCC-A53B-E92285B12753}" destId="{7649CABC-E00C-4807-9730-0182277EC1BB}" srcOrd="0" destOrd="0" presId="urn:microsoft.com/office/officeart/2005/8/layout/cycle4"/>
    <dgm:cxn modelId="{331855B0-E844-4346-A124-482DD6523B61}" type="presParOf" srcId="{0F6F702D-64F5-4FCC-A53B-E92285B12753}" destId="{EE56A67F-6B45-462B-ADA3-0BC74ABD65AE}" srcOrd="1" destOrd="0" presId="urn:microsoft.com/office/officeart/2005/8/layout/cycle4"/>
    <dgm:cxn modelId="{6814EE0C-EC9D-40CC-AC5E-98FA2973D566}" type="presParOf" srcId="{0A741EE8-7929-4922-B6EC-D42CFD2DD844}" destId="{6A6A393E-FA21-45B5-BE7E-B7BB72DCC27B}" srcOrd="3" destOrd="0" presId="urn:microsoft.com/office/officeart/2005/8/layout/cycle4"/>
    <dgm:cxn modelId="{961A2620-A967-4980-AFAF-F425BD906950}" type="presParOf" srcId="{6A6A393E-FA21-45B5-BE7E-B7BB72DCC27B}" destId="{24D48E27-77E2-4F52-81EE-3D0C9F2812F0}" srcOrd="0" destOrd="0" presId="urn:microsoft.com/office/officeart/2005/8/layout/cycle4"/>
    <dgm:cxn modelId="{6C4EF55A-153A-4629-AC0A-9E9E21ADD7A7}" type="presParOf" srcId="{6A6A393E-FA21-45B5-BE7E-B7BB72DCC27B}" destId="{088F1656-5A46-4BE2-A01D-C6477F505904}" srcOrd="1" destOrd="0" presId="urn:microsoft.com/office/officeart/2005/8/layout/cycle4"/>
    <dgm:cxn modelId="{1B680B1B-D00F-4FC5-8E6D-E0A7CE355FC7}" type="presParOf" srcId="{0A741EE8-7929-4922-B6EC-D42CFD2DD844}" destId="{FCAA7055-6134-45DB-A6BF-536E6A7643EE}" srcOrd="4" destOrd="0" presId="urn:microsoft.com/office/officeart/2005/8/layout/cycle4"/>
    <dgm:cxn modelId="{DAA5E8C0-BE89-4A55-8A7F-FC8813709D4D}" type="presParOf" srcId="{745EA1B0-495A-48B5-BABF-F2660CF7977D}" destId="{5E73F531-6181-4C6C-93D6-6A3BCF317E60}" srcOrd="1" destOrd="0" presId="urn:microsoft.com/office/officeart/2005/8/layout/cycle4"/>
    <dgm:cxn modelId="{28DC2A59-CFB1-4AE3-AF95-3E848AE6F417}" type="presParOf" srcId="{5E73F531-6181-4C6C-93D6-6A3BCF317E60}" destId="{8FE2DD45-BEC4-451D-866F-A2FFA55C76EB}" srcOrd="0" destOrd="0" presId="urn:microsoft.com/office/officeart/2005/8/layout/cycle4"/>
    <dgm:cxn modelId="{C99D411D-3E98-4920-A07D-803855AC346B}" type="presParOf" srcId="{5E73F531-6181-4C6C-93D6-6A3BCF317E60}" destId="{13CEB086-4A89-4215-B8C8-0B0EB3D1A1F3}" srcOrd="1" destOrd="0" presId="urn:microsoft.com/office/officeart/2005/8/layout/cycle4"/>
    <dgm:cxn modelId="{E4F67330-5BCC-4E18-AE9E-E5D5E0BD507C}" type="presParOf" srcId="{5E73F531-6181-4C6C-93D6-6A3BCF317E60}" destId="{EA71073C-1526-4C9A-B5F0-ECD75FEC9DD4}" srcOrd="2" destOrd="0" presId="urn:microsoft.com/office/officeart/2005/8/layout/cycle4"/>
    <dgm:cxn modelId="{F36C07A5-0AB9-4ED2-A8CD-7769ED549149}" type="presParOf" srcId="{5E73F531-6181-4C6C-93D6-6A3BCF317E60}" destId="{7457E17A-D8CF-4B3E-AA2D-9A85036C98FB}" srcOrd="3" destOrd="0" presId="urn:microsoft.com/office/officeart/2005/8/layout/cycle4"/>
    <dgm:cxn modelId="{AA89EF76-02AC-4D9B-9A6D-0F421FB993B3}" type="presParOf" srcId="{5E73F531-6181-4C6C-93D6-6A3BCF317E60}" destId="{482BF6C5-22AA-4F0E-AA13-7B16A8DB60DB}" srcOrd="4" destOrd="0" presId="urn:microsoft.com/office/officeart/2005/8/layout/cycle4"/>
    <dgm:cxn modelId="{EC2BE13E-FC2A-4621-B0D9-55FF4EAF06C9}" type="presParOf" srcId="{745EA1B0-495A-48B5-BABF-F2660CF7977D}" destId="{20E1208B-4D5E-489A-AEAD-D42CA4D5F016}" srcOrd="2" destOrd="0" presId="urn:microsoft.com/office/officeart/2005/8/layout/cycle4"/>
    <dgm:cxn modelId="{8A18E839-D44A-4FA8-98B1-C9FF94A7D797}" type="presParOf" srcId="{745EA1B0-495A-48B5-BABF-F2660CF7977D}" destId="{0A3E4697-64ED-49C8-B076-0782648F9398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42CC79-7090-49B1-A1D2-8CD9B7F20A68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AF35F4-F215-4CDA-A445-1F146422929B}">
      <dgm:prSet phldrT="[Texto]"/>
      <dgm:spPr>
        <a:solidFill>
          <a:srgbClr val="F6FBFD"/>
        </a:solidFill>
      </dgm:spPr>
      <dgm:t>
        <a:bodyPr/>
        <a:lstStyle/>
        <a:p>
          <a:pPr>
            <a:buNone/>
          </a:pPr>
          <a:r>
            <a:rPr lang="es-CO" noProof="0"/>
            <a:t>Disminución del tiempo de inventario</a:t>
          </a:r>
        </a:p>
      </dgm:t>
    </dgm:pt>
    <dgm:pt modelId="{5FDCE0A1-466A-490B-8FCB-9513BA27E78F}" type="parTrans" cxnId="{04E9D4ED-31FA-4E28-BF96-75C9A82AA6BF}">
      <dgm:prSet/>
      <dgm:spPr/>
      <dgm:t>
        <a:bodyPr/>
        <a:lstStyle/>
        <a:p>
          <a:endParaRPr lang="es-CO" noProof="0"/>
        </a:p>
      </dgm:t>
    </dgm:pt>
    <dgm:pt modelId="{715D865E-DD3E-476E-802E-061C99068998}" type="sibTrans" cxnId="{04E9D4ED-31FA-4E28-BF96-75C9A82AA6BF}">
      <dgm:prSet/>
      <dgm:spPr/>
      <dgm:t>
        <a:bodyPr/>
        <a:lstStyle/>
        <a:p>
          <a:endParaRPr lang="es-CO" noProof="0"/>
        </a:p>
      </dgm:t>
    </dgm:pt>
    <dgm:pt modelId="{7AB3341F-816F-4866-A075-5922C4E200AE}">
      <dgm:prSet phldrT="[Texto]"/>
      <dgm:spPr>
        <a:solidFill>
          <a:srgbClr val="F6FBFD"/>
        </a:solidFill>
      </dgm:spPr>
      <dgm:t>
        <a:bodyPr/>
        <a:lstStyle/>
        <a:p>
          <a:pPr>
            <a:buNone/>
          </a:pPr>
          <a:r>
            <a:rPr lang="es-CO" noProof="0"/>
            <a:t>Frecuencia de inventarios</a:t>
          </a:r>
        </a:p>
      </dgm:t>
    </dgm:pt>
    <dgm:pt modelId="{11A023EB-E5F6-41C1-9735-6E6686DE1C06}" type="parTrans" cxnId="{9A6C2745-3D18-42A6-AD49-9D7B0A801903}">
      <dgm:prSet/>
      <dgm:spPr/>
      <dgm:t>
        <a:bodyPr/>
        <a:lstStyle/>
        <a:p>
          <a:endParaRPr lang="es-CO" noProof="0"/>
        </a:p>
      </dgm:t>
    </dgm:pt>
    <dgm:pt modelId="{63D88ECA-DB44-4968-817C-8E37042010C1}" type="sibTrans" cxnId="{9A6C2745-3D18-42A6-AD49-9D7B0A801903}">
      <dgm:prSet/>
      <dgm:spPr/>
      <dgm:t>
        <a:bodyPr/>
        <a:lstStyle/>
        <a:p>
          <a:endParaRPr lang="es-CO" noProof="0"/>
        </a:p>
      </dgm:t>
    </dgm:pt>
    <dgm:pt modelId="{B6E6D02A-3BCC-4A1C-891C-F28E50CA8D15}">
      <dgm:prSet phldrT="[Texto]"/>
      <dgm:spPr>
        <a:solidFill>
          <a:srgbClr val="F6FBFD">
            <a:alpha val="90000"/>
          </a:srgbClr>
        </a:solidFill>
      </dgm:spPr>
      <dgm:t>
        <a:bodyPr/>
        <a:lstStyle/>
        <a:p>
          <a:pPr>
            <a:buNone/>
          </a:pPr>
          <a:r>
            <a:rPr lang="es-CO" noProof="0"/>
            <a:t>Precisión de la información</a:t>
          </a:r>
        </a:p>
      </dgm:t>
    </dgm:pt>
    <dgm:pt modelId="{EC7605E3-3D9B-4915-8155-5F8A449D7F6F}" type="sibTrans" cxnId="{28F3DB12-33CD-470E-9349-4F6CE3F07ABD}">
      <dgm:prSet/>
      <dgm:spPr/>
      <dgm:t>
        <a:bodyPr/>
        <a:lstStyle/>
        <a:p>
          <a:endParaRPr lang="es-CO" noProof="0"/>
        </a:p>
      </dgm:t>
    </dgm:pt>
    <dgm:pt modelId="{D2224D8D-5320-4D9D-9D81-B2657466563E}" type="parTrans" cxnId="{28F3DB12-33CD-470E-9349-4F6CE3F07ABD}">
      <dgm:prSet/>
      <dgm:spPr/>
      <dgm:t>
        <a:bodyPr/>
        <a:lstStyle/>
        <a:p>
          <a:endParaRPr lang="es-CO" noProof="0"/>
        </a:p>
      </dgm:t>
    </dgm:pt>
    <dgm:pt modelId="{269CF087-2274-41AE-80B6-967021F90660}">
      <dgm:prSet phldrT="[Texto]"/>
      <dgm:spPr>
        <a:solidFill>
          <a:srgbClr val="F6FBFD">
            <a:alpha val="90000"/>
          </a:srgbClr>
        </a:solidFill>
      </dgm:spPr>
      <dgm:t>
        <a:bodyPr/>
        <a:lstStyle/>
        <a:p>
          <a:pPr>
            <a:buNone/>
          </a:pPr>
          <a:r>
            <a:rPr lang="es-CO" noProof="0"/>
            <a:t>Análisis y trazabilidad</a:t>
          </a:r>
        </a:p>
      </dgm:t>
    </dgm:pt>
    <dgm:pt modelId="{2A57C482-52E2-47AF-A774-FCB78363FD20}" type="parTrans" cxnId="{18CA7EA2-FF0F-4E7A-A0D0-6C98D38BE427}">
      <dgm:prSet/>
      <dgm:spPr/>
      <dgm:t>
        <a:bodyPr/>
        <a:lstStyle/>
        <a:p>
          <a:endParaRPr lang="es-CO" noProof="0"/>
        </a:p>
      </dgm:t>
    </dgm:pt>
    <dgm:pt modelId="{975966E2-1CDA-4451-8F3F-EDA9E9005796}" type="sibTrans" cxnId="{18CA7EA2-FF0F-4E7A-A0D0-6C98D38BE427}">
      <dgm:prSet/>
      <dgm:spPr/>
      <dgm:t>
        <a:bodyPr/>
        <a:lstStyle/>
        <a:p>
          <a:endParaRPr lang="es-CO" noProof="0"/>
        </a:p>
      </dgm:t>
    </dgm:pt>
    <dgm:pt modelId="{6FD6160F-65EE-40D1-A35B-F133ABE8633E}" type="pres">
      <dgm:prSet presAssocID="{EE42CC79-7090-49B1-A1D2-8CD9B7F20A68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87D42FB9-6591-431E-8044-17934B5D3F62}" type="pres">
      <dgm:prSet presAssocID="{5AAF35F4-F215-4CDA-A445-1F146422929B}" presName="circle1" presStyleLbl="node1" presStyleIdx="0" presStyleCnt="4"/>
      <dgm:spPr>
        <a:solidFill>
          <a:schemeClr val="bg2">
            <a:lumMod val="75000"/>
          </a:schemeClr>
        </a:solidFill>
      </dgm:spPr>
    </dgm:pt>
    <dgm:pt modelId="{B1A230E5-66FE-4F49-8C12-C236506C3D3B}" type="pres">
      <dgm:prSet presAssocID="{5AAF35F4-F215-4CDA-A445-1F146422929B}" presName="space" presStyleCnt="0"/>
      <dgm:spPr/>
    </dgm:pt>
    <dgm:pt modelId="{43AD975F-D43E-4053-B307-19C499ABD1B1}" type="pres">
      <dgm:prSet presAssocID="{5AAF35F4-F215-4CDA-A445-1F146422929B}" presName="rect1" presStyleLbl="alignAcc1" presStyleIdx="0" presStyleCnt="4"/>
      <dgm:spPr/>
    </dgm:pt>
    <dgm:pt modelId="{7B87FB74-19F2-4609-ACB9-916175DFC2CE}" type="pres">
      <dgm:prSet presAssocID="{7AB3341F-816F-4866-A075-5922C4E200AE}" presName="vertSpace2" presStyleLbl="node1" presStyleIdx="0" presStyleCnt="4"/>
      <dgm:spPr/>
    </dgm:pt>
    <dgm:pt modelId="{0B41CE15-359A-40EA-A60D-827A0DF2364F}" type="pres">
      <dgm:prSet presAssocID="{7AB3341F-816F-4866-A075-5922C4E200AE}" presName="circle2" presStyleLbl="node1" presStyleIdx="1" presStyleCnt="4"/>
      <dgm:spPr>
        <a:solidFill>
          <a:schemeClr val="bg2">
            <a:lumMod val="50000"/>
          </a:schemeClr>
        </a:solidFill>
      </dgm:spPr>
    </dgm:pt>
    <dgm:pt modelId="{E7D97CCD-4447-44A7-AF0F-D688D62832EE}" type="pres">
      <dgm:prSet presAssocID="{7AB3341F-816F-4866-A075-5922C4E200AE}" presName="rect2" presStyleLbl="alignAcc1" presStyleIdx="1" presStyleCnt="4"/>
      <dgm:spPr/>
    </dgm:pt>
    <dgm:pt modelId="{9E44B351-AB4F-462F-812F-0121F79BBC8F}" type="pres">
      <dgm:prSet presAssocID="{B6E6D02A-3BCC-4A1C-891C-F28E50CA8D15}" presName="vertSpace3" presStyleLbl="node1" presStyleIdx="1" presStyleCnt="4"/>
      <dgm:spPr/>
    </dgm:pt>
    <dgm:pt modelId="{54CE5D9A-1C9F-4019-8077-3224D65D59E9}" type="pres">
      <dgm:prSet presAssocID="{B6E6D02A-3BCC-4A1C-891C-F28E50CA8D15}" presName="circle3" presStyleLbl="node1" presStyleIdx="2" presStyleCnt="4"/>
      <dgm:spPr>
        <a:solidFill>
          <a:schemeClr val="bg2">
            <a:lumMod val="25000"/>
          </a:schemeClr>
        </a:solidFill>
      </dgm:spPr>
    </dgm:pt>
    <dgm:pt modelId="{16B2D081-8803-4902-9023-13E0F296821D}" type="pres">
      <dgm:prSet presAssocID="{B6E6D02A-3BCC-4A1C-891C-F28E50CA8D15}" presName="rect3" presStyleLbl="alignAcc1" presStyleIdx="2" presStyleCnt="4"/>
      <dgm:spPr/>
    </dgm:pt>
    <dgm:pt modelId="{E7F36023-D545-41AC-9DA9-C186E7E0E7CC}" type="pres">
      <dgm:prSet presAssocID="{269CF087-2274-41AE-80B6-967021F90660}" presName="vertSpace4" presStyleLbl="node1" presStyleIdx="2" presStyleCnt="4"/>
      <dgm:spPr/>
    </dgm:pt>
    <dgm:pt modelId="{29F7975C-F5B8-4D92-A08C-F8007939D27E}" type="pres">
      <dgm:prSet presAssocID="{269CF087-2274-41AE-80B6-967021F90660}" presName="circle4" presStyleLbl="node1" presStyleIdx="3" presStyleCnt="4"/>
      <dgm:spPr>
        <a:solidFill>
          <a:schemeClr val="bg2">
            <a:lumMod val="10000"/>
          </a:schemeClr>
        </a:solidFill>
      </dgm:spPr>
    </dgm:pt>
    <dgm:pt modelId="{02F03CF4-981B-4E96-99B7-450F0AC61D31}" type="pres">
      <dgm:prSet presAssocID="{269CF087-2274-41AE-80B6-967021F90660}" presName="rect4" presStyleLbl="alignAcc1" presStyleIdx="3" presStyleCnt="4"/>
      <dgm:spPr/>
    </dgm:pt>
    <dgm:pt modelId="{487DDDD0-85A3-47F0-B859-28249C569156}" type="pres">
      <dgm:prSet presAssocID="{5AAF35F4-F215-4CDA-A445-1F146422929B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94B4BAB2-6EA7-4646-AFD4-763A96C4DE82}" type="pres">
      <dgm:prSet presAssocID="{7AB3341F-816F-4866-A075-5922C4E200AE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44276686-BE41-4736-B8AF-D545FCEC0C93}" type="pres">
      <dgm:prSet presAssocID="{B6E6D02A-3BCC-4A1C-891C-F28E50CA8D15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D551939D-3849-439D-AB87-CD639BBB61A6}" type="pres">
      <dgm:prSet presAssocID="{269CF087-2274-41AE-80B6-967021F90660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C32FD504-232F-4E0E-B921-934C10615984}" type="presOf" srcId="{EE42CC79-7090-49B1-A1D2-8CD9B7F20A68}" destId="{6FD6160F-65EE-40D1-A35B-F133ABE8633E}" srcOrd="0" destOrd="0" presId="urn:microsoft.com/office/officeart/2005/8/layout/target3"/>
    <dgm:cxn modelId="{28F3DB12-33CD-470E-9349-4F6CE3F07ABD}" srcId="{EE42CC79-7090-49B1-A1D2-8CD9B7F20A68}" destId="{B6E6D02A-3BCC-4A1C-891C-F28E50CA8D15}" srcOrd="2" destOrd="0" parTransId="{D2224D8D-5320-4D9D-9D81-B2657466563E}" sibTransId="{EC7605E3-3D9B-4915-8155-5F8A449D7F6F}"/>
    <dgm:cxn modelId="{F81B9F2E-5964-438E-9198-66A4DE71532D}" type="presOf" srcId="{B6E6D02A-3BCC-4A1C-891C-F28E50CA8D15}" destId="{44276686-BE41-4736-B8AF-D545FCEC0C93}" srcOrd="1" destOrd="0" presId="urn:microsoft.com/office/officeart/2005/8/layout/target3"/>
    <dgm:cxn modelId="{B8FD5631-EB2C-45C4-A077-CCEDF306DC4D}" type="presOf" srcId="{7AB3341F-816F-4866-A075-5922C4E200AE}" destId="{E7D97CCD-4447-44A7-AF0F-D688D62832EE}" srcOrd="0" destOrd="0" presId="urn:microsoft.com/office/officeart/2005/8/layout/target3"/>
    <dgm:cxn modelId="{1B939A37-DD93-4B56-BD8C-44B0FD94DD84}" type="presOf" srcId="{269CF087-2274-41AE-80B6-967021F90660}" destId="{D551939D-3849-439D-AB87-CD639BBB61A6}" srcOrd="1" destOrd="0" presId="urn:microsoft.com/office/officeart/2005/8/layout/target3"/>
    <dgm:cxn modelId="{9A6C2745-3D18-42A6-AD49-9D7B0A801903}" srcId="{EE42CC79-7090-49B1-A1D2-8CD9B7F20A68}" destId="{7AB3341F-816F-4866-A075-5922C4E200AE}" srcOrd="1" destOrd="0" parTransId="{11A023EB-E5F6-41C1-9735-6E6686DE1C06}" sibTransId="{63D88ECA-DB44-4968-817C-8E37042010C1}"/>
    <dgm:cxn modelId="{7A759D80-A15D-4114-AAB4-A102855DB1F4}" type="presOf" srcId="{5AAF35F4-F215-4CDA-A445-1F146422929B}" destId="{487DDDD0-85A3-47F0-B859-28249C569156}" srcOrd="1" destOrd="0" presId="urn:microsoft.com/office/officeart/2005/8/layout/target3"/>
    <dgm:cxn modelId="{27ACC687-1F92-4200-BAB3-647478147409}" type="presOf" srcId="{B6E6D02A-3BCC-4A1C-891C-F28E50CA8D15}" destId="{16B2D081-8803-4902-9023-13E0F296821D}" srcOrd="0" destOrd="0" presId="urn:microsoft.com/office/officeart/2005/8/layout/target3"/>
    <dgm:cxn modelId="{75EF2692-09AC-45AB-B845-4C05EE69C0FF}" type="presOf" srcId="{269CF087-2274-41AE-80B6-967021F90660}" destId="{02F03CF4-981B-4E96-99B7-450F0AC61D31}" srcOrd="0" destOrd="0" presId="urn:microsoft.com/office/officeart/2005/8/layout/target3"/>
    <dgm:cxn modelId="{18CA7EA2-FF0F-4E7A-A0D0-6C98D38BE427}" srcId="{EE42CC79-7090-49B1-A1D2-8CD9B7F20A68}" destId="{269CF087-2274-41AE-80B6-967021F90660}" srcOrd="3" destOrd="0" parTransId="{2A57C482-52E2-47AF-A774-FCB78363FD20}" sibTransId="{975966E2-1CDA-4451-8F3F-EDA9E9005796}"/>
    <dgm:cxn modelId="{1F5FCFED-E879-403F-AB47-8753320D87CB}" type="presOf" srcId="{7AB3341F-816F-4866-A075-5922C4E200AE}" destId="{94B4BAB2-6EA7-4646-AFD4-763A96C4DE82}" srcOrd="1" destOrd="0" presId="urn:microsoft.com/office/officeart/2005/8/layout/target3"/>
    <dgm:cxn modelId="{04E9D4ED-31FA-4E28-BF96-75C9A82AA6BF}" srcId="{EE42CC79-7090-49B1-A1D2-8CD9B7F20A68}" destId="{5AAF35F4-F215-4CDA-A445-1F146422929B}" srcOrd="0" destOrd="0" parTransId="{5FDCE0A1-466A-490B-8FCB-9513BA27E78F}" sibTransId="{715D865E-DD3E-476E-802E-061C99068998}"/>
    <dgm:cxn modelId="{B83B0FF4-209E-40D4-8B09-E2E2E6AAF969}" type="presOf" srcId="{5AAF35F4-F215-4CDA-A445-1F146422929B}" destId="{43AD975F-D43E-4053-B307-19C499ABD1B1}" srcOrd="0" destOrd="0" presId="urn:microsoft.com/office/officeart/2005/8/layout/target3"/>
    <dgm:cxn modelId="{D572E99B-1ABB-46A1-9EF2-D2841B929F70}" type="presParOf" srcId="{6FD6160F-65EE-40D1-A35B-F133ABE8633E}" destId="{87D42FB9-6591-431E-8044-17934B5D3F62}" srcOrd="0" destOrd="0" presId="urn:microsoft.com/office/officeart/2005/8/layout/target3"/>
    <dgm:cxn modelId="{244BB93D-36E6-4CC0-ACE8-AEA935BC1736}" type="presParOf" srcId="{6FD6160F-65EE-40D1-A35B-F133ABE8633E}" destId="{B1A230E5-66FE-4F49-8C12-C236506C3D3B}" srcOrd="1" destOrd="0" presId="urn:microsoft.com/office/officeart/2005/8/layout/target3"/>
    <dgm:cxn modelId="{6BC6432C-6115-4F08-BB36-3BF1DF41F9B4}" type="presParOf" srcId="{6FD6160F-65EE-40D1-A35B-F133ABE8633E}" destId="{43AD975F-D43E-4053-B307-19C499ABD1B1}" srcOrd="2" destOrd="0" presId="urn:microsoft.com/office/officeart/2005/8/layout/target3"/>
    <dgm:cxn modelId="{08DD55A8-BFB5-4F57-BA27-3AB7EE63EF6D}" type="presParOf" srcId="{6FD6160F-65EE-40D1-A35B-F133ABE8633E}" destId="{7B87FB74-19F2-4609-ACB9-916175DFC2CE}" srcOrd="3" destOrd="0" presId="urn:microsoft.com/office/officeart/2005/8/layout/target3"/>
    <dgm:cxn modelId="{B167252A-2930-40DB-A148-6AAE0A7C1099}" type="presParOf" srcId="{6FD6160F-65EE-40D1-A35B-F133ABE8633E}" destId="{0B41CE15-359A-40EA-A60D-827A0DF2364F}" srcOrd="4" destOrd="0" presId="urn:microsoft.com/office/officeart/2005/8/layout/target3"/>
    <dgm:cxn modelId="{D4824DA7-2C94-4EDC-AC5E-4F877AECC579}" type="presParOf" srcId="{6FD6160F-65EE-40D1-A35B-F133ABE8633E}" destId="{E7D97CCD-4447-44A7-AF0F-D688D62832EE}" srcOrd="5" destOrd="0" presId="urn:microsoft.com/office/officeart/2005/8/layout/target3"/>
    <dgm:cxn modelId="{BE8A0EF3-622A-484D-88E0-1EB06764B5D1}" type="presParOf" srcId="{6FD6160F-65EE-40D1-A35B-F133ABE8633E}" destId="{9E44B351-AB4F-462F-812F-0121F79BBC8F}" srcOrd="6" destOrd="0" presId="urn:microsoft.com/office/officeart/2005/8/layout/target3"/>
    <dgm:cxn modelId="{B2ED6510-6538-4DBC-9C16-043E6A238A98}" type="presParOf" srcId="{6FD6160F-65EE-40D1-A35B-F133ABE8633E}" destId="{54CE5D9A-1C9F-4019-8077-3224D65D59E9}" srcOrd="7" destOrd="0" presId="urn:microsoft.com/office/officeart/2005/8/layout/target3"/>
    <dgm:cxn modelId="{392CBCE1-F63D-4198-B487-E20ED0AD2E18}" type="presParOf" srcId="{6FD6160F-65EE-40D1-A35B-F133ABE8633E}" destId="{16B2D081-8803-4902-9023-13E0F296821D}" srcOrd="8" destOrd="0" presId="urn:microsoft.com/office/officeart/2005/8/layout/target3"/>
    <dgm:cxn modelId="{BBC064A5-847D-4D62-A6A9-77F34429A6E6}" type="presParOf" srcId="{6FD6160F-65EE-40D1-A35B-F133ABE8633E}" destId="{E7F36023-D545-41AC-9DA9-C186E7E0E7CC}" srcOrd="9" destOrd="0" presId="urn:microsoft.com/office/officeart/2005/8/layout/target3"/>
    <dgm:cxn modelId="{21636DD3-C117-4F3D-8863-0FD94AFF182B}" type="presParOf" srcId="{6FD6160F-65EE-40D1-A35B-F133ABE8633E}" destId="{29F7975C-F5B8-4D92-A08C-F8007939D27E}" srcOrd="10" destOrd="0" presId="urn:microsoft.com/office/officeart/2005/8/layout/target3"/>
    <dgm:cxn modelId="{8845C167-E132-42D5-A1AD-CB9032750387}" type="presParOf" srcId="{6FD6160F-65EE-40D1-A35B-F133ABE8633E}" destId="{02F03CF4-981B-4E96-99B7-450F0AC61D31}" srcOrd="11" destOrd="0" presId="urn:microsoft.com/office/officeart/2005/8/layout/target3"/>
    <dgm:cxn modelId="{137899FE-133E-4FA0-9C03-DA69592D5EBD}" type="presParOf" srcId="{6FD6160F-65EE-40D1-A35B-F133ABE8633E}" destId="{487DDDD0-85A3-47F0-B859-28249C569156}" srcOrd="12" destOrd="0" presId="urn:microsoft.com/office/officeart/2005/8/layout/target3"/>
    <dgm:cxn modelId="{DE55FB49-DE6A-4B65-A4C6-A7890E1C3813}" type="presParOf" srcId="{6FD6160F-65EE-40D1-A35B-F133ABE8633E}" destId="{94B4BAB2-6EA7-4646-AFD4-763A96C4DE82}" srcOrd="13" destOrd="0" presId="urn:microsoft.com/office/officeart/2005/8/layout/target3"/>
    <dgm:cxn modelId="{505CA0EC-1858-45E7-BB89-F1436ADB9E9C}" type="presParOf" srcId="{6FD6160F-65EE-40D1-A35B-F133ABE8633E}" destId="{44276686-BE41-4736-B8AF-D545FCEC0C93}" srcOrd="14" destOrd="0" presId="urn:microsoft.com/office/officeart/2005/8/layout/target3"/>
    <dgm:cxn modelId="{EA98137B-A425-4513-9962-AEA0245D1464}" type="presParOf" srcId="{6FD6160F-65EE-40D1-A35B-F133ABE8633E}" destId="{D551939D-3849-439D-AB87-CD639BBB61A6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CD55F08-9AFE-480C-9D3B-DCCF9C8CBE2E}" type="doc">
      <dgm:prSet loTypeId="urn:microsoft.com/office/officeart/2005/8/layout/vList4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61F1B0-BB33-41C8-948A-EA35CCC68000}">
      <dgm:prSet phldrT="[Texto]" custT="1"/>
      <dgm:spPr>
        <a:solidFill>
          <a:schemeClr val="bg2"/>
        </a:solidFill>
      </dgm:spPr>
      <dgm:t>
        <a:bodyPr/>
        <a:lstStyle/>
        <a:p>
          <a:r>
            <a:rPr lang="es-CO" sz="1200" b="0" noProof="0">
              <a:latin typeface="DM Sans" pitchFamily="2" charset="0"/>
            </a:rPr>
            <a:t>Robots móviles autónomos (AMR/AGV)</a:t>
          </a:r>
        </a:p>
      </dgm:t>
    </dgm:pt>
    <dgm:pt modelId="{C73AD642-85F2-4DE8-ADD9-2FA24DB6C437}" type="parTrans" cxnId="{15A6EA6F-19DE-429B-88F4-4E0E8AB3F440}">
      <dgm:prSet/>
      <dgm:spPr/>
      <dgm:t>
        <a:bodyPr/>
        <a:lstStyle/>
        <a:p>
          <a:endParaRPr lang="es-CO" sz="1400" noProof="0">
            <a:latin typeface="DM Sans" pitchFamily="2" charset="0"/>
          </a:endParaRPr>
        </a:p>
      </dgm:t>
    </dgm:pt>
    <dgm:pt modelId="{61EB44E1-120B-4224-9942-0DE83E03A7E6}" type="sibTrans" cxnId="{15A6EA6F-19DE-429B-88F4-4E0E8AB3F440}">
      <dgm:prSet/>
      <dgm:spPr/>
      <dgm:t>
        <a:bodyPr/>
        <a:lstStyle/>
        <a:p>
          <a:endParaRPr lang="es-CO" sz="1400" noProof="0">
            <a:latin typeface="DM Sans" pitchFamily="2" charset="0"/>
          </a:endParaRPr>
        </a:p>
      </dgm:t>
    </dgm:pt>
    <dgm:pt modelId="{23FC63B1-5F56-41D5-AF46-C3A89ABEA845}">
      <dgm:prSet phldrT="[Texto]" custT="1"/>
      <dgm:spPr>
        <a:solidFill>
          <a:schemeClr val="bg2"/>
        </a:solidFill>
      </dgm:spPr>
      <dgm:t>
        <a:bodyPr/>
        <a:lstStyle/>
        <a:p>
          <a:r>
            <a:rPr lang="es-CO" sz="1400" b="0" noProof="0">
              <a:latin typeface="DM Sans" pitchFamily="2" charset="0"/>
            </a:rPr>
            <a:t>RFID e </a:t>
          </a:r>
          <a:r>
            <a:rPr lang="es-CO" sz="1400" b="0" noProof="0" err="1">
              <a:latin typeface="DM Sans" pitchFamily="2" charset="0"/>
            </a:rPr>
            <a:t>IoT</a:t>
          </a:r>
          <a:endParaRPr lang="es-CO" sz="1400" b="0" noProof="0">
            <a:latin typeface="DM Sans" pitchFamily="2" charset="0"/>
          </a:endParaRPr>
        </a:p>
      </dgm:t>
    </dgm:pt>
    <dgm:pt modelId="{86F44E18-9B64-4C7E-9DB6-EB6465699EF9}" type="parTrans" cxnId="{F8FE2FE6-135E-418B-BEB0-5A0356F9334A}">
      <dgm:prSet/>
      <dgm:spPr/>
      <dgm:t>
        <a:bodyPr/>
        <a:lstStyle/>
        <a:p>
          <a:endParaRPr lang="es-CO" sz="1400" noProof="0">
            <a:latin typeface="DM Sans" pitchFamily="2" charset="0"/>
          </a:endParaRPr>
        </a:p>
      </dgm:t>
    </dgm:pt>
    <dgm:pt modelId="{519ED7CB-3F3E-4C63-8D61-E16098F16C65}" type="sibTrans" cxnId="{F8FE2FE6-135E-418B-BEB0-5A0356F9334A}">
      <dgm:prSet/>
      <dgm:spPr/>
      <dgm:t>
        <a:bodyPr/>
        <a:lstStyle/>
        <a:p>
          <a:endParaRPr lang="es-CO" sz="1400" noProof="0">
            <a:latin typeface="DM Sans" pitchFamily="2" charset="0"/>
          </a:endParaRPr>
        </a:p>
      </dgm:t>
    </dgm:pt>
    <dgm:pt modelId="{2B9994B3-309A-4169-8105-00CE1A800167}" type="pres">
      <dgm:prSet presAssocID="{7CD55F08-9AFE-480C-9D3B-DCCF9C8CBE2E}" presName="linear" presStyleCnt="0">
        <dgm:presLayoutVars>
          <dgm:dir/>
          <dgm:resizeHandles val="exact"/>
        </dgm:presLayoutVars>
      </dgm:prSet>
      <dgm:spPr/>
    </dgm:pt>
    <dgm:pt modelId="{E2C47073-AAED-4EF1-BF20-C30BD630ECBD}" type="pres">
      <dgm:prSet presAssocID="{AC61F1B0-BB33-41C8-948A-EA35CCC68000}" presName="comp" presStyleCnt="0"/>
      <dgm:spPr/>
    </dgm:pt>
    <dgm:pt modelId="{2B946FBF-7D34-4C1C-8837-E2BA6050F01F}" type="pres">
      <dgm:prSet presAssocID="{AC61F1B0-BB33-41C8-948A-EA35CCC68000}" presName="box" presStyleLbl="node1" presStyleIdx="0" presStyleCnt="2" custScaleX="97265"/>
      <dgm:spPr/>
    </dgm:pt>
    <dgm:pt modelId="{1AFA95E2-BA94-4DA9-879E-E44A2B0216F9}" type="pres">
      <dgm:prSet presAssocID="{AC61F1B0-BB33-41C8-948A-EA35CCC68000}" presName="img" presStyleLbl="fgImgPlace1" presStyleIdx="0" presStyleCnt="2" custFlipHor="1" custScaleX="48077" custScaleY="17805" custLinFactNeighborX="-17612" custLinFactNeighborY="-238"/>
      <dgm:spPr>
        <a:solidFill>
          <a:schemeClr val="bg2">
            <a:lumMod val="25000"/>
          </a:schemeClr>
        </a:solidFill>
      </dgm:spPr>
    </dgm:pt>
    <dgm:pt modelId="{F24774DB-5589-4640-9DCA-A56C3C346C8B}" type="pres">
      <dgm:prSet presAssocID="{AC61F1B0-BB33-41C8-948A-EA35CCC68000}" presName="text" presStyleLbl="node1" presStyleIdx="0" presStyleCnt="2">
        <dgm:presLayoutVars>
          <dgm:bulletEnabled val="1"/>
        </dgm:presLayoutVars>
      </dgm:prSet>
      <dgm:spPr/>
    </dgm:pt>
    <dgm:pt modelId="{12D5ACF5-12C5-4BBE-93E6-6FDE6102059B}" type="pres">
      <dgm:prSet presAssocID="{61EB44E1-120B-4224-9942-0DE83E03A7E6}" presName="spacer" presStyleCnt="0"/>
      <dgm:spPr/>
    </dgm:pt>
    <dgm:pt modelId="{FFF888E9-83A6-4634-808C-336B134EBF12}" type="pres">
      <dgm:prSet presAssocID="{23FC63B1-5F56-41D5-AF46-C3A89ABEA845}" presName="comp" presStyleCnt="0"/>
      <dgm:spPr/>
    </dgm:pt>
    <dgm:pt modelId="{232B91A3-9F4B-4DDE-AC91-7332AAAB31F5}" type="pres">
      <dgm:prSet presAssocID="{23FC63B1-5F56-41D5-AF46-C3A89ABEA845}" presName="box" presStyleLbl="node1" presStyleIdx="1" presStyleCnt="2" custScaleX="97265" custLinFactNeighborX="228"/>
      <dgm:spPr/>
    </dgm:pt>
    <dgm:pt modelId="{7991747B-D861-40AA-B0C7-019DAE98C304}" type="pres">
      <dgm:prSet presAssocID="{23FC63B1-5F56-41D5-AF46-C3A89ABEA845}" presName="img" presStyleLbl="fgImgPlace1" presStyleIdx="1" presStyleCnt="2" custScaleX="48077" custScaleY="17805" custLinFactNeighborX="-21107" custLinFactNeighborY="-1117"/>
      <dgm:spPr>
        <a:solidFill>
          <a:schemeClr val="bg2">
            <a:lumMod val="25000"/>
          </a:schemeClr>
        </a:solidFill>
      </dgm:spPr>
    </dgm:pt>
    <dgm:pt modelId="{57A937CF-E906-4132-BE38-73CD6E7BE4EB}" type="pres">
      <dgm:prSet presAssocID="{23FC63B1-5F56-41D5-AF46-C3A89ABEA845}" presName="text" presStyleLbl="node1" presStyleIdx="1" presStyleCnt="2">
        <dgm:presLayoutVars>
          <dgm:bulletEnabled val="1"/>
        </dgm:presLayoutVars>
      </dgm:prSet>
      <dgm:spPr/>
    </dgm:pt>
  </dgm:ptLst>
  <dgm:cxnLst>
    <dgm:cxn modelId="{7C08F109-40BD-40A4-8A7A-AB80275E5703}" type="presOf" srcId="{23FC63B1-5F56-41D5-AF46-C3A89ABEA845}" destId="{57A937CF-E906-4132-BE38-73CD6E7BE4EB}" srcOrd="1" destOrd="0" presId="urn:microsoft.com/office/officeart/2005/8/layout/vList4"/>
    <dgm:cxn modelId="{3932E91A-5705-4C05-AC4B-7F516012F749}" type="presOf" srcId="{AC61F1B0-BB33-41C8-948A-EA35CCC68000}" destId="{2B946FBF-7D34-4C1C-8837-E2BA6050F01F}" srcOrd="0" destOrd="0" presId="urn:microsoft.com/office/officeart/2005/8/layout/vList4"/>
    <dgm:cxn modelId="{15A6EA6F-19DE-429B-88F4-4E0E8AB3F440}" srcId="{7CD55F08-9AFE-480C-9D3B-DCCF9C8CBE2E}" destId="{AC61F1B0-BB33-41C8-948A-EA35CCC68000}" srcOrd="0" destOrd="0" parTransId="{C73AD642-85F2-4DE8-ADD9-2FA24DB6C437}" sibTransId="{61EB44E1-120B-4224-9942-0DE83E03A7E6}"/>
    <dgm:cxn modelId="{BBC98698-C1D8-4E30-B448-A90DA1BF537D}" type="presOf" srcId="{23FC63B1-5F56-41D5-AF46-C3A89ABEA845}" destId="{232B91A3-9F4B-4DDE-AC91-7332AAAB31F5}" srcOrd="0" destOrd="0" presId="urn:microsoft.com/office/officeart/2005/8/layout/vList4"/>
    <dgm:cxn modelId="{6229DA9C-3138-4B4E-9DB3-79C948467E26}" type="presOf" srcId="{7CD55F08-9AFE-480C-9D3B-DCCF9C8CBE2E}" destId="{2B9994B3-309A-4169-8105-00CE1A800167}" srcOrd="0" destOrd="0" presId="urn:microsoft.com/office/officeart/2005/8/layout/vList4"/>
    <dgm:cxn modelId="{24505BAC-11B2-4C6B-8792-939EE65AEE88}" type="presOf" srcId="{AC61F1B0-BB33-41C8-948A-EA35CCC68000}" destId="{F24774DB-5589-4640-9DCA-A56C3C346C8B}" srcOrd="1" destOrd="0" presId="urn:microsoft.com/office/officeart/2005/8/layout/vList4"/>
    <dgm:cxn modelId="{F8FE2FE6-135E-418B-BEB0-5A0356F9334A}" srcId="{7CD55F08-9AFE-480C-9D3B-DCCF9C8CBE2E}" destId="{23FC63B1-5F56-41D5-AF46-C3A89ABEA845}" srcOrd="1" destOrd="0" parTransId="{86F44E18-9B64-4C7E-9DB6-EB6465699EF9}" sibTransId="{519ED7CB-3F3E-4C63-8D61-E16098F16C65}"/>
    <dgm:cxn modelId="{6AA3A3D4-186E-4506-B862-C2FCEE3E8DAA}" type="presParOf" srcId="{2B9994B3-309A-4169-8105-00CE1A800167}" destId="{E2C47073-AAED-4EF1-BF20-C30BD630ECBD}" srcOrd="0" destOrd="0" presId="urn:microsoft.com/office/officeart/2005/8/layout/vList4"/>
    <dgm:cxn modelId="{53C615E8-BD5B-45B5-BBCC-81E804FB5F45}" type="presParOf" srcId="{E2C47073-AAED-4EF1-BF20-C30BD630ECBD}" destId="{2B946FBF-7D34-4C1C-8837-E2BA6050F01F}" srcOrd="0" destOrd="0" presId="urn:microsoft.com/office/officeart/2005/8/layout/vList4"/>
    <dgm:cxn modelId="{0E445000-B65E-41AD-80F7-AE04F2EAE0BB}" type="presParOf" srcId="{E2C47073-AAED-4EF1-BF20-C30BD630ECBD}" destId="{1AFA95E2-BA94-4DA9-879E-E44A2B0216F9}" srcOrd="1" destOrd="0" presId="urn:microsoft.com/office/officeart/2005/8/layout/vList4"/>
    <dgm:cxn modelId="{E4115EF0-8C6F-45E8-9DD5-B6206E072EE5}" type="presParOf" srcId="{E2C47073-AAED-4EF1-BF20-C30BD630ECBD}" destId="{F24774DB-5589-4640-9DCA-A56C3C346C8B}" srcOrd="2" destOrd="0" presId="urn:microsoft.com/office/officeart/2005/8/layout/vList4"/>
    <dgm:cxn modelId="{A6BDB8D8-6944-44BD-BB24-5D0AE1E75BC7}" type="presParOf" srcId="{2B9994B3-309A-4169-8105-00CE1A800167}" destId="{12D5ACF5-12C5-4BBE-93E6-6FDE6102059B}" srcOrd="1" destOrd="0" presId="urn:microsoft.com/office/officeart/2005/8/layout/vList4"/>
    <dgm:cxn modelId="{9C0C65E0-3721-4BFA-AFEB-81FB13FE80A1}" type="presParOf" srcId="{2B9994B3-309A-4169-8105-00CE1A800167}" destId="{FFF888E9-83A6-4634-808C-336B134EBF12}" srcOrd="2" destOrd="0" presId="urn:microsoft.com/office/officeart/2005/8/layout/vList4"/>
    <dgm:cxn modelId="{91B46DC3-D01A-409B-A8FA-0FD672D69BAE}" type="presParOf" srcId="{FFF888E9-83A6-4634-808C-336B134EBF12}" destId="{232B91A3-9F4B-4DDE-AC91-7332AAAB31F5}" srcOrd="0" destOrd="0" presId="urn:microsoft.com/office/officeart/2005/8/layout/vList4"/>
    <dgm:cxn modelId="{3B16D1E7-F5CA-49D5-B847-F1AD55F971FF}" type="presParOf" srcId="{FFF888E9-83A6-4634-808C-336B134EBF12}" destId="{7991747B-D861-40AA-B0C7-019DAE98C304}" srcOrd="1" destOrd="0" presId="urn:microsoft.com/office/officeart/2005/8/layout/vList4"/>
    <dgm:cxn modelId="{94D87CFA-EA3B-4044-9803-9870B0B58265}" type="presParOf" srcId="{FFF888E9-83A6-4634-808C-336B134EBF12}" destId="{57A937CF-E906-4132-BE38-73CD6E7BE4EB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CD55F08-9AFE-480C-9D3B-DCCF9C8CBE2E}" type="doc">
      <dgm:prSet loTypeId="urn:microsoft.com/office/officeart/2005/8/layout/vList4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61F1B0-BB33-41C8-948A-EA35CCC68000}">
      <dgm:prSet phldrT="[Texto]" custT="1"/>
      <dgm:spPr>
        <a:solidFill>
          <a:schemeClr val="bg2"/>
        </a:solidFill>
      </dgm:spPr>
      <dgm:t>
        <a:bodyPr/>
        <a:lstStyle/>
        <a:p>
          <a:r>
            <a:rPr lang="es-CO" sz="1400" b="1" noProof="0">
              <a:latin typeface="DM Sans" pitchFamily="2" charset="0"/>
            </a:rPr>
            <a:t>Sistemas </a:t>
          </a:r>
          <a:r>
            <a:rPr lang="es-CO" sz="1400" b="1" noProof="0" err="1">
              <a:latin typeface="DM Sans" pitchFamily="2" charset="0"/>
            </a:rPr>
            <a:t>semi-automatizados</a:t>
          </a:r>
          <a:endParaRPr lang="es-CO" sz="1400" b="1" noProof="0">
            <a:latin typeface="DM Sans" pitchFamily="2" charset="0"/>
          </a:endParaRPr>
        </a:p>
      </dgm:t>
    </dgm:pt>
    <dgm:pt modelId="{C73AD642-85F2-4DE8-ADD9-2FA24DB6C437}" type="parTrans" cxnId="{15A6EA6F-19DE-429B-88F4-4E0E8AB3F440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61EB44E1-120B-4224-9942-0DE83E03A7E6}" type="sibTrans" cxnId="{15A6EA6F-19DE-429B-88F4-4E0E8AB3F440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1B71A48C-8AA3-4CD6-8026-D8EF79D527C5}">
      <dgm:prSet phldrT="[Texto]" custT="1"/>
      <dgm:spPr>
        <a:solidFill>
          <a:schemeClr val="bg2"/>
        </a:solidFill>
      </dgm:spPr>
      <dgm:t>
        <a:bodyPr/>
        <a:lstStyle/>
        <a:p>
          <a:pPr>
            <a:buFont typeface="Arial"/>
            <a:buChar char="•"/>
          </a:pPr>
          <a:r>
            <a:rPr lang="es-CO" sz="1100" noProof="0">
              <a:latin typeface="DM Sans" pitchFamily="2" charset="0"/>
            </a:rPr>
            <a:t>El sistema WIND usa cámara industrial, sensor láser y </a:t>
          </a:r>
          <a:r>
            <a:rPr lang="es-CO" sz="1100" noProof="0" err="1">
              <a:latin typeface="DM Sans" pitchFamily="2" charset="0"/>
            </a:rPr>
            <a:t>encoder</a:t>
          </a:r>
          <a:r>
            <a:rPr lang="es-CO" sz="1100" noProof="0">
              <a:latin typeface="DM Sans" pitchFamily="2" charset="0"/>
            </a:rPr>
            <a:t> en montacargas.</a:t>
          </a:r>
        </a:p>
      </dgm:t>
    </dgm:pt>
    <dgm:pt modelId="{68768345-31BB-4F45-B8B0-F5C56B61AE5C}" type="parTrans" cxnId="{4B362FB3-607E-43A1-A40F-4356D9BCA347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882303CE-EC3E-4610-BC3A-CE35E43A08BF}" type="sibTrans" cxnId="{4B362FB3-607E-43A1-A40F-4356D9BCA347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5876F2C8-0D32-4D53-8B6F-8762B8CA04C9}">
      <dgm:prSet phldrT="[Texto]"/>
      <dgm:spPr>
        <a:solidFill>
          <a:schemeClr val="bg2"/>
        </a:solidFill>
      </dgm:spPr>
      <dgm:t>
        <a:bodyPr/>
        <a:lstStyle/>
        <a:p>
          <a:pPr>
            <a:buFont typeface="Arial"/>
            <a:buChar char="•"/>
          </a:pPr>
          <a:r>
            <a:rPr lang="es-CO" noProof="0">
              <a:latin typeface="DM Sans" pitchFamily="2" charset="0"/>
            </a:rPr>
            <a:t>Propuestas con imágenes </a:t>
          </a:r>
          <a:r>
            <a:rPr lang="es-CO" b="1" noProof="0">
              <a:latin typeface="DM Sans" pitchFamily="2" charset="0"/>
            </a:rPr>
            <a:t>RGB-D</a:t>
          </a:r>
          <a:r>
            <a:rPr lang="es-CO" noProof="0">
              <a:latin typeface="DM Sans" pitchFamily="2" charset="0"/>
            </a:rPr>
            <a:t>, </a:t>
          </a:r>
          <a:r>
            <a:rPr lang="es-CO" noProof="0" err="1">
              <a:latin typeface="DM Sans" pitchFamily="2" charset="0"/>
            </a:rPr>
            <a:t>CycleGAN</a:t>
          </a:r>
          <a:r>
            <a:rPr lang="es-CO" noProof="0">
              <a:latin typeface="DM Sans" pitchFamily="2" charset="0"/>
            </a:rPr>
            <a:t> y </a:t>
          </a:r>
          <a:r>
            <a:rPr lang="es-CO" noProof="0" err="1">
              <a:latin typeface="DM Sans" pitchFamily="2" charset="0"/>
            </a:rPr>
            <a:t>deep</a:t>
          </a:r>
          <a:r>
            <a:rPr lang="es-CO" noProof="0">
              <a:latin typeface="DM Sans" pitchFamily="2" charset="0"/>
            </a:rPr>
            <a:t> </a:t>
          </a:r>
          <a:r>
            <a:rPr lang="es-CO" noProof="0" err="1">
              <a:latin typeface="DM Sans" pitchFamily="2" charset="0"/>
            </a:rPr>
            <a:t>learning</a:t>
          </a:r>
          <a:r>
            <a:rPr lang="es-CO" noProof="0">
              <a:latin typeface="DM Sans" pitchFamily="2" charset="0"/>
            </a:rPr>
            <a:t> para reconocer cajas en pallets. </a:t>
          </a:r>
          <a:r>
            <a:rPr lang="es-CO" i="1" noProof="0">
              <a:latin typeface="DM Sans" pitchFamily="2" charset="0"/>
            </a:rPr>
            <a:t>Muñoz et al., 2024.</a:t>
          </a:r>
        </a:p>
      </dgm:t>
    </dgm:pt>
    <dgm:pt modelId="{8193B6CA-4167-4CAA-B9A9-16CEC0778B46}" type="parTrans" cxnId="{CB002593-F6EF-4F95-9849-56F82B7E4579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995CD7D0-59CD-4FBB-BE2F-24BED0FB6D4A}" type="sibTrans" cxnId="{CB002593-F6EF-4F95-9849-56F82B7E4579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D41CA9D3-BC6B-48DB-AB6A-EA21F25E0D57}">
      <dgm:prSet custT="1"/>
      <dgm:spPr>
        <a:solidFill>
          <a:schemeClr val="bg2"/>
        </a:solidFill>
      </dgm:spPr>
      <dgm:t>
        <a:bodyPr/>
        <a:lstStyle/>
        <a:p>
          <a:r>
            <a:rPr lang="es-CO" sz="1100" noProof="0">
              <a:latin typeface="DM Sans" pitchFamily="2" charset="0"/>
            </a:rPr>
            <a:t>Aumenta el conteo 40% y reduce riesgos en altura, pero aún requiere validación humana. </a:t>
          </a:r>
          <a:r>
            <a:rPr lang="es-CO" sz="1100" i="1" noProof="0" err="1">
              <a:latin typeface="DM Sans" pitchFamily="2" charset="0"/>
            </a:rPr>
            <a:t>Cidal</a:t>
          </a:r>
          <a:r>
            <a:rPr lang="es-CO" sz="1100" i="1" noProof="0">
              <a:latin typeface="DM Sans" pitchFamily="2" charset="0"/>
            </a:rPr>
            <a:t> et al., 2019.</a:t>
          </a:r>
        </a:p>
      </dgm:t>
    </dgm:pt>
    <dgm:pt modelId="{0E7BF42B-BA12-4058-B778-5AB9B06579D8}" type="parTrans" cxnId="{F74FCF5C-9483-4CA9-9031-944A86C4C0AB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C01B3758-DAE1-4270-B9AE-EFAC5F878231}" type="sibTrans" cxnId="{F74FCF5C-9483-4CA9-9031-944A86C4C0AB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0385CAAD-380E-4EB2-BD9C-8589A974C33C}">
      <dgm:prSet/>
      <dgm:spPr>
        <a:solidFill>
          <a:schemeClr val="bg2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Sistemas </a:t>
          </a:r>
          <a:r>
            <a:rPr lang="es-CO" noProof="0" err="1">
              <a:latin typeface="DM Sans" pitchFamily="2" charset="0"/>
            </a:rPr>
            <a:t>retail</a:t>
          </a:r>
          <a:r>
            <a:rPr lang="es-CO" noProof="0">
              <a:latin typeface="DM Sans" pitchFamily="2" charset="0"/>
            </a:rPr>
            <a:t> basados en YOLO alcanzan </a:t>
          </a:r>
          <a:r>
            <a:rPr lang="es-CO" b="1" noProof="0">
              <a:latin typeface="DM Sans" pitchFamily="2" charset="0"/>
            </a:rPr>
            <a:t>&gt;98% precisión</a:t>
          </a:r>
          <a:r>
            <a:rPr lang="es-CO" noProof="0">
              <a:latin typeface="DM Sans" pitchFamily="2" charset="0"/>
            </a:rPr>
            <a:t> detectando productos y huecos. </a:t>
          </a:r>
          <a:r>
            <a:rPr lang="es-CO" i="1" noProof="0">
              <a:latin typeface="DM Sans" pitchFamily="2" charset="0"/>
            </a:rPr>
            <a:t>Liu, 2019.</a:t>
          </a:r>
        </a:p>
      </dgm:t>
    </dgm:pt>
    <dgm:pt modelId="{611116DC-19AA-45BC-BB6D-E6F7DF87CE17}" type="parTrans" cxnId="{7F698889-893F-454B-8A1F-E44770192C52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C6B924ED-8927-4615-B437-7382E88C3DB7}" type="sibTrans" cxnId="{7F698889-893F-454B-8A1F-E44770192C52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23FC63B1-5F56-41D5-AF46-C3A89ABEA845}">
      <dgm:prSet phldrT="[Texto]"/>
      <dgm:spPr>
        <a:solidFill>
          <a:schemeClr val="bg2"/>
        </a:solidFill>
      </dgm:spPr>
      <dgm:t>
        <a:bodyPr/>
        <a:lstStyle/>
        <a:p>
          <a:r>
            <a:rPr lang="es-CO" b="1" noProof="0">
              <a:latin typeface="DM Sans" pitchFamily="2" charset="0"/>
            </a:rPr>
            <a:t>Visión artificial en estantes y pallets</a:t>
          </a:r>
        </a:p>
      </dgm:t>
    </dgm:pt>
    <dgm:pt modelId="{86F44E18-9B64-4C7E-9DB6-EB6465699EF9}" type="parTrans" cxnId="{FF8E50F6-55E2-46B7-AC3D-8C3207EB2724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519ED7CB-3F3E-4C63-8D61-E16098F16C65}" type="sibTrans" cxnId="{FF8E50F6-55E2-46B7-AC3D-8C3207EB2724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2B9994B3-309A-4169-8105-00CE1A800167}" type="pres">
      <dgm:prSet presAssocID="{7CD55F08-9AFE-480C-9D3B-DCCF9C8CBE2E}" presName="linear" presStyleCnt="0">
        <dgm:presLayoutVars>
          <dgm:dir/>
          <dgm:resizeHandles val="exact"/>
        </dgm:presLayoutVars>
      </dgm:prSet>
      <dgm:spPr/>
    </dgm:pt>
    <dgm:pt modelId="{E2C47073-AAED-4EF1-BF20-C30BD630ECBD}" type="pres">
      <dgm:prSet presAssocID="{AC61F1B0-BB33-41C8-948A-EA35CCC68000}" presName="comp" presStyleCnt="0"/>
      <dgm:spPr/>
    </dgm:pt>
    <dgm:pt modelId="{2B946FBF-7D34-4C1C-8837-E2BA6050F01F}" type="pres">
      <dgm:prSet presAssocID="{AC61F1B0-BB33-41C8-948A-EA35CCC68000}" presName="box" presStyleLbl="node1" presStyleIdx="0" presStyleCnt="2"/>
      <dgm:spPr/>
    </dgm:pt>
    <dgm:pt modelId="{1AFA95E2-BA94-4DA9-879E-E44A2B0216F9}" type="pres">
      <dgm:prSet presAssocID="{AC61F1B0-BB33-41C8-948A-EA35CCC68000}" presName="img" presStyleLbl="fgImgPlace1" presStyleIdx="0" presStyleCnt="2" custScaleX="84753" custScaleY="75890"/>
      <dgm:spPr>
        <a:blipFill rotWithShape="1">
          <a:blip xmlns:r="http://schemas.openxmlformats.org/officeDocument/2006/relationships" r:embed="rId1"/>
          <a:srcRect/>
          <a:stretch>
            <a:fillRect t="-2000" b="-2000"/>
          </a:stretch>
        </a:blipFill>
        <a:ln>
          <a:noFill/>
        </a:ln>
      </dgm:spPr>
    </dgm:pt>
    <dgm:pt modelId="{F24774DB-5589-4640-9DCA-A56C3C346C8B}" type="pres">
      <dgm:prSet presAssocID="{AC61F1B0-BB33-41C8-948A-EA35CCC68000}" presName="text" presStyleLbl="node1" presStyleIdx="0" presStyleCnt="2">
        <dgm:presLayoutVars>
          <dgm:bulletEnabled val="1"/>
        </dgm:presLayoutVars>
      </dgm:prSet>
      <dgm:spPr/>
    </dgm:pt>
    <dgm:pt modelId="{12D5ACF5-12C5-4BBE-93E6-6FDE6102059B}" type="pres">
      <dgm:prSet presAssocID="{61EB44E1-120B-4224-9942-0DE83E03A7E6}" presName="spacer" presStyleCnt="0"/>
      <dgm:spPr/>
    </dgm:pt>
    <dgm:pt modelId="{FFF888E9-83A6-4634-808C-336B134EBF12}" type="pres">
      <dgm:prSet presAssocID="{23FC63B1-5F56-41D5-AF46-C3A89ABEA845}" presName="comp" presStyleCnt="0"/>
      <dgm:spPr/>
    </dgm:pt>
    <dgm:pt modelId="{232B91A3-9F4B-4DDE-AC91-7332AAAB31F5}" type="pres">
      <dgm:prSet presAssocID="{23FC63B1-5F56-41D5-AF46-C3A89ABEA845}" presName="box" presStyleLbl="node1" presStyleIdx="1" presStyleCnt="2"/>
      <dgm:spPr/>
    </dgm:pt>
    <dgm:pt modelId="{7991747B-D861-40AA-B0C7-019DAE98C304}" type="pres">
      <dgm:prSet presAssocID="{23FC63B1-5F56-41D5-AF46-C3A89ABEA845}" presName="img" presStyleLbl="fgImgPlace1" presStyleIdx="1" presStyleCnt="2" custScaleX="84753" custScaleY="74018"/>
      <dgm:spPr>
        <a:blipFill rotWithShape="1">
          <a:blip xmlns:r="http://schemas.openxmlformats.org/officeDocument/2006/relationships" r:embed="rId2"/>
          <a:srcRect/>
          <a:stretch>
            <a:fillRect l="-3000" r="-3000"/>
          </a:stretch>
        </a:blipFill>
        <a:ln>
          <a:noFill/>
        </a:ln>
      </dgm:spPr>
    </dgm:pt>
    <dgm:pt modelId="{57A937CF-E906-4132-BE38-73CD6E7BE4EB}" type="pres">
      <dgm:prSet presAssocID="{23FC63B1-5F56-41D5-AF46-C3A89ABEA845}" presName="text" presStyleLbl="node1" presStyleIdx="1" presStyleCnt="2">
        <dgm:presLayoutVars>
          <dgm:bulletEnabled val="1"/>
        </dgm:presLayoutVars>
      </dgm:prSet>
      <dgm:spPr/>
    </dgm:pt>
  </dgm:ptLst>
  <dgm:cxnLst>
    <dgm:cxn modelId="{97982302-45B8-4857-9273-37617892B02F}" type="presOf" srcId="{D41CA9D3-BC6B-48DB-AB6A-EA21F25E0D57}" destId="{F24774DB-5589-4640-9DCA-A56C3C346C8B}" srcOrd="1" destOrd="2" presId="urn:microsoft.com/office/officeart/2005/8/layout/vList4"/>
    <dgm:cxn modelId="{F74FCF5C-9483-4CA9-9031-944A86C4C0AB}" srcId="{AC61F1B0-BB33-41C8-948A-EA35CCC68000}" destId="{D41CA9D3-BC6B-48DB-AB6A-EA21F25E0D57}" srcOrd="1" destOrd="0" parTransId="{0E7BF42B-BA12-4058-B778-5AB9B06579D8}" sibTransId="{C01B3758-DAE1-4270-B9AE-EFAC5F878231}"/>
    <dgm:cxn modelId="{5760195F-B817-4998-88EC-5C22B64A6C41}" type="presOf" srcId="{D41CA9D3-BC6B-48DB-AB6A-EA21F25E0D57}" destId="{2B946FBF-7D34-4C1C-8837-E2BA6050F01F}" srcOrd="0" destOrd="2" presId="urn:microsoft.com/office/officeart/2005/8/layout/vList4"/>
    <dgm:cxn modelId="{DC32F944-B7D3-4A21-B3AF-27080CFDB84E}" type="presOf" srcId="{AC61F1B0-BB33-41C8-948A-EA35CCC68000}" destId="{2B946FBF-7D34-4C1C-8837-E2BA6050F01F}" srcOrd="0" destOrd="0" presId="urn:microsoft.com/office/officeart/2005/8/layout/vList4"/>
    <dgm:cxn modelId="{32F79B65-10B5-45F8-AE0D-4B8412AAF771}" type="presOf" srcId="{0385CAAD-380E-4EB2-BD9C-8589A974C33C}" destId="{232B91A3-9F4B-4DDE-AC91-7332AAAB31F5}" srcOrd="0" destOrd="2" presId="urn:microsoft.com/office/officeart/2005/8/layout/vList4"/>
    <dgm:cxn modelId="{15A6EA6F-19DE-429B-88F4-4E0E8AB3F440}" srcId="{7CD55F08-9AFE-480C-9D3B-DCCF9C8CBE2E}" destId="{AC61F1B0-BB33-41C8-948A-EA35CCC68000}" srcOrd="0" destOrd="0" parTransId="{C73AD642-85F2-4DE8-ADD9-2FA24DB6C437}" sibTransId="{61EB44E1-120B-4224-9942-0DE83E03A7E6}"/>
    <dgm:cxn modelId="{DD805455-EDE3-4727-98B1-FF4C3454D049}" type="presOf" srcId="{5876F2C8-0D32-4D53-8B6F-8762B8CA04C9}" destId="{57A937CF-E906-4132-BE38-73CD6E7BE4EB}" srcOrd="1" destOrd="1" presId="urn:microsoft.com/office/officeart/2005/8/layout/vList4"/>
    <dgm:cxn modelId="{3AD03A7B-2834-4371-8CA4-023D0ACAB9D0}" type="presOf" srcId="{5876F2C8-0D32-4D53-8B6F-8762B8CA04C9}" destId="{232B91A3-9F4B-4DDE-AC91-7332AAAB31F5}" srcOrd="0" destOrd="1" presId="urn:microsoft.com/office/officeart/2005/8/layout/vList4"/>
    <dgm:cxn modelId="{7F698889-893F-454B-8A1F-E44770192C52}" srcId="{23FC63B1-5F56-41D5-AF46-C3A89ABEA845}" destId="{0385CAAD-380E-4EB2-BD9C-8589A974C33C}" srcOrd="1" destOrd="0" parTransId="{611116DC-19AA-45BC-BB6D-E6F7DF87CE17}" sibTransId="{C6B924ED-8927-4615-B437-7382E88C3DB7}"/>
    <dgm:cxn modelId="{76B5A589-0864-41B5-9DDB-ED2039D93A25}" type="presOf" srcId="{23FC63B1-5F56-41D5-AF46-C3A89ABEA845}" destId="{232B91A3-9F4B-4DDE-AC91-7332AAAB31F5}" srcOrd="0" destOrd="0" presId="urn:microsoft.com/office/officeart/2005/8/layout/vList4"/>
    <dgm:cxn modelId="{CB002593-F6EF-4F95-9849-56F82B7E4579}" srcId="{23FC63B1-5F56-41D5-AF46-C3A89ABEA845}" destId="{5876F2C8-0D32-4D53-8B6F-8762B8CA04C9}" srcOrd="0" destOrd="0" parTransId="{8193B6CA-4167-4CAA-B9A9-16CEC0778B46}" sibTransId="{995CD7D0-59CD-4FBB-BE2F-24BED0FB6D4A}"/>
    <dgm:cxn modelId="{2CEFA597-EB13-4775-B4D0-1D261CD9D80C}" type="presOf" srcId="{1B71A48C-8AA3-4CD6-8026-D8EF79D527C5}" destId="{F24774DB-5589-4640-9DCA-A56C3C346C8B}" srcOrd="1" destOrd="1" presId="urn:microsoft.com/office/officeart/2005/8/layout/vList4"/>
    <dgm:cxn modelId="{6229DA9C-3138-4B4E-9DB3-79C948467E26}" type="presOf" srcId="{7CD55F08-9AFE-480C-9D3B-DCCF9C8CBE2E}" destId="{2B9994B3-309A-4169-8105-00CE1A800167}" srcOrd="0" destOrd="0" presId="urn:microsoft.com/office/officeart/2005/8/layout/vList4"/>
    <dgm:cxn modelId="{B6C9C3A1-B29C-4FBB-AF51-9DB666DB1910}" type="presOf" srcId="{AC61F1B0-BB33-41C8-948A-EA35CCC68000}" destId="{F24774DB-5589-4640-9DCA-A56C3C346C8B}" srcOrd="1" destOrd="0" presId="urn:microsoft.com/office/officeart/2005/8/layout/vList4"/>
    <dgm:cxn modelId="{F2F78DA5-5206-44BD-88F6-E34CCB857361}" type="presOf" srcId="{1B71A48C-8AA3-4CD6-8026-D8EF79D527C5}" destId="{2B946FBF-7D34-4C1C-8837-E2BA6050F01F}" srcOrd="0" destOrd="1" presId="urn:microsoft.com/office/officeart/2005/8/layout/vList4"/>
    <dgm:cxn modelId="{4B362FB3-607E-43A1-A40F-4356D9BCA347}" srcId="{AC61F1B0-BB33-41C8-948A-EA35CCC68000}" destId="{1B71A48C-8AA3-4CD6-8026-D8EF79D527C5}" srcOrd="0" destOrd="0" parTransId="{68768345-31BB-4F45-B8B0-F5C56B61AE5C}" sibTransId="{882303CE-EC3E-4610-BC3A-CE35E43A08BF}"/>
    <dgm:cxn modelId="{C0E194D3-CDC3-42D6-AA91-609529DA242F}" type="presOf" srcId="{0385CAAD-380E-4EB2-BD9C-8589A974C33C}" destId="{57A937CF-E906-4132-BE38-73CD6E7BE4EB}" srcOrd="1" destOrd="2" presId="urn:microsoft.com/office/officeart/2005/8/layout/vList4"/>
    <dgm:cxn modelId="{FF8E50F6-55E2-46B7-AC3D-8C3207EB2724}" srcId="{7CD55F08-9AFE-480C-9D3B-DCCF9C8CBE2E}" destId="{23FC63B1-5F56-41D5-AF46-C3A89ABEA845}" srcOrd="1" destOrd="0" parTransId="{86F44E18-9B64-4C7E-9DB6-EB6465699EF9}" sibTransId="{519ED7CB-3F3E-4C63-8D61-E16098F16C65}"/>
    <dgm:cxn modelId="{E293ADF8-7AE1-42BE-82D7-3CDBDB0FFA8B}" type="presOf" srcId="{23FC63B1-5F56-41D5-AF46-C3A89ABEA845}" destId="{57A937CF-E906-4132-BE38-73CD6E7BE4EB}" srcOrd="1" destOrd="0" presId="urn:microsoft.com/office/officeart/2005/8/layout/vList4"/>
    <dgm:cxn modelId="{09FA9891-8E29-4499-9931-2B14675DA361}" type="presParOf" srcId="{2B9994B3-309A-4169-8105-00CE1A800167}" destId="{E2C47073-AAED-4EF1-BF20-C30BD630ECBD}" srcOrd="0" destOrd="0" presId="urn:microsoft.com/office/officeart/2005/8/layout/vList4"/>
    <dgm:cxn modelId="{4CDC01DF-3A2E-423F-A63B-41D5789AF3DB}" type="presParOf" srcId="{E2C47073-AAED-4EF1-BF20-C30BD630ECBD}" destId="{2B946FBF-7D34-4C1C-8837-E2BA6050F01F}" srcOrd="0" destOrd="0" presId="urn:microsoft.com/office/officeart/2005/8/layout/vList4"/>
    <dgm:cxn modelId="{18EF367B-337C-4C58-BD3F-7A8A9E298B49}" type="presParOf" srcId="{E2C47073-AAED-4EF1-BF20-C30BD630ECBD}" destId="{1AFA95E2-BA94-4DA9-879E-E44A2B0216F9}" srcOrd="1" destOrd="0" presId="urn:microsoft.com/office/officeart/2005/8/layout/vList4"/>
    <dgm:cxn modelId="{83B4FA0B-7CE5-4858-89FB-DB1CDD0ABF81}" type="presParOf" srcId="{E2C47073-AAED-4EF1-BF20-C30BD630ECBD}" destId="{F24774DB-5589-4640-9DCA-A56C3C346C8B}" srcOrd="2" destOrd="0" presId="urn:microsoft.com/office/officeart/2005/8/layout/vList4"/>
    <dgm:cxn modelId="{359A65C6-0884-4B78-A63E-E7242C288A95}" type="presParOf" srcId="{2B9994B3-309A-4169-8105-00CE1A800167}" destId="{12D5ACF5-12C5-4BBE-93E6-6FDE6102059B}" srcOrd="1" destOrd="0" presId="urn:microsoft.com/office/officeart/2005/8/layout/vList4"/>
    <dgm:cxn modelId="{3CAFD44D-3DDC-4A6F-9861-1DA304AE7ABB}" type="presParOf" srcId="{2B9994B3-309A-4169-8105-00CE1A800167}" destId="{FFF888E9-83A6-4634-808C-336B134EBF12}" srcOrd="2" destOrd="0" presId="urn:microsoft.com/office/officeart/2005/8/layout/vList4"/>
    <dgm:cxn modelId="{4E89C0E5-24A8-4FB5-941C-31403B5A3937}" type="presParOf" srcId="{FFF888E9-83A6-4634-808C-336B134EBF12}" destId="{232B91A3-9F4B-4DDE-AC91-7332AAAB31F5}" srcOrd="0" destOrd="0" presId="urn:microsoft.com/office/officeart/2005/8/layout/vList4"/>
    <dgm:cxn modelId="{A2D06E6E-F7A8-467D-930C-A75D1819B8C9}" type="presParOf" srcId="{FFF888E9-83A6-4634-808C-336B134EBF12}" destId="{7991747B-D861-40AA-B0C7-019DAE98C304}" srcOrd="1" destOrd="0" presId="urn:microsoft.com/office/officeart/2005/8/layout/vList4"/>
    <dgm:cxn modelId="{2A25A628-450B-4888-A437-27A8EDD707D3}" type="presParOf" srcId="{FFF888E9-83A6-4634-808C-336B134EBF12}" destId="{57A937CF-E906-4132-BE38-73CD6E7BE4EB}" srcOrd="2" destOrd="0" presId="urn:microsoft.com/office/officeart/2005/8/layout/vList4"/>
  </dgm:cxnLst>
  <dgm:bg>
    <a:noFill/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CD55F08-9AFE-480C-9D3B-DCCF9C8CBE2E}" type="doc">
      <dgm:prSet loTypeId="urn:microsoft.com/office/officeart/2005/8/layout/vList4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61F1B0-BB33-41C8-948A-EA35CCC68000}">
      <dgm:prSet phldrT="[Texto]"/>
      <dgm:spPr>
        <a:solidFill>
          <a:schemeClr val="bg2"/>
        </a:solidFill>
      </dgm:spPr>
      <dgm:t>
        <a:bodyPr/>
        <a:lstStyle/>
        <a:p>
          <a:r>
            <a:rPr lang="es-CO" b="1" noProof="0">
              <a:latin typeface="DM Sans" pitchFamily="2" charset="0"/>
            </a:rPr>
            <a:t>Robots móviles autónomos (AMR/AGV)</a:t>
          </a:r>
        </a:p>
      </dgm:t>
    </dgm:pt>
    <dgm:pt modelId="{C73AD642-85F2-4DE8-ADD9-2FA24DB6C437}" type="parTrans" cxnId="{15A6EA6F-19DE-429B-88F4-4E0E8AB3F440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61EB44E1-120B-4224-9942-0DE83E03A7E6}" type="sibTrans" cxnId="{15A6EA6F-19DE-429B-88F4-4E0E8AB3F440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23FC63B1-5F56-41D5-AF46-C3A89ABEA845}">
      <dgm:prSet phldrT="[Texto]"/>
      <dgm:spPr>
        <a:solidFill>
          <a:schemeClr val="bg2"/>
        </a:solidFill>
      </dgm:spPr>
      <dgm:t>
        <a:bodyPr/>
        <a:lstStyle/>
        <a:p>
          <a:r>
            <a:rPr lang="es-CO" b="1" noProof="0">
              <a:latin typeface="DM Sans" pitchFamily="2" charset="0"/>
            </a:rPr>
            <a:t>RFID e </a:t>
          </a:r>
          <a:r>
            <a:rPr lang="es-CO" b="1" noProof="0" err="1">
              <a:latin typeface="DM Sans" pitchFamily="2" charset="0"/>
            </a:rPr>
            <a:t>IoT</a:t>
          </a:r>
          <a:endParaRPr lang="es-CO" b="1" noProof="0">
            <a:latin typeface="DM Sans" pitchFamily="2" charset="0"/>
          </a:endParaRPr>
        </a:p>
      </dgm:t>
    </dgm:pt>
    <dgm:pt modelId="{86F44E18-9B64-4C7E-9DB6-EB6465699EF9}" type="parTrans" cxnId="{F8FE2FE6-135E-418B-BEB0-5A0356F9334A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519ED7CB-3F3E-4C63-8D61-E16098F16C65}" type="sibTrans" cxnId="{F8FE2FE6-135E-418B-BEB0-5A0356F9334A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5876F2C8-0D32-4D53-8B6F-8762B8CA04C9}">
      <dgm:prSet phldrT="[Texto]"/>
      <dgm:spPr>
        <a:solidFill>
          <a:schemeClr val="bg2"/>
        </a:solidFill>
      </dgm:spPr>
      <dgm:t>
        <a:bodyPr/>
        <a:lstStyle/>
        <a:p>
          <a:pPr>
            <a:buFont typeface="Arial"/>
            <a:buChar char="•"/>
          </a:pPr>
          <a:r>
            <a:rPr lang="es-CO" noProof="0">
              <a:latin typeface="DM Sans" pitchFamily="2" charset="0"/>
            </a:rPr>
            <a:t>Sistemas RFID conectados a WMS logran </a:t>
          </a:r>
          <a:r>
            <a:rPr lang="es-CO" b="1" noProof="0">
              <a:latin typeface="DM Sans" pitchFamily="2" charset="0"/>
            </a:rPr>
            <a:t>97% de exactitud</a:t>
          </a:r>
          <a:r>
            <a:rPr lang="es-CO" noProof="0">
              <a:latin typeface="DM Sans" pitchFamily="2" charset="0"/>
            </a:rPr>
            <a:t> y reducen </a:t>
          </a:r>
          <a:r>
            <a:rPr lang="es-CO" b="1" noProof="0">
              <a:latin typeface="DM Sans" pitchFamily="2" charset="0"/>
            </a:rPr>
            <a:t>80% del tiempo</a:t>
          </a:r>
          <a:r>
            <a:rPr lang="es-CO" noProof="0">
              <a:latin typeface="DM Sans" pitchFamily="2" charset="0"/>
            </a:rPr>
            <a:t> de inventario.</a:t>
          </a:r>
        </a:p>
      </dgm:t>
    </dgm:pt>
    <dgm:pt modelId="{8193B6CA-4167-4CAA-B9A9-16CEC0778B46}" type="parTrans" cxnId="{CB002593-F6EF-4F95-9849-56F82B7E4579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995CD7D0-59CD-4FBB-BE2F-24BED0FB6D4A}" type="sibTrans" cxnId="{CB002593-F6EF-4F95-9849-56F82B7E4579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D41CA9D3-BC6B-48DB-AB6A-EA21F25E0D57}">
      <dgm:prSet/>
      <dgm:spPr>
        <a:solidFill>
          <a:schemeClr val="bg2"/>
        </a:solidFill>
      </dgm:spPr>
      <dgm:t>
        <a:bodyPr/>
        <a:lstStyle/>
        <a:p>
          <a:pPr>
            <a:buFont typeface="Arial"/>
            <a:buChar char="•"/>
          </a:pPr>
          <a:r>
            <a:rPr lang="es-CO" noProof="0">
              <a:latin typeface="DM Sans" pitchFamily="2" charset="0"/>
            </a:rPr>
            <a:t>Navegación con </a:t>
          </a:r>
          <a:r>
            <a:rPr lang="es-CO" noProof="0" err="1">
              <a:latin typeface="DM Sans" pitchFamily="2" charset="0"/>
            </a:rPr>
            <a:t>odometría</a:t>
          </a:r>
          <a:r>
            <a:rPr lang="es-CO" noProof="0">
              <a:latin typeface="DM Sans" pitchFamily="2" charset="0"/>
            </a:rPr>
            <a:t>, IMU, </a:t>
          </a:r>
          <a:r>
            <a:rPr lang="es-CO" noProof="0" err="1">
              <a:latin typeface="DM Sans" pitchFamily="2" charset="0"/>
            </a:rPr>
            <a:t>LiDAR</a:t>
          </a:r>
          <a:r>
            <a:rPr lang="es-CO" noProof="0">
              <a:latin typeface="DM Sans" pitchFamily="2" charset="0"/>
            </a:rPr>
            <a:t>, EKF y </a:t>
          </a:r>
          <a:r>
            <a:rPr lang="es-CO" b="1" noProof="0">
              <a:latin typeface="DM Sans" pitchFamily="2" charset="0"/>
            </a:rPr>
            <a:t>AMCL</a:t>
          </a:r>
          <a:r>
            <a:rPr lang="es-CO" noProof="0">
              <a:latin typeface="DM Sans" pitchFamily="2" charset="0"/>
            </a:rPr>
            <a:t> sobre ROS.</a:t>
          </a:r>
        </a:p>
      </dgm:t>
    </dgm:pt>
    <dgm:pt modelId="{0E7BF42B-BA12-4058-B778-5AB9B06579D8}" type="parTrans" cxnId="{3BBDFC85-2093-49EC-BB7A-BFA14FD30F1F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C01B3758-DAE1-4270-B9AE-EFAC5F878231}" type="sibTrans" cxnId="{3BBDFC85-2093-49EC-BB7A-BFA14FD30F1F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9BDC7816-9606-4CA7-B19D-29C0F725CE08}">
      <dgm:prSet/>
      <dgm:spPr/>
      <dgm:t>
        <a:bodyPr/>
        <a:lstStyle/>
        <a:p>
          <a:pPr>
            <a:buFont typeface="Arial"/>
            <a:buChar char="•"/>
          </a:pPr>
          <a:r>
            <a:rPr lang="es-CO" noProof="0" err="1">
              <a:latin typeface="DM Sans" pitchFamily="2" charset="0"/>
            </a:rPr>
            <a:t>IoT</a:t>
          </a:r>
          <a:r>
            <a:rPr lang="es-CO" noProof="0">
              <a:latin typeface="DM Sans" pitchFamily="2" charset="0"/>
            </a:rPr>
            <a:t> facilita la sincronización en tiempo real y trazabilidad total. </a:t>
          </a:r>
          <a:r>
            <a:rPr lang="es-CO" b="0" i="1" noProof="0" err="1">
              <a:latin typeface="DM Sans" pitchFamily="2" charset="0"/>
            </a:rPr>
            <a:t>Pitaloka</a:t>
          </a:r>
          <a:r>
            <a:rPr lang="es-CO" b="0" i="1" noProof="0">
              <a:latin typeface="DM Sans" pitchFamily="2" charset="0"/>
            </a:rPr>
            <a:t> et al., 2025.</a:t>
          </a:r>
        </a:p>
      </dgm:t>
    </dgm:pt>
    <dgm:pt modelId="{D917E855-C00B-4CEB-8DF2-EDA2ED7FEE41}" type="parTrans" cxnId="{66EA02A6-930E-45FB-B6D7-7AFF9D59AA3E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79C79F72-27EA-42BF-A284-5B84D2A45602}" type="sibTrans" cxnId="{66EA02A6-930E-45FB-B6D7-7AFF9D59AA3E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F7796A55-3A22-40B3-8D9F-7691AE16DF72}">
      <dgm:prSet/>
      <dgm:spPr>
        <a:solidFill>
          <a:schemeClr val="bg2"/>
        </a:solidFill>
      </dgm:spPr>
      <dgm:t>
        <a:bodyPr/>
        <a:lstStyle/>
        <a:p>
          <a:pPr>
            <a:buFont typeface="Arial"/>
            <a:buChar char="•"/>
          </a:pPr>
          <a:r>
            <a:rPr lang="es-CO" noProof="0">
              <a:latin typeface="DM Sans" pitchFamily="2" charset="0"/>
            </a:rPr>
            <a:t>Probados en plantas automotrices manteniendo errores de localización muy bajos. </a:t>
          </a:r>
          <a:r>
            <a:rPr lang="es-CO" i="1" noProof="0" err="1">
              <a:latin typeface="DM Sans" pitchFamily="2" charset="0"/>
            </a:rPr>
            <a:t>Savci</a:t>
          </a:r>
          <a:r>
            <a:rPr lang="es-CO" i="1" noProof="0">
              <a:latin typeface="DM Sans" pitchFamily="2" charset="0"/>
            </a:rPr>
            <a:t> et al., 2022.</a:t>
          </a:r>
        </a:p>
      </dgm:t>
    </dgm:pt>
    <dgm:pt modelId="{B8BCD659-FB9F-46D4-8B8B-9CF1D43A669C}" type="parTrans" cxnId="{E77A10CD-2305-4A3D-827E-630B8007BDE8}">
      <dgm:prSet/>
      <dgm:spPr/>
      <dgm:t>
        <a:bodyPr/>
        <a:lstStyle/>
        <a:p>
          <a:endParaRPr lang="es-CO"/>
        </a:p>
      </dgm:t>
    </dgm:pt>
    <dgm:pt modelId="{9489BB4D-BCFB-4374-B58A-B830413F63E1}" type="sibTrans" cxnId="{E77A10CD-2305-4A3D-827E-630B8007BDE8}">
      <dgm:prSet/>
      <dgm:spPr/>
      <dgm:t>
        <a:bodyPr/>
        <a:lstStyle/>
        <a:p>
          <a:endParaRPr lang="es-CO"/>
        </a:p>
      </dgm:t>
    </dgm:pt>
    <dgm:pt modelId="{2B9994B3-309A-4169-8105-00CE1A800167}" type="pres">
      <dgm:prSet presAssocID="{7CD55F08-9AFE-480C-9D3B-DCCF9C8CBE2E}" presName="linear" presStyleCnt="0">
        <dgm:presLayoutVars>
          <dgm:dir/>
          <dgm:resizeHandles val="exact"/>
        </dgm:presLayoutVars>
      </dgm:prSet>
      <dgm:spPr/>
    </dgm:pt>
    <dgm:pt modelId="{E2C47073-AAED-4EF1-BF20-C30BD630ECBD}" type="pres">
      <dgm:prSet presAssocID="{AC61F1B0-BB33-41C8-948A-EA35CCC68000}" presName="comp" presStyleCnt="0"/>
      <dgm:spPr/>
    </dgm:pt>
    <dgm:pt modelId="{2B946FBF-7D34-4C1C-8837-E2BA6050F01F}" type="pres">
      <dgm:prSet presAssocID="{AC61F1B0-BB33-41C8-948A-EA35CCC68000}" presName="box" presStyleLbl="node1" presStyleIdx="0" presStyleCnt="2"/>
      <dgm:spPr/>
    </dgm:pt>
    <dgm:pt modelId="{1AFA95E2-BA94-4DA9-879E-E44A2B0216F9}" type="pres">
      <dgm:prSet presAssocID="{AC61F1B0-BB33-41C8-948A-EA35CCC68000}" presName="img" presStyleLbl="fgImgPlace1" presStyleIdx="0" presStyleCnt="2" custScaleX="64666" custScaleY="72343"/>
      <dgm:spPr>
        <a:blipFill rotWithShape="1">
          <a:blip xmlns:r="http://schemas.openxmlformats.org/officeDocument/2006/relationships" r:embed="rId1"/>
          <a:srcRect/>
          <a:stretch>
            <a:fillRect l="-4000" r="-4000"/>
          </a:stretch>
        </a:blipFill>
        <a:ln>
          <a:noFill/>
        </a:ln>
      </dgm:spPr>
    </dgm:pt>
    <dgm:pt modelId="{F24774DB-5589-4640-9DCA-A56C3C346C8B}" type="pres">
      <dgm:prSet presAssocID="{AC61F1B0-BB33-41C8-948A-EA35CCC68000}" presName="text" presStyleLbl="node1" presStyleIdx="0" presStyleCnt="2">
        <dgm:presLayoutVars>
          <dgm:bulletEnabled val="1"/>
        </dgm:presLayoutVars>
      </dgm:prSet>
      <dgm:spPr/>
    </dgm:pt>
    <dgm:pt modelId="{12D5ACF5-12C5-4BBE-93E6-6FDE6102059B}" type="pres">
      <dgm:prSet presAssocID="{61EB44E1-120B-4224-9942-0DE83E03A7E6}" presName="spacer" presStyleCnt="0"/>
      <dgm:spPr/>
    </dgm:pt>
    <dgm:pt modelId="{FFF888E9-83A6-4634-808C-336B134EBF12}" type="pres">
      <dgm:prSet presAssocID="{23FC63B1-5F56-41D5-AF46-C3A89ABEA845}" presName="comp" presStyleCnt="0"/>
      <dgm:spPr/>
    </dgm:pt>
    <dgm:pt modelId="{232B91A3-9F4B-4DDE-AC91-7332AAAB31F5}" type="pres">
      <dgm:prSet presAssocID="{23FC63B1-5F56-41D5-AF46-C3A89ABEA845}" presName="box" presStyleLbl="node1" presStyleIdx="1" presStyleCnt="2" custLinFactNeighborX="228"/>
      <dgm:spPr/>
    </dgm:pt>
    <dgm:pt modelId="{7991747B-D861-40AA-B0C7-019DAE98C304}" type="pres">
      <dgm:prSet presAssocID="{23FC63B1-5F56-41D5-AF46-C3A89ABEA845}" presName="img" presStyleLbl="fgImgPlace1" presStyleIdx="1" presStyleCnt="2" custScaleX="62766" custScaleY="68697"/>
      <dgm:spPr>
        <a:blipFill rotWithShape="1">
          <a:blip xmlns:r="http://schemas.openxmlformats.org/officeDocument/2006/relationships" r:embed="rId2"/>
          <a:srcRect/>
          <a:stretch>
            <a:fillRect l="-9000" r="-9000"/>
          </a:stretch>
        </a:blipFill>
        <a:ln>
          <a:noFill/>
        </a:ln>
      </dgm:spPr>
    </dgm:pt>
    <dgm:pt modelId="{57A937CF-E906-4132-BE38-73CD6E7BE4EB}" type="pres">
      <dgm:prSet presAssocID="{23FC63B1-5F56-41D5-AF46-C3A89ABEA845}" presName="text" presStyleLbl="node1" presStyleIdx="1" presStyleCnt="2">
        <dgm:presLayoutVars>
          <dgm:bulletEnabled val="1"/>
        </dgm:presLayoutVars>
      </dgm:prSet>
      <dgm:spPr/>
    </dgm:pt>
  </dgm:ptLst>
  <dgm:cxnLst>
    <dgm:cxn modelId="{D7D11B0D-C343-4CA1-89E1-3BD581979FF0}" type="presOf" srcId="{AC61F1B0-BB33-41C8-948A-EA35CCC68000}" destId="{F24774DB-5589-4640-9DCA-A56C3C346C8B}" srcOrd="1" destOrd="0" presId="urn:microsoft.com/office/officeart/2005/8/layout/vList4"/>
    <dgm:cxn modelId="{939EC326-BAC7-49F6-A0E4-93459B93D215}" type="presOf" srcId="{F7796A55-3A22-40B3-8D9F-7691AE16DF72}" destId="{2B946FBF-7D34-4C1C-8837-E2BA6050F01F}" srcOrd="0" destOrd="2" presId="urn:microsoft.com/office/officeart/2005/8/layout/vList4"/>
    <dgm:cxn modelId="{3EE5FF30-46F1-4EEA-AC88-3016DCB91926}" type="presOf" srcId="{AC61F1B0-BB33-41C8-948A-EA35CCC68000}" destId="{2B946FBF-7D34-4C1C-8837-E2BA6050F01F}" srcOrd="0" destOrd="0" presId="urn:microsoft.com/office/officeart/2005/8/layout/vList4"/>
    <dgm:cxn modelId="{11A23140-45E4-404E-93BA-5E9624CF5335}" type="presOf" srcId="{9BDC7816-9606-4CA7-B19D-29C0F725CE08}" destId="{57A937CF-E906-4132-BE38-73CD6E7BE4EB}" srcOrd="1" destOrd="2" presId="urn:microsoft.com/office/officeart/2005/8/layout/vList4"/>
    <dgm:cxn modelId="{5A207E43-E395-4259-9F42-AC31FD240B69}" type="presOf" srcId="{F7796A55-3A22-40B3-8D9F-7691AE16DF72}" destId="{F24774DB-5589-4640-9DCA-A56C3C346C8B}" srcOrd="1" destOrd="2" presId="urn:microsoft.com/office/officeart/2005/8/layout/vList4"/>
    <dgm:cxn modelId="{FACE1069-49E2-4E5A-813C-03219CD30ECF}" type="presOf" srcId="{5876F2C8-0D32-4D53-8B6F-8762B8CA04C9}" destId="{57A937CF-E906-4132-BE38-73CD6E7BE4EB}" srcOrd="1" destOrd="1" presId="urn:microsoft.com/office/officeart/2005/8/layout/vList4"/>
    <dgm:cxn modelId="{15A6EA6F-19DE-429B-88F4-4E0E8AB3F440}" srcId="{7CD55F08-9AFE-480C-9D3B-DCCF9C8CBE2E}" destId="{AC61F1B0-BB33-41C8-948A-EA35CCC68000}" srcOrd="0" destOrd="0" parTransId="{C73AD642-85F2-4DE8-ADD9-2FA24DB6C437}" sibTransId="{61EB44E1-120B-4224-9942-0DE83E03A7E6}"/>
    <dgm:cxn modelId="{0ADE7373-2034-4BBA-9729-55CDE85BA267}" type="presOf" srcId="{23FC63B1-5F56-41D5-AF46-C3A89ABEA845}" destId="{57A937CF-E906-4132-BE38-73CD6E7BE4EB}" srcOrd="1" destOrd="0" presId="urn:microsoft.com/office/officeart/2005/8/layout/vList4"/>
    <dgm:cxn modelId="{4FD14C83-5095-4CC3-A987-26B8790715A3}" type="presOf" srcId="{5876F2C8-0D32-4D53-8B6F-8762B8CA04C9}" destId="{232B91A3-9F4B-4DDE-AC91-7332AAAB31F5}" srcOrd="0" destOrd="1" presId="urn:microsoft.com/office/officeart/2005/8/layout/vList4"/>
    <dgm:cxn modelId="{3BBDFC85-2093-49EC-BB7A-BFA14FD30F1F}" srcId="{AC61F1B0-BB33-41C8-948A-EA35CCC68000}" destId="{D41CA9D3-BC6B-48DB-AB6A-EA21F25E0D57}" srcOrd="0" destOrd="0" parTransId="{0E7BF42B-BA12-4058-B778-5AB9B06579D8}" sibTransId="{C01B3758-DAE1-4270-B9AE-EFAC5F878231}"/>
    <dgm:cxn modelId="{CB002593-F6EF-4F95-9849-56F82B7E4579}" srcId="{23FC63B1-5F56-41D5-AF46-C3A89ABEA845}" destId="{5876F2C8-0D32-4D53-8B6F-8762B8CA04C9}" srcOrd="0" destOrd="0" parTransId="{8193B6CA-4167-4CAA-B9A9-16CEC0778B46}" sibTransId="{995CD7D0-59CD-4FBB-BE2F-24BED0FB6D4A}"/>
    <dgm:cxn modelId="{6229DA9C-3138-4B4E-9DB3-79C948467E26}" type="presOf" srcId="{7CD55F08-9AFE-480C-9D3B-DCCF9C8CBE2E}" destId="{2B9994B3-309A-4169-8105-00CE1A800167}" srcOrd="0" destOrd="0" presId="urn:microsoft.com/office/officeart/2005/8/layout/vList4"/>
    <dgm:cxn modelId="{AC395F9F-869F-41F6-BF41-76F8837A8D44}" type="presOf" srcId="{9BDC7816-9606-4CA7-B19D-29C0F725CE08}" destId="{232B91A3-9F4B-4DDE-AC91-7332AAAB31F5}" srcOrd="0" destOrd="2" presId="urn:microsoft.com/office/officeart/2005/8/layout/vList4"/>
    <dgm:cxn modelId="{66EA02A6-930E-45FB-B6D7-7AFF9D59AA3E}" srcId="{23FC63B1-5F56-41D5-AF46-C3A89ABEA845}" destId="{9BDC7816-9606-4CA7-B19D-29C0F725CE08}" srcOrd="1" destOrd="0" parTransId="{D917E855-C00B-4CEB-8DF2-EDA2ED7FEE41}" sibTransId="{79C79F72-27EA-42BF-A284-5B84D2A45602}"/>
    <dgm:cxn modelId="{8327A9B3-8653-45F4-B8EB-29B69DDAE958}" type="presOf" srcId="{D41CA9D3-BC6B-48DB-AB6A-EA21F25E0D57}" destId="{2B946FBF-7D34-4C1C-8837-E2BA6050F01F}" srcOrd="0" destOrd="1" presId="urn:microsoft.com/office/officeart/2005/8/layout/vList4"/>
    <dgm:cxn modelId="{E77A10CD-2305-4A3D-827E-630B8007BDE8}" srcId="{AC61F1B0-BB33-41C8-948A-EA35CCC68000}" destId="{F7796A55-3A22-40B3-8D9F-7691AE16DF72}" srcOrd="1" destOrd="0" parTransId="{B8BCD659-FB9F-46D4-8B8B-9CF1D43A669C}" sibTransId="{9489BB4D-BCFB-4374-B58A-B830413F63E1}"/>
    <dgm:cxn modelId="{A3D3C6DA-B1C2-42CB-AE87-4509A2DAEE18}" type="presOf" srcId="{23FC63B1-5F56-41D5-AF46-C3A89ABEA845}" destId="{232B91A3-9F4B-4DDE-AC91-7332AAAB31F5}" srcOrd="0" destOrd="0" presId="urn:microsoft.com/office/officeart/2005/8/layout/vList4"/>
    <dgm:cxn modelId="{81392CE4-CAC4-4D32-881D-8AFD93973F20}" type="presOf" srcId="{D41CA9D3-BC6B-48DB-AB6A-EA21F25E0D57}" destId="{F24774DB-5589-4640-9DCA-A56C3C346C8B}" srcOrd="1" destOrd="1" presId="urn:microsoft.com/office/officeart/2005/8/layout/vList4"/>
    <dgm:cxn modelId="{F8FE2FE6-135E-418B-BEB0-5A0356F9334A}" srcId="{7CD55F08-9AFE-480C-9D3B-DCCF9C8CBE2E}" destId="{23FC63B1-5F56-41D5-AF46-C3A89ABEA845}" srcOrd="1" destOrd="0" parTransId="{86F44E18-9B64-4C7E-9DB6-EB6465699EF9}" sibTransId="{519ED7CB-3F3E-4C63-8D61-E16098F16C65}"/>
    <dgm:cxn modelId="{DDFF9EDE-5EFB-4962-BC8C-F932745A4B5C}" type="presParOf" srcId="{2B9994B3-309A-4169-8105-00CE1A800167}" destId="{E2C47073-AAED-4EF1-BF20-C30BD630ECBD}" srcOrd="0" destOrd="0" presId="urn:microsoft.com/office/officeart/2005/8/layout/vList4"/>
    <dgm:cxn modelId="{7BB3FC50-9EB8-49AF-A252-1A6AE71E38F8}" type="presParOf" srcId="{E2C47073-AAED-4EF1-BF20-C30BD630ECBD}" destId="{2B946FBF-7D34-4C1C-8837-E2BA6050F01F}" srcOrd="0" destOrd="0" presId="urn:microsoft.com/office/officeart/2005/8/layout/vList4"/>
    <dgm:cxn modelId="{820BFDD2-2B45-45D8-B9E5-05419F4A2132}" type="presParOf" srcId="{E2C47073-AAED-4EF1-BF20-C30BD630ECBD}" destId="{1AFA95E2-BA94-4DA9-879E-E44A2B0216F9}" srcOrd="1" destOrd="0" presId="urn:microsoft.com/office/officeart/2005/8/layout/vList4"/>
    <dgm:cxn modelId="{4A904A45-D713-46DC-9C24-B2825D3C539C}" type="presParOf" srcId="{E2C47073-AAED-4EF1-BF20-C30BD630ECBD}" destId="{F24774DB-5589-4640-9DCA-A56C3C346C8B}" srcOrd="2" destOrd="0" presId="urn:microsoft.com/office/officeart/2005/8/layout/vList4"/>
    <dgm:cxn modelId="{BDF12A9A-72A8-4BDF-844D-1AADD48D3EC6}" type="presParOf" srcId="{2B9994B3-309A-4169-8105-00CE1A800167}" destId="{12D5ACF5-12C5-4BBE-93E6-6FDE6102059B}" srcOrd="1" destOrd="0" presId="urn:microsoft.com/office/officeart/2005/8/layout/vList4"/>
    <dgm:cxn modelId="{6744331F-1F60-48A1-9786-28E636481D5B}" type="presParOf" srcId="{2B9994B3-309A-4169-8105-00CE1A800167}" destId="{FFF888E9-83A6-4634-808C-336B134EBF12}" srcOrd="2" destOrd="0" presId="urn:microsoft.com/office/officeart/2005/8/layout/vList4"/>
    <dgm:cxn modelId="{516D0CFD-6492-4640-BB65-7DFCF8D38688}" type="presParOf" srcId="{FFF888E9-83A6-4634-808C-336B134EBF12}" destId="{232B91A3-9F4B-4DDE-AC91-7332AAAB31F5}" srcOrd="0" destOrd="0" presId="urn:microsoft.com/office/officeart/2005/8/layout/vList4"/>
    <dgm:cxn modelId="{79CDBF7A-C4CE-435A-B0AA-33F553364856}" type="presParOf" srcId="{FFF888E9-83A6-4634-808C-336B134EBF12}" destId="{7991747B-D861-40AA-B0C7-019DAE98C304}" srcOrd="1" destOrd="0" presId="urn:microsoft.com/office/officeart/2005/8/layout/vList4"/>
    <dgm:cxn modelId="{5496FDE9-CFFD-453B-9A7B-22C3C12AAC5F}" type="presParOf" srcId="{FFF888E9-83A6-4634-808C-336B134EBF12}" destId="{57A937CF-E906-4132-BE38-73CD6E7BE4EB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CD55F08-9AFE-480C-9D3B-DCCF9C8CBE2E}" type="doc">
      <dgm:prSet loTypeId="urn:microsoft.com/office/officeart/2005/8/layout/vList4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61F1B0-BB33-41C8-948A-EA35CCC68000}">
      <dgm:prSet phldrT="[Texto]" custT="1"/>
      <dgm:spPr>
        <a:solidFill>
          <a:schemeClr val="bg2"/>
        </a:solidFill>
      </dgm:spPr>
      <dgm:t>
        <a:bodyPr/>
        <a:lstStyle/>
        <a:p>
          <a:r>
            <a:rPr lang="es-CO" sz="1400" b="0" noProof="0">
              <a:latin typeface="DM Sans" pitchFamily="2" charset="0"/>
            </a:rPr>
            <a:t>Sistemas </a:t>
          </a:r>
          <a:r>
            <a:rPr lang="es-CO" sz="1400" b="0" noProof="0" err="1">
              <a:latin typeface="DM Sans" pitchFamily="2" charset="0"/>
            </a:rPr>
            <a:t>semi-automatizados</a:t>
          </a:r>
          <a:endParaRPr lang="es-CO" sz="1400" b="0" noProof="0">
            <a:latin typeface="DM Sans" pitchFamily="2" charset="0"/>
          </a:endParaRPr>
        </a:p>
      </dgm:t>
    </dgm:pt>
    <dgm:pt modelId="{C73AD642-85F2-4DE8-ADD9-2FA24DB6C437}" type="parTrans" cxnId="{15A6EA6F-19DE-429B-88F4-4E0E8AB3F440}">
      <dgm:prSet/>
      <dgm:spPr/>
      <dgm:t>
        <a:bodyPr/>
        <a:lstStyle/>
        <a:p>
          <a:endParaRPr lang="es-CO" sz="1400" noProof="0">
            <a:latin typeface="DM Sans" pitchFamily="2" charset="0"/>
          </a:endParaRPr>
        </a:p>
      </dgm:t>
    </dgm:pt>
    <dgm:pt modelId="{61EB44E1-120B-4224-9942-0DE83E03A7E6}" type="sibTrans" cxnId="{15A6EA6F-19DE-429B-88F4-4E0E8AB3F440}">
      <dgm:prSet/>
      <dgm:spPr/>
      <dgm:t>
        <a:bodyPr/>
        <a:lstStyle/>
        <a:p>
          <a:endParaRPr lang="es-CO" sz="1400" noProof="0">
            <a:latin typeface="DM Sans" pitchFamily="2" charset="0"/>
          </a:endParaRPr>
        </a:p>
      </dgm:t>
    </dgm:pt>
    <dgm:pt modelId="{23FC63B1-5F56-41D5-AF46-C3A89ABEA845}">
      <dgm:prSet phldrT="[Texto]" custT="1"/>
      <dgm:spPr>
        <a:solidFill>
          <a:schemeClr val="bg2"/>
        </a:solidFill>
      </dgm:spPr>
      <dgm:t>
        <a:bodyPr/>
        <a:lstStyle/>
        <a:p>
          <a:r>
            <a:rPr lang="es-CO" sz="1400" b="0" noProof="0">
              <a:latin typeface="DM Sans" pitchFamily="2" charset="0"/>
            </a:rPr>
            <a:t>Visión artificial en estantes y pallets</a:t>
          </a:r>
          <a:endParaRPr lang="es-CO" sz="1400" noProof="0">
            <a:latin typeface="DM Sans" pitchFamily="2" charset="0"/>
          </a:endParaRPr>
        </a:p>
      </dgm:t>
    </dgm:pt>
    <dgm:pt modelId="{86F44E18-9B64-4C7E-9DB6-EB6465699EF9}" type="parTrans" cxnId="{F8FE2FE6-135E-418B-BEB0-5A0356F9334A}">
      <dgm:prSet/>
      <dgm:spPr/>
      <dgm:t>
        <a:bodyPr/>
        <a:lstStyle/>
        <a:p>
          <a:endParaRPr lang="es-CO" sz="1400" noProof="0">
            <a:latin typeface="DM Sans" pitchFamily="2" charset="0"/>
          </a:endParaRPr>
        </a:p>
      </dgm:t>
    </dgm:pt>
    <dgm:pt modelId="{519ED7CB-3F3E-4C63-8D61-E16098F16C65}" type="sibTrans" cxnId="{F8FE2FE6-135E-418B-BEB0-5A0356F9334A}">
      <dgm:prSet/>
      <dgm:spPr/>
      <dgm:t>
        <a:bodyPr/>
        <a:lstStyle/>
        <a:p>
          <a:endParaRPr lang="es-CO" sz="1400" noProof="0">
            <a:latin typeface="DM Sans" pitchFamily="2" charset="0"/>
          </a:endParaRPr>
        </a:p>
      </dgm:t>
    </dgm:pt>
    <dgm:pt modelId="{2B9994B3-309A-4169-8105-00CE1A800167}" type="pres">
      <dgm:prSet presAssocID="{7CD55F08-9AFE-480C-9D3B-DCCF9C8CBE2E}" presName="linear" presStyleCnt="0">
        <dgm:presLayoutVars>
          <dgm:dir/>
          <dgm:resizeHandles val="exact"/>
        </dgm:presLayoutVars>
      </dgm:prSet>
      <dgm:spPr/>
    </dgm:pt>
    <dgm:pt modelId="{E2C47073-AAED-4EF1-BF20-C30BD630ECBD}" type="pres">
      <dgm:prSet presAssocID="{AC61F1B0-BB33-41C8-948A-EA35CCC68000}" presName="comp" presStyleCnt="0"/>
      <dgm:spPr/>
    </dgm:pt>
    <dgm:pt modelId="{2B946FBF-7D34-4C1C-8837-E2BA6050F01F}" type="pres">
      <dgm:prSet presAssocID="{AC61F1B0-BB33-41C8-948A-EA35CCC68000}" presName="box" presStyleLbl="node1" presStyleIdx="0" presStyleCnt="2"/>
      <dgm:spPr/>
    </dgm:pt>
    <dgm:pt modelId="{1AFA95E2-BA94-4DA9-879E-E44A2B0216F9}" type="pres">
      <dgm:prSet presAssocID="{AC61F1B0-BB33-41C8-948A-EA35CCC68000}" presName="img" presStyleLbl="fgImgPlace1" presStyleIdx="0" presStyleCnt="2" custScaleX="48146" custScaleY="17805"/>
      <dgm:spPr>
        <a:solidFill>
          <a:schemeClr val="bg2">
            <a:lumMod val="25000"/>
          </a:schemeClr>
        </a:solidFill>
      </dgm:spPr>
    </dgm:pt>
    <dgm:pt modelId="{F24774DB-5589-4640-9DCA-A56C3C346C8B}" type="pres">
      <dgm:prSet presAssocID="{AC61F1B0-BB33-41C8-948A-EA35CCC68000}" presName="text" presStyleLbl="node1" presStyleIdx="0" presStyleCnt="2">
        <dgm:presLayoutVars>
          <dgm:bulletEnabled val="1"/>
        </dgm:presLayoutVars>
      </dgm:prSet>
      <dgm:spPr/>
    </dgm:pt>
    <dgm:pt modelId="{12D5ACF5-12C5-4BBE-93E6-6FDE6102059B}" type="pres">
      <dgm:prSet presAssocID="{61EB44E1-120B-4224-9942-0DE83E03A7E6}" presName="spacer" presStyleCnt="0"/>
      <dgm:spPr/>
    </dgm:pt>
    <dgm:pt modelId="{FFF888E9-83A6-4634-808C-336B134EBF12}" type="pres">
      <dgm:prSet presAssocID="{23FC63B1-5F56-41D5-AF46-C3A89ABEA845}" presName="comp" presStyleCnt="0"/>
      <dgm:spPr/>
    </dgm:pt>
    <dgm:pt modelId="{232B91A3-9F4B-4DDE-AC91-7332AAAB31F5}" type="pres">
      <dgm:prSet presAssocID="{23FC63B1-5F56-41D5-AF46-C3A89ABEA845}" presName="box" presStyleLbl="node1" presStyleIdx="1" presStyleCnt="2"/>
      <dgm:spPr/>
    </dgm:pt>
    <dgm:pt modelId="{7991747B-D861-40AA-B0C7-019DAE98C304}" type="pres">
      <dgm:prSet presAssocID="{23FC63B1-5F56-41D5-AF46-C3A89ABEA845}" presName="img" presStyleLbl="fgImgPlace1" presStyleIdx="1" presStyleCnt="2" custScaleX="48146" custScaleY="17805"/>
      <dgm:spPr>
        <a:solidFill>
          <a:schemeClr val="bg2">
            <a:lumMod val="25000"/>
          </a:schemeClr>
        </a:solidFill>
      </dgm:spPr>
    </dgm:pt>
    <dgm:pt modelId="{57A937CF-E906-4132-BE38-73CD6E7BE4EB}" type="pres">
      <dgm:prSet presAssocID="{23FC63B1-5F56-41D5-AF46-C3A89ABEA845}" presName="text" presStyleLbl="node1" presStyleIdx="1" presStyleCnt="2">
        <dgm:presLayoutVars>
          <dgm:bulletEnabled val="1"/>
        </dgm:presLayoutVars>
      </dgm:prSet>
      <dgm:spPr/>
    </dgm:pt>
  </dgm:ptLst>
  <dgm:cxnLst>
    <dgm:cxn modelId="{34515F1B-D2B0-4645-AF33-9B94BE7BF3C0}" type="presOf" srcId="{AC61F1B0-BB33-41C8-948A-EA35CCC68000}" destId="{F24774DB-5589-4640-9DCA-A56C3C346C8B}" srcOrd="1" destOrd="0" presId="urn:microsoft.com/office/officeart/2005/8/layout/vList4"/>
    <dgm:cxn modelId="{15A6EA6F-19DE-429B-88F4-4E0E8AB3F440}" srcId="{7CD55F08-9AFE-480C-9D3B-DCCF9C8CBE2E}" destId="{AC61F1B0-BB33-41C8-948A-EA35CCC68000}" srcOrd="0" destOrd="0" parTransId="{C73AD642-85F2-4DE8-ADD9-2FA24DB6C437}" sibTransId="{61EB44E1-120B-4224-9942-0DE83E03A7E6}"/>
    <dgm:cxn modelId="{CDC8F675-DB78-4DEF-8F86-C9F1101AADB0}" type="presOf" srcId="{AC61F1B0-BB33-41C8-948A-EA35CCC68000}" destId="{2B946FBF-7D34-4C1C-8837-E2BA6050F01F}" srcOrd="0" destOrd="0" presId="urn:microsoft.com/office/officeart/2005/8/layout/vList4"/>
    <dgm:cxn modelId="{377B4D87-1F02-4018-A8F1-12A4E25A17CE}" type="presOf" srcId="{23FC63B1-5F56-41D5-AF46-C3A89ABEA845}" destId="{232B91A3-9F4B-4DDE-AC91-7332AAAB31F5}" srcOrd="0" destOrd="0" presId="urn:microsoft.com/office/officeart/2005/8/layout/vList4"/>
    <dgm:cxn modelId="{71E2B18D-C7DA-46D5-9DBD-FA1680823600}" type="presOf" srcId="{23FC63B1-5F56-41D5-AF46-C3A89ABEA845}" destId="{57A937CF-E906-4132-BE38-73CD6E7BE4EB}" srcOrd="1" destOrd="0" presId="urn:microsoft.com/office/officeart/2005/8/layout/vList4"/>
    <dgm:cxn modelId="{6229DA9C-3138-4B4E-9DB3-79C948467E26}" type="presOf" srcId="{7CD55F08-9AFE-480C-9D3B-DCCF9C8CBE2E}" destId="{2B9994B3-309A-4169-8105-00CE1A800167}" srcOrd="0" destOrd="0" presId="urn:microsoft.com/office/officeart/2005/8/layout/vList4"/>
    <dgm:cxn modelId="{F8FE2FE6-135E-418B-BEB0-5A0356F9334A}" srcId="{7CD55F08-9AFE-480C-9D3B-DCCF9C8CBE2E}" destId="{23FC63B1-5F56-41D5-AF46-C3A89ABEA845}" srcOrd="1" destOrd="0" parTransId="{86F44E18-9B64-4C7E-9DB6-EB6465699EF9}" sibTransId="{519ED7CB-3F3E-4C63-8D61-E16098F16C65}"/>
    <dgm:cxn modelId="{371A5C2B-56F1-447E-90F9-05169EFBCDD3}" type="presParOf" srcId="{2B9994B3-309A-4169-8105-00CE1A800167}" destId="{E2C47073-AAED-4EF1-BF20-C30BD630ECBD}" srcOrd="0" destOrd="0" presId="urn:microsoft.com/office/officeart/2005/8/layout/vList4"/>
    <dgm:cxn modelId="{AD00B9F9-46FD-4E4F-B7D2-0D6CB71D801C}" type="presParOf" srcId="{E2C47073-AAED-4EF1-BF20-C30BD630ECBD}" destId="{2B946FBF-7D34-4C1C-8837-E2BA6050F01F}" srcOrd="0" destOrd="0" presId="urn:microsoft.com/office/officeart/2005/8/layout/vList4"/>
    <dgm:cxn modelId="{157894CE-61B0-4DFB-8569-8DC822208AB6}" type="presParOf" srcId="{E2C47073-AAED-4EF1-BF20-C30BD630ECBD}" destId="{1AFA95E2-BA94-4DA9-879E-E44A2B0216F9}" srcOrd="1" destOrd="0" presId="urn:microsoft.com/office/officeart/2005/8/layout/vList4"/>
    <dgm:cxn modelId="{CD1A35DE-FDDC-474E-9FCB-1F7F4C8B543D}" type="presParOf" srcId="{E2C47073-AAED-4EF1-BF20-C30BD630ECBD}" destId="{F24774DB-5589-4640-9DCA-A56C3C346C8B}" srcOrd="2" destOrd="0" presId="urn:microsoft.com/office/officeart/2005/8/layout/vList4"/>
    <dgm:cxn modelId="{596047DF-DFDE-4754-B973-AA513DA60EDB}" type="presParOf" srcId="{2B9994B3-309A-4169-8105-00CE1A800167}" destId="{12D5ACF5-12C5-4BBE-93E6-6FDE6102059B}" srcOrd="1" destOrd="0" presId="urn:microsoft.com/office/officeart/2005/8/layout/vList4"/>
    <dgm:cxn modelId="{DB313F2B-ABA4-4495-A7B2-E1B83209435B}" type="presParOf" srcId="{2B9994B3-309A-4169-8105-00CE1A800167}" destId="{FFF888E9-83A6-4634-808C-336B134EBF12}" srcOrd="2" destOrd="0" presId="urn:microsoft.com/office/officeart/2005/8/layout/vList4"/>
    <dgm:cxn modelId="{E03DBEB0-AAF6-4916-9E84-0FBFEEA021DE}" type="presParOf" srcId="{FFF888E9-83A6-4634-808C-336B134EBF12}" destId="{232B91A3-9F4B-4DDE-AC91-7332AAAB31F5}" srcOrd="0" destOrd="0" presId="urn:microsoft.com/office/officeart/2005/8/layout/vList4"/>
    <dgm:cxn modelId="{9895A549-B510-46F6-A927-D6D57E2E701A}" type="presParOf" srcId="{FFF888E9-83A6-4634-808C-336B134EBF12}" destId="{7991747B-D861-40AA-B0C7-019DAE98C304}" srcOrd="1" destOrd="0" presId="urn:microsoft.com/office/officeart/2005/8/layout/vList4"/>
    <dgm:cxn modelId="{A50413B2-000C-409B-82C4-85D627804F1B}" type="presParOf" srcId="{FFF888E9-83A6-4634-808C-336B134EBF12}" destId="{57A937CF-E906-4132-BE38-73CD6E7BE4EB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51733F9-7E65-475E-8D37-120787233AF0}" type="doc">
      <dgm:prSet loTypeId="urn:microsoft.com/office/officeart/2005/8/layout/lProcess2" loCatId="relationship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98FB5BD3-0ECB-4E4D-B883-E8B8E2CE4A95}">
      <dgm:prSet phldrT="[Texto]"/>
      <dgm:spPr/>
      <dgm:t>
        <a:bodyPr/>
        <a:lstStyle/>
        <a:p>
          <a:pPr>
            <a:buNone/>
          </a:pPr>
          <a:r>
            <a:rPr lang="es-CO" b="1" noProof="0">
              <a:latin typeface="DM Sans" pitchFamily="2" charset="0"/>
            </a:rPr>
            <a:t>Terrestres (AMR/AGV)</a:t>
          </a:r>
          <a:endParaRPr lang="es-CO" noProof="0">
            <a:latin typeface="DM Sans" pitchFamily="2" charset="0"/>
          </a:endParaRPr>
        </a:p>
      </dgm:t>
    </dgm:pt>
    <dgm:pt modelId="{7F6A6FDC-E01F-40DF-A8A1-E7BCE04370F1}" type="parTrans" cxnId="{E0B4BE0D-7005-4E80-BA3C-DEA2A22B7CF3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55A7FA96-7D8B-441D-AAE8-5079FD5D62E9}" type="sibTrans" cxnId="{E0B4BE0D-7005-4E80-BA3C-DEA2A22B7CF3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999E98AA-096F-4204-BD26-9BD6DD72362A}">
      <dgm:prSet phldrT="[Texto]"/>
      <dgm:spPr>
        <a:solidFill>
          <a:schemeClr val="bg2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Mejor desempeño en bodegas con pasillos definidos.</a:t>
          </a:r>
        </a:p>
      </dgm:t>
    </dgm:pt>
    <dgm:pt modelId="{327FC25E-1376-473B-8E81-91600436F855}" type="parTrans" cxnId="{05978C34-48A1-4C78-AE33-8A3AF6BAC97E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6E20B5FD-E8AD-4F51-8C56-66C5236656AA}" type="sibTrans" cxnId="{05978C34-48A1-4C78-AE33-8A3AF6BAC97E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44A97286-AD12-48CE-8B75-30AFB1DE66A4}">
      <dgm:prSet phldrT="[Texto]"/>
      <dgm:spPr>
        <a:solidFill>
          <a:schemeClr val="bg2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Operación estable, continua y segura.</a:t>
          </a:r>
        </a:p>
      </dgm:t>
    </dgm:pt>
    <dgm:pt modelId="{0979E5FF-C8FC-4392-95B6-F8B7F4A1E2D8}" type="parTrans" cxnId="{627EE655-BC8C-4D47-A5EB-AD6B991046CB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4DEC5BC7-5500-436F-8C6B-6523695516A4}" type="sibTrans" cxnId="{627EE655-BC8C-4D47-A5EB-AD6B991046CB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ED9F1CAD-2BF0-4B5C-BDED-072E314958CF}">
      <dgm:prSet phldrT="[Texto]"/>
      <dgm:spPr/>
      <dgm:t>
        <a:bodyPr/>
        <a:lstStyle/>
        <a:p>
          <a:r>
            <a:rPr lang="es-CO" b="1" noProof="0">
              <a:latin typeface="DM Sans" pitchFamily="2" charset="0"/>
            </a:rPr>
            <a:t>Aéreos (drones)</a:t>
          </a:r>
        </a:p>
      </dgm:t>
    </dgm:pt>
    <dgm:pt modelId="{26E2B6B1-53C4-4FD7-9E57-1F6C94532C48}" type="parTrans" cxnId="{7E3B63FA-1A92-43F4-9FD7-D7F638604D2F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DE91F61C-62AC-4182-AEAB-EC6E26A0EFFD}" type="sibTrans" cxnId="{7E3B63FA-1A92-43F4-9FD7-D7F638604D2F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EB059989-F98B-48C6-88B5-A69E7D27ED01}">
      <dgm:prSet phldrT="[Texto]"/>
      <dgm:spPr>
        <a:solidFill>
          <a:schemeClr val="bg2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Útiles para estanterías altas y zonas difíciles</a:t>
          </a:r>
        </a:p>
      </dgm:t>
    </dgm:pt>
    <dgm:pt modelId="{D9FF77A1-9BEF-45FD-8AA6-3EF6EFB5DB11}" type="parTrans" cxnId="{A394B77E-214E-46D0-935F-AB22228BB30F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1B12B276-65EA-4135-BE9C-8B5D7DAD3F0C}" type="sibTrans" cxnId="{A394B77E-214E-46D0-935F-AB22228BB30F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181F391D-0C8F-4AA3-830A-21E3D3827AA7}">
      <dgm:prSet phldrT="[Texto]"/>
      <dgm:spPr>
        <a:solidFill>
          <a:schemeClr val="bg2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Requieren SLAM visual y estabilización</a:t>
          </a:r>
        </a:p>
      </dgm:t>
    </dgm:pt>
    <dgm:pt modelId="{5166A51A-F240-4BAC-8053-DC662A42C34C}" type="parTrans" cxnId="{42FDBF07-4E47-4F07-9D1F-39F372F5FC2D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383AE65F-7B97-4935-9226-F57916A4A9F3}" type="sibTrans" cxnId="{42FDBF07-4E47-4F07-9D1F-39F372F5FC2D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1C0299A4-F594-4CD2-AC15-C8D566D3B098}">
      <dgm:prSet phldrT="[Texto]"/>
      <dgm:spPr>
        <a:solidFill>
          <a:schemeClr val="bg2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Limitados por batería y seguridad con personal. (Fuente: pág. 10–11)</a:t>
          </a:r>
        </a:p>
      </dgm:t>
    </dgm:pt>
    <dgm:pt modelId="{CFB034AE-64F4-4F40-AED1-9AD01B8C9560}" type="parTrans" cxnId="{B8BE94C0-5A20-433A-8427-F2AA33E8E55A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FD66EF6C-50F6-4D2B-9468-13371230D763}" type="sibTrans" cxnId="{B8BE94C0-5A20-433A-8427-F2AA33E8E55A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73ABC3A5-2297-40EB-8848-E394DE432D31}">
      <dgm:prSet phldrT="[Texto]"/>
      <dgm:spPr>
        <a:solidFill>
          <a:schemeClr val="bg2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Integración con </a:t>
          </a:r>
          <a:r>
            <a:rPr lang="es-CO" noProof="0" err="1">
              <a:latin typeface="DM Sans" pitchFamily="2" charset="0"/>
            </a:rPr>
            <a:t>LiDAR</a:t>
          </a:r>
          <a:r>
            <a:rPr lang="es-CO" noProof="0">
              <a:latin typeface="DM Sans" pitchFamily="2" charset="0"/>
            </a:rPr>
            <a:t>, cámaras y ultrasonidos. </a:t>
          </a:r>
          <a:r>
            <a:rPr lang="es-CO" i="1" noProof="0" err="1">
              <a:latin typeface="DM Sans" pitchFamily="2" charset="0"/>
            </a:rPr>
            <a:t>Savci</a:t>
          </a:r>
          <a:r>
            <a:rPr lang="es-CO" i="1" noProof="0">
              <a:latin typeface="DM Sans" pitchFamily="2" charset="0"/>
            </a:rPr>
            <a:t> et al., 2022.</a:t>
          </a:r>
        </a:p>
      </dgm:t>
    </dgm:pt>
    <dgm:pt modelId="{DC4D9D73-BBC2-4D0D-9F4A-ACE6B374258B}" type="parTrans" cxnId="{CD52D9AC-1B3F-4413-BF1F-B7746D8984E5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BC418BD0-454D-4165-B53A-658FBDE9C1B9}" type="sibTrans" cxnId="{CD52D9AC-1B3F-4413-BF1F-B7746D8984E5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E491C6C8-E146-4DC4-A4EB-12CD9293F393}" type="pres">
      <dgm:prSet presAssocID="{651733F9-7E65-475E-8D37-120787233AF0}" presName="theList" presStyleCnt="0">
        <dgm:presLayoutVars>
          <dgm:dir/>
          <dgm:animLvl val="lvl"/>
          <dgm:resizeHandles val="exact"/>
        </dgm:presLayoutVars>
      </dgm:prSet>
      <dgm:spPr/>
    </dgm:pt>
    <dgm:pt modelId="{34959738-2F6C-453E-810A-64EDD772C6B5}" type="pres">
      <dgm:prSet presAssocID="{98FB5BD3-0ECB-4E4D-B883-E8B8E2CE4A95}" presName="compNode" presStyleCnt="0"/>
      <dgm:spPr/>
    </dgm:pt>
    <dgm:pt modelId="{966CA1D0-F820-44A9-BB63-9EC3AB3FA04C}" type="pres">
      <dgm:prSet presAssocID="{98FB5BD3-0ECB-4E4D-B883-E8B8E2CE4A95}" presName="aNode" presStyleLbl="bgShp" presStyleIdx="0" presStyleCnt="2"/>
      <dgm:spPr/>
    </dgm:pt>
    <dgm:pt modelId="{A3658A6F-A6DA-4329-95E2-BFA00ED296CD}" type="pres">
      <dgm:prSet presAssocID="{98FB5BD3-0ECB-4E4D-B883-E8B8E2CE4A95}" presName="textNode" presStyleLbl="bgShp" presStyleIdx="0" presStyleCnt="2"/>
      <dgm:spPr/>
    </dgm:pt>
    <dgm:pt modelId="{581DD95A-2F17-4A81-B1DB-28E93DA34CCF}" type="pres">
      <dgm:prSet presAssocID="{98FB5BD3-0ECB-4E4D-B883-E8B8E2CE4A95}" presName="compChildNode" presStyleCnt="0"/>
      <dgm:spPr/>
    </dgm:pt>
    <dgm:pt modelId="{2B94B950-0AB8-4700-B6D2-F0787A238273}" type="pres">
      <dgm:prSet presAssocID="{98FB5BD3-0ECB-4E4D-B883-E8B8E2CE4A95}" presName="theInnerList" presStyleCnt="0"/>
      <dgm:spPr/>
    </dgm:pt>
    <dgm:pt modelId="{6B5C04E6-28B3-464A-8AE5-0386E4150AC3}" type="pres">
      <dgm:prSet presAssocID="{999E98AA-096F-4204-BD26-9BD6DD72362A}" presName="childNode" presStyleLbl="node1" presStyleIdx="0" presStyleCnt="6">
        <dgm:presLayoutVars>
          <dgm:bulletEnabled val="1"/>
        </dgm:presLayoutVars>
      </dgm:prSet>
      <dgm:spPr/>
    </dgm:pt>
    <dgm:pt modelId="{F0CC57BF-5173-4A31-B2AE-40996829C756}" type="pres">
      <dgm:prSet presAssocID="{999E98AA-096F-4204-BD26-9BD6DD72362A}" presName="aSpace2" presStyleCnt="0"/>
      <dgm:spPr/>
    </dgm:pt>
    <dgm:pt modelId="{AEC32012-AFDC-4B44-B2F4-8CAC985666FD}" type="pres">
      <dgm:prSet presAssocID="{44A97286-AD12-48CE-8B75-30AFB1DE66A4}" presName="childNode" presStyleLbl="node1" presStyleIdx="1" presStyleCnt="6">
        <dgm:presLayoutVars>
          <dgm:bulletEnabled val="1"/>
        </dgm:presLayoutVars>
      </dgm:prSet>
      <dgm:spPr/>
    </dgm:pt>
    <dgm:pt modelId="{F1956198-144A-49C0-8B22-037502BD72F8}" type="pres">
      <dgm:prSet presAssocID="{44A97286-AD12-48CE-8B75-30AFB1DE66A4}" presName="aSpace2" presStyleCnt="0"/>
      <dgm:spPr/>
    </dgm:pt>
    <dgm:pt modelId="{51DB05DF-501D-469C-8204-BF92181016EB}" type="pres">
      <dgm:prSet presAssocID="{73ABC3A5-2297-40EB-8848-E394DE432D31}" presName="childNode" presStyleLbl="node1" presStyleIdx="2" presStyleCnt="6">
        <dgm:presLayoutVars>
          <dgm:bulletEnabled val="1"/>
        </dgm:presLayoutVars>
      </dgm:prSet>
      <dgm:spPr/>
    </dgm:pt>
    <dgm:pt modelId="{04C9FCB9-9AE1-4562-82C8-89BEB34CEA3D}" type="pres">
      <dgm:prSet presAssocID="{98FB5BD3-0ECB-4E4D-B883-E8B8E2CE4A95}" presName="aSpace" presStyleCnt="0"/>
      <dgm:spPr/>
    </dgm:pt>
    <dgm:pt modelId="{A2841FB2-DF29-4176-8738-9560543CB53A}" type="pres">
      <dgm:prSet presAssocID="{ED9F1CAD-2BF0-4B5C-BDED-072E314958CF}" presName="compNode" presStyleCnt="0"/>
      <dgm:spPr/>
    </dgm:pt>
    <dgm:pt modelId="{4930B8EF-E5FD-49BC-B86D-23832F08B810}" type="pres">
      <dgm:prSet presAssocID="{ED9F1CAD-2BF0-4B5C-BDED-072E314958CF}" presName="aNode" presStyleLbl="bgShp" presStyleIdx="1" presStyleCnt="2" custLinFactNeighborX="37716" custLinFactNeighborY="14429"/>
      <dgm:spPr/>
    </dgm:pt>
    <dgm:pt modelId="{93173BD0-BEBB-4121-A409-AC7577BF9D73}" type="pres">
      <dgm:prSet presAssocID="{ED9F1CAD-2BF0-4B5C-BDED-072E314958CF}" presName="textNode" presStyleLbl="bgShp" presStyleIdx="1" presStyleCnt="2"/>
      <dgm:spPr/>
    </dgm:pt>
    <dgm:pt modelId="{090521E4-8AEC-444E-A8DE-37936A9102EF}" type="pres">
      <dgm:prSet presAssocID="{ED9F1CAD-2BF0-4B5C-BDED-072E314958CF}" presName="compChildNode" presStyleCnt="0"/>
      <dgm:spPr/>
    </dgm:pt>
    <dgm:pt modelId="{E66F4B78-3DCF-4B18-A709-4EC4524585C3}" type="pres">
      <dgm:prSet presAssocID="{ED9F1CAD-2BF0-4B5C-BDED-072E314958CF}" presName="theInnerList" presStyleCnt="0"/>
      <dgm:spPr/>
    </dgm:pt>
    <dgm:pt modelId="{982783BD-A424-4BE4-ACED-6880C234B2DD}" type="pres">
      <dgm:prSet presAssocID="{EB059989-F98B-48C6-88B5-A69E7D27ED01}" presName="childNode" presStyleLbl="node1" presStyleIdx="3" presStyleCnt="6">
        <dgm:presLayoutVars>
          <dgm:bulletEnabled val="1"/>
        </dgm:presLayoutVars>
      </dgm:prSet>
      <dgm:spPr/>
    </dgm:pt>
    <dgm:pt modelId="{F0481CF0-756D-4CDA-BAE8-645252F1E2DD}" type="pres">
      <dgm:prSet presAssocID="{EB059989-F98B-48C6-88B5-A69E7D27ED01}" presName="aSpace2" presStyleCnt="0"/>
      <dgm:spPr/>
    </dgm:pt>
    <dgm:pt modelId="{573327C4-1D6C-4FF6-B3F5-0A2F247106C9}" type="pres">
      <dgm:prSet presAssocID="{181F391D-0C8F-4AA3-830A-21E3D3827AA7}" presName="childNode" presStyleLbl="node1" presStyleIdx="4" presStyleCnt="6">
        <dgm:presLayoutVars>
          <dgm:bulletEnabled val="1"/>
        </dgm:presLayoutVars>
      </dgm:prSet>
      <dgm:spPr/>
    </dgm:pt>
    <dgm:pt modelId="{2B8B2BF1-080F-4FCE-8D65-A2FD24788C06}" type="pres">
      <dgm:prSet presAssocID="{181F391D-0C8F-4AA3-830A-21E3D3827AA7}" presName="aSpace2" presStyleCnt="0"/>
      <dgm:spPr/>
    </dgm:pt>
    <dgm:pt modelId="{2043B0C3-50F2-4AE2-956B-6D0CD9A23E58}" type="pres">
      <dgm:prSet presAssocID="{1C0299A4-F594-4CD2-AC15-C8D566D3B098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42FDBF07-4E47-4F07-9D1F-39F372F5FC2D}" srcId="{ED9F1CAD-2BF0-4B5C-BDED-072E314958CF}" destId="{181F391D-0C8F-4AA3-830A-21E3D3827AA7}" srcOrd="1" destOrd="0" parTransId="{5166A51A-F240-4BAC-8053-DC662A42C34C}" sibTransId="{383AE65F-7B97-4935-9226-F57916A4A9F3}"/>
    <dgm:cxn modelId="{E0B4BE0D-7005-4E80-BA3C-DEA2A22B7CF3}" srcId="{651733F9-7E65-475E-8D37-120787233AF0}" destId="{98FB5BD3-0ECB-4E4D-B883-E8B8E2CE4A95}" srcOrd="0" destOrd="0" parTransId="{7F6A6FDC-E01F-40DF-A8A1-E7BCE04370F1}" sibTransId="{55A7FA96-7D8B-441D-AAE8-5079FD5D62E9}"/>
    <dgm:cxn modelId="{CC11CD0E-FF37-4296-BD27-B12A3085D271}" type="presOf" srcId="{98FB5BD3-0ECB-4E4D-B883-E8B8E2CE4A95}" destId="{966CA1D0-F820-44A9-BB63-9EC3AB3FA04C}" srcOrd="0" destOrd="0" presId="urn:microsoft.com/office/officeart/2005/8/layout/lProcess2"/>
    <dgm:cxn modelId="{BE5DC019-54A7-4F9F-971E-B3ACA3D872CE}" type="presOf" srcId="{999E98AA-096F-4204-BD26-9BD6DD72362A}" destId="{6B5C04E6-28B3-464A-8AE5-0386E4150AC3}" srcOrd="0" destOrd="0" presId="urn:microsoft.com/office/officeart/2005/8/layout/lProcess2"/>
    <dgm:cxn modelId="{5EE5E129-7B62-4DA7-AE73-2592FC3917C9}" type="presOf" srcId="{44A97286-AD12-48CE-8B75-30AFB1DE66A4}" destId="{AEC32012-AFDC-4B44-B2F4-8CAC985666FD}" srcOrd="0" destOrd="0" presId="urn:microsoft.com/office/officeart/2005/8/layout/lProcess2"/>
    <dgm:cxn modelId="{79695D2A-E6BE-437B-A508-E2D977FEF201}" type="presOf" srcId="{1C0299A4-F594-4CD2-AC15-C8D566D3B098}" destId="{2043B0C3-50F2-4AE2-956B-6D0CD9A23E58}" srcOrd="0" destOrd="0" presId="urn:microsoft.com/office/officeart/2005/8/layout/lProcess2"/>
    <dgm:cxn modelId="{E1CFDC2F-9899-4D17-B1EC-276AFEFB3F0F}" type="presOf" srcId="{ED9F1CAD-2BF0-4B5C-BDED-072E314958CF}" destId="{4930B8EF-E5FD-49BC-B86D-23832F08B810}" srcOrd="0" destOrd="0" presId="urn:microsoft.com/office/officeart/2005/8/layout/lProcess2"/>
    <dgm:cxn modelId="{05978C34-48A1-4C78-AE33-8A3AF6BAC97E}" srcId="{98FB5BD3-0ECB-4E4D-B883-E8B8E2CE4A95}" destId="{999E98AA-096F-4204-BD26-9BD6DD72362A}" srcOrd="0" destOrd="0" parTransId="{327FC25E-1376-473B-8E81-91600436F855}" sibTransId="{6E20B5FD-E8AD-4F51-8C56-66C5236656AA}"/>
    <dgm:cxn modelId="{FB518668-A3E5-49D1-8262-A0DF60A33E2C}" type="presOf" srcId="{98FB5BD3-0ECB-4E4D-B883-E8B8E2CE4A95}" destId="{A3658A6F-A6DA-4329-95E2-BFA00ED296CD}" srcOrd="1" destOrd="0" presId="urn:microsoft.com/office/officeart/2005/8/layout/lProcess2"/>
    <dgm:cxn modelId="{BCEEC171-2F3E-4026-8FC0-A6D070F53EC0}" type="presOf" srcId="{ED9F1CAD-2BF0-4B5C-BDED-072E314958CF}" destId="{93173BD0-BEBB-4121-A409-AC7577BF9D73}" srcOrd="1" destOrd="0" presId="urn:microsoft.com/office/officeart/2005/8/layout/lProcess2"/>
    <dgm:cxn modelId="{627EE655-BC8C-4D47-A5EB-AD6B991046CB}" srcId="{98FB5BD3-0ECB-4E4D-B883-E8B8E2CE4A95}" destId="{44A97286-AD12-48CE-8B75-30AFB1DE66A4}" srcOrd="1" destOrd="0" parTransId="{0979E5FF-C8FC-4392-95B6-F8B7F4A1E2D8}" sibTransId="{4DEC5BC7-5500-436F-8C6B-6523695516A4}"/>
    <dgm:cxn modelId="{A394B77E-214E-46D0-935F-AB22228BB30F}" srcId="{ED9F1CAD-2BF0-4B5C-BDED-072E314958CF}" destId="{EB059989-F98B-48C6-88B5-A69E7D27ED01}" srcOrd="0" destOrd="0" parTransId="{D9FF77A1-9BEF-45FD-8AA6-3EF6EFB5DB11}" sibTransId="{1B12B276-65EA-4135-BE9C-8B5D7DAD3F0C}"/>
    <dgm:cxn modelId="{18A98A91-DCD0-4F23-97A1-E094BF2D112C}" type="presOf" srcId="{EB059989-F98B-48C6-88B5-A69E7D27ED01}" destId="{982783BD-A424-4BE4-ACED-6880C234B2DD}" srcOrd="0" destOrd="0" presId="urn:microsoft.com/office/officeart/2005/8/layout/lProcess2"/>
    <dgm:cxn modelId="{71FCBF91-BBB9-4CB6-8E49-71EA272F08E2}" type="presOf" srcId="{181F391D-0C8F-4AA3-830A-21E3D3827AA7}" destId="{573327C4-1D6C-4FF6-B3F5-0A2F247106C9}" srcOrd="0" destOrd="0" presId="urn:microsoft.com/office/officeart/2005/8/layout/lProcess2"/>
    <dgm:cxn modelId="{CD52D9AC-1B3F-4413-BF1F-B7746D8984E5}" srcId="{98FB5BD3-0ECB-4E4D-B883-E8B8E2CE4A95}" destId="{73ABC3A5-2297-40EB-8848-E394DE432D31}" srcOrd="2" destOrd="0" parTransId="{DC4D9D73-BBC2-4D0D-9F4A-ACE6B374258B}" sibTransId="{BC418BD0-454D-4165-B53A-658FBDE9C1B9}"/>
    <dgm:cxn modelId="{B8BE94C0-5A20-433A-8427-F2AA33E8E55A}" srcId="{ED9F1CAD-2BF0-4B5C-BDED-072E314958CF}" destId="{1C0299A4-F594-4CD2-AC15-C8D566D3B098}" srcOrd="2" destOrd="0" parTransId="{CFB034AE-64F4-4F40-AED1-9AD01B8C9560}" sibTransId="{FD66EF6C-50F6-4D2B-9468-13371230D763}"/>
    <dgm:cxn modelId="{AE4445DD-D41E-4E3A-8EFC-EA0DB5DBAD4C}" type="presOf" srcId="{73ABC3A5-2297-40EB-8848-E394DE432D31}" destId="{51DB05DF-501D-469C-8204-BF92181016EB}" srcOrd="0" destOrd="0" presId="urn:microsoft.com/office/officeart/2005/8/layout/lProcess2"/>
    <dgm:cxn modelId="{9D7DFCE7-22EE-44FA-80D8-50CF09187866}" type="presOf" srcId="{651733F9-7E65-475E-8D37-120787233AF0}" destId="{E491C6C8-E146-4DC4-A4EB-12CD9293F393}" srcOrd="0" destOrd="0" presId="urn:microsoft.com/office/officeart/2005/8/layout/lProcess2"/>
    <dgm:cxn modelId="{7E3B63FA-1A92-43F4-9FD7-D7F638604D2F}" srcId="{651733F9-7E65-475E-8D37-120787233AF0}" destId="{ED9F1CAD-2BF0-4B5C-BDED-072E314958CF}" srcOrd="1" destOrd="0" parTransId="{26E2B6B1-53C4-4FD7-9E57-1F6C94532C48}" sibTransId="{DE91F61C-62AC-4182-AEAB-EC6E26A0EFFD}"/>
    <dgm:cxn modelId="{5CBF1C85-1F34-4B48-B6D4-66D09F71CC0F}" type="presParOf" srcId="{E491C6C8-E146-4DC4-A4EB-12CD9293F393}" destId="{34959738-2F6C-453E-810A-64EDD772C6B5}" srcOrd="0" destOrd="0" presId="urn:microsoft.com/office/officeart/2005/8/layout/lProcess2"/>
    <dgm:cxn modelId="{0F28B08F-C591-46C5-958D-ED206EB9236C}" type="presParOf" srcId="{34959738-2F6C-453E-810A-64EDD772C6B5}" destId="{966CA1D0-F820-44A9-BB63-9EC3AB3FA04C}" srcOrd="0" destOrd="0" presId="urn:microsoft.com/office/officeart/2005/8/layout/lProcess2"/>
    <dgm:cxn modelId="{0128FFE5-EDE2-4865-AD6A-0507FEA025E5}" type="presParOf" srcId="{34959738-2F6C-453E-810A-64EDD772C6B5}" destId="{A3658A6F-A6DA-4329-95E2-BFA00ED296CD}" srcOrd="1" destOrd="0" presId="urn:microsoft.com/office/officeart/2005/8/layout/lProcess2"/>
    <dgm:cxn modelId="{892A2277-7B23-4F57-813A-482B7E52A58C}" type="presParOf" srcId="{34959738-2F6C-453E-810A-64EDD772C6B5}" destId="{581DD95A-2F17-4A81-B1DB-28E93DA34CCF}" srcOrd="2" destOrd="0" presId="urn:microsoft.com/office/officeart/2005/8/layout/lProcess2"/>
    <dgm:cxn modelId="{2D4CA2B5-3B6A-4A9D-B83F-DB7B263F2D22}" type="presParOf" srcId="{581DD95A-2F17-4A81-B1DB-28E93DA34CCF}" destId="{2B94B950-0AB8-4700-B6D2-F0787A238273}" srcOrd="0" destOrd="0" presId="urn:microsoft.com/office/officeart/2005/8/layout/lProcess2"/>
    <dgm:cxn modelId="{C70D53F2-4892-4944-AF70-582F05933A1F}" type="presParOf" srcId="{2B94B950-0AB8-4700-B6D2-F0787A238273}" destId="{6B5C04E6-28B3-464A-8AE5-0386E4150AC3}" srcOrd="0" destOrd="0" presId="urn:microsoft.com/office/officeart/2005/8/layout/lProcess2"/>
    <dgm:cxn modelId="{3F2D37BE-D2AF-4B49-966A-7808D0CC64FB}" type="presParOf" srcId="{2B94B950-0AB8-4700-B6D2-F0787A238273}" destId="{F0CC57BF-5173-4A31-B2AE-40996829C756}" srcOrd="1" destOrd="0" presId="urn:microsoft.com/office/officeart/2005/8/layout/lProcess2"/>
    <dgm:cxn modelId="{A2564A44-BA93-4DC8-9258-7AF9916B7A3F}" type="presParOf" srcId="{2B94B950-0AB8-4700-B6D2-F0787A238273}" destId="{AEC32012-AFDC-4B44-B2F4-8CAC985666FD}" srcOrd="2" destOrd="0" presId="urn:microsoft.com/office/officeart/2005/8/layout/lProcess2"/>
    <dgm:cxn modelId="{FD6C7014-8574-42E8-AA64-68B148773A05}" type="presParOf" srcId="{2B94B950-0AB8-4700-B6D2-F0787A238273}" destId="{F1956198-144A-49C0-8B22-037502BD72F8}" srcOrd="3" destOrd="0" presId="urn:microsoft.com/office/officeart/2005/8/layout/lProcess2"/>
    <dgm:cxn modelId="{170810C2-2E82-4411-8CAF-4AD44D89F67F}" type="presParOf" srcId="{2B94B950-0AB8-4700-B6D2-F0787A238273}" destId="{51DB05DF-501D-469C-8204-BF92181016EB}" srcOrd="4" destOrd="0" presId="urn:microsoft.com/office/officeart/2005/8/layout/lProcess2"/>
    <dgm:cxn modelId="{94BAF535-3FF9-41A1-A84D-54247DC1FFC4}" type="presParOf" srcId="{E491C6C8-E146-4DC4-A4EB-12CD9293F393}" destId="{04C9FCB9-9AE1-4562-82C8-89BEB34CEA3D}" srcOrd="1" destOrd="0" presId="urn:microsoft.com/office/officeart/2005/8/layout/lProcess2"/>
    <dgm:cxn modelId="{A1E7AD64-5022-41A5-AE08-BD5C45965234}" type="presParOf" srcId="{E491C6C8-E146-4DC4-A4EB-12CD9293F393}" destId="{A2841FB2-DF29-4176-8738-9560543CB53A}" srcOrd="2" destOrd="0" presId="urn:microsoft.com/office/officeart/2005/8/layout/lProcess2"/>
    <dgm:cxn modelId="{FEACB5F9-15F3-48C2-B19E-D131E539D0D6}" type="presParOf" srcId="{A2841FB2-DF29-4176-8738-9560543CB53A}" destId="{4930B8EF-E5FD-49BC-B86D-23832F08B810}" srcOrd="0" destOrd="0" presId="urn:microsoft.com/office/officeart/2005/8/layout/lProcess2"/>
    <dgm:cxn modelId="{FF206858-1291-497F-BDE0-2C2E413A9136}" type="presParOf" srcId="{A2841FB2-DF29-4176-8738-9560543CB53A}" destId="{93173BD0-BEBB-4121-A409-AC7577BF9D73}" srcOrd="1" destOrd="0" presId="urn:microsoft.com/office/officeart/2005/8/layout/lProcess2"/>
    <dgm:cxn modelId="{52B89951-D93D-47DC-8C6D-1AEBC1987F12}" type="presParOf" srcId="{A2841FB2-DF29-4176-8738-9560543CB53A}" destId="{090521E4-8AEC-444E-A8DE-37936A9102EF}" srcOrd="2" destOrd="0" presId="urn:microsoft.com/office/officeart/2005/8/layout/lProcess2"/>
    <dgm:cxn modelId="{8DEBB5C5-7676-43DF-88FB-60FD7502637D}" type="presParOf" srcId="{090521E4-8AEC-444E-A8DE-37936A9102EF}" destId="{E66F4B78-3DCF-4B18-A709-4EC4524585C3}" srcOrd="0" destOrd="0" presId="urn:microsoft.com/office/officeart/2005/8/layout/lProcess2"/>
    <dgm:cxn modelId="{6929CD95-B514-44E1-A3F5-E01747D99A3A}" type="presParOf" srcId="{E66F4B78-3DCF-4B18-A709-4EC4524585C3}" destId="{982783BD-A424-4BE4-ACED-6880C234B2DD}" srcOrd="0" destOrd="0" presId="urn:microsoft.com/office/officeart/2005/8/layout/lProcess2"/>
    <dgm:cxn modelId="{4860E8B4-66C5-4E8E-B31B-EC367503D245}" type="presParOf" srcId="{E66F4B78-3DCF-4B18-A709-4EC4524585C3}" destId="{F0481CF0-756D-4CDA-BAE8-645252F1E2DD}" srcOrd="1" destOrd="0" presId="urn:microsoft.com/office/officeart/2005/8/layout/lProcess2"/>
    <dgm:cxn modelId="{D59A17ED-4833-406E-91A5-627FE6C133F6}" type="presParOf" srcId="{E66F4B78-3DCF-4B18-A709-4EC4524585C3}" destId="{573327C4-1D6C-4FF6-B3F5-0A2F247106C9}" srcOrd="2" destOrd="0" presId="urn:microsoft.com/office/officeart/2005/8/layout/lProcess2"/>
    <dgm:cxn modelId="{0C51C5B6-8E21-40F1-8D2D-6CEE87686492}" type="presParOf" srcId="{E66F4B78-3DCF-4B18-A709-4EC4524585C3}" destId="{2B8B2BF1-080F-4FCE-8D65-A2FD24788C06}" srcOrd="3" destOrd="0" presId="urn:microsoft.com/office/officeart/2005/8/layout/lProcess2"/>
    <dgm:cxn modelId="{14806BE1-AFF4-4AB1-B630-FA8656371668}" type="presParOf" srcId="{E66F4B78-3DCF-4B18-A709-4EC4524585C3}" destId="{2043B0C3-50F2-4AE2-956B-6D0CD9A23E58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1C1799E-783C-4DAE-93D1-C59B7C82AECA}" type="doc">
      <dgm:prSet loTypeId="urn:microsoft.com/office/officeart/2009/3/layout/PieProcess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60F67EF4-2E63-4505-987B-10161E9A5DE7}">
      <dgm:prSet phldrT="[Texto]" phldr="0"/>
      <dgm:spPr/>
      <dgm:t>
        <a:bodyPr/>
        <a:lstStyle/>
        <a:p>
          <a:r>
            <a:rPr lang="es-CO" b="1" noProof="0">
              <a:latin typeface="DM Sans" pitchFamily="2" charset="0"/>
            </a:rPr>
            <a:t>Conclusiones</a:t>
          </a:r>
        </a:p>
      </dgm:t>
    </dgm:pt>
    <dgm:pt modelId="{1210EF3B-BA76-41DD-B1EE-8011E407E3FA}" type="parTrans" cxnId="{3C82ED57-9F89-4794-AD57-DC35239038B6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C0D183E5-342A-4237-895A-40141DF81A06}" type="sibTrans" cxnId="{3C82ED57-9F89-4794-AD57-DC35239038B6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8653A81A-9440-4CCB-94D3-E1BECFFD4AB9}">
      <dgm:prSet phldrT="[Texto]"/>
      <dgm:spPr/>
      <dgm:t>
        <a:bodyPr/>
        <a:lstStyle/>
        <a:p>
          <a:pPr algn="just">
            <a:buClr>
              <a:schemeClr val="dk2"/>
            </a:buClr>
            <a:buSzPts val="2800"/>
            <a:buFont typeface="+mj-lt"/>
            <a:buAutoNum type="arabicPeriod"/>
          </a:pPr>
          <a:r>
            <a:rPr lang="es-CO" b="1" noProof="0">
              <a:latin typeface="DM Sans" pitchFamily="2" charset="0"/>
              <a:cs typeface="Catamaran"/>
              <a:sym typeface="Catamaran"/>
            </a:rPr>
            <a:t>1.</a:t>
          </a:r>
          <a:r>
            <a:rPr lang="es-CO" noProof="0">
              <a:latin typeface="DM Sans" pitchFamily="2" charset="0"/>
              <a:cs typeface="Catamaran"/>
              <a:sym typeface="Catamaran"/>
            </a:rPr>
            <a:t> Las soluciones actuales son poderosas, pero altamente costosas y pensadas para grandes industrias.</a:t>
          </a:r>
          <a:endParaRPr lang="es-CO" noProof="0">
            <a:latin typeface="DM Sans" pitchFamily="2" charset="0"/>
          </a:endParaRPr>
        </a:p>
      </dgm:t>
    </dgm:pt>
    <dgm:pt modelId="{56110920-E295-4AF8-B1FE-4AF9DD90B815}" type="parTrans" cxnId="{C67FFC51-A13E-4960-8AFB-69D62D4B7658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EBD6FEED-B49B-4BCF-8DE5-8DA46170DCAE}" type="sibTrans" cxnId="{C67FFC51-A13E-4960-8AFB-69D62D4B7658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80A63902-40CE-4400-A0B7-2C4B722C5CB8}">
      <dgm:prSet phldrT="[Texto]"/>
      <dgm:spPr/>
      <dgm:t>
        <a:bodyPr/>
        <a:lstStyle/>
        <a:p>
          <a:pPr algn="just">
            <a:buClr>
              <a:schemeClr val="dk2"/>
            </a:buClr>
            <a:buSzPts val="2800"/>
            <a:buFont typeface="+mj-lt"/>
            <a:buAutoNum type="arabicPeriod"/>
          </a:pPr>
          <a:r>
            <a:rPr lang="es-CO" b="1" noProof="0">
              <a:latin typeface="DM Sans" pitchFamily="2" charset="0"/>
              <a:cs typeface="Catamaran"/>
              <a:sym typeface="Catamaran"/>
            </a:rPr>
            <a:t>2.</a:t>
          </a:r>
          <a:r>
            <a:rPr lang="es-CO" noProof="0">
              <a:latin typeface="DM Sans" pitchFamily="2" charset="0"/>
              <a:cs typeface="Catamaran"/>
              <a:sym typeface="Catamaran"/>
            </a:rPr>
            <a:t> Se identifica la necesidad de una alternativa accesible, autónoma y adaptada a PYMES.</a:t>
          </a:r>
          <a:endParaRPr lang="es-CO" noProof="0">
            <a:latin typeface="DM Sans" pitchFamily="2" charset="0"/>
          </a:endParaRPr>
        </a:p>
      </dgm:t>
    </dgm:pt>
    <dgm:pt modelId="{FF827ED7-2F14-47F4-95A9-C2292B7718EC}" type="parTrans" cxnId="{04BA651F-FED1-4867-B7B4-6D13B0CFD6D5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2E9711CB-36C5-44D8-9CBA-5E2051DFBC26}" type="sibTrans" cxnId="{04BA651F-FED1-4867-B7B4-6D13B0CFD6D5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B60FAEFA-4E89-4C01-816A-03F49DD0F716}">
      <dgm:prSet phldrT="[Texto]"/>
      <dgm:spPr/>
      <dgm:t>
        <a:bodyPr/>
        <a:lstStyle/>
        <a:p>
          <a:pPr algn="just">
            <a:buClr>
              <a:schemeClr val="dk2"/>
            </a:buClr>
            <a:buSzPts val="2800"/>
            <a:buFont typeface="+mj-lt"/>
            <a:buAutoNum type="arabicPeriod"/>
          </a:pPr>
          <a:r>
            <a:rPr lang="es-CO" b="1" noProof="0">
              <a:latin typeface="DM Sans" pitchFamily="2" charset="0"/>
              <a:cs typeface="Catamaran"/>
              <a:sym typeface="Catamaran"/>
            </a:rPr>
            <a:t>3.</a:t>
          </a:r>
          <a:r>
            <a:rPr lang="es-CO" noProof="0">
              <a:latin typeface="DM Sans" pitchFamily="2" charset="0"/>
              <a:cs typeface="Catamaran"/>
              <a:sym typeface="Catamaran"/>
            </a:rPr>
            <a:t> El proyecto propone un robot móvil autónomo con visión artificial + </a:t>
          </a:r>
          <a:r>
            <a:rPr lang="es-CO" noProof="0" err="1">
              <a:latin typeface="DM Sans" pitchFamily="2" charset="0"/>
              <a:cs typeface="Catamaran"/>
              <a:sym typeface="Catamaran"/>
            </a:rPr>
            <a:t>IoT</a:t>
          </a:r>
          <a:r>
            <a:rPr lang="es-CO" noProof="0">
              <a:latin typeface="DM Sans" pitchFamily="2" charset="0"/>
              <a:cs typeface="Catamaran"/>
              <a:sym typeface="Catamaran"/>
            </a:rPr>
            <a:t> como solución escalable.</a:t>
          </a:r>
          <a:endParaRPr lang="es-CO" noProof="0">
            <a:latin typeface="DM Sans" pitchFamily="2" charset="0"/>
          </a:endParaRPr>
        </a:p>
      </dgm:t>
    </dgm:pt>
    <dgm:pt modelId="{C88A648F-DA5C-441E-AB21-419DC6DC4FF7}" type="parTrans" cxnId="{847104B7-A8C2-48A7-86D4-1DDFFFDFBD24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AC1E16BB-E474-4A90-87D4-05E89E12B9DC}" type="sibTrans" cxnId="{847104B7-A8C2-48A7-86D4-1DDFFFDFBD24}">
      <dgm:prSet/>
      <dgm:spPr/>
      <dgm:t>
        <a:bodyPr/>
        <a:lstStyle/>
        <a:p>
          <a:endParaRPr lang="es-CO">
            <a:latin typeface="DM Sans" pitchFamily="2" charset="0"/>
          </a:endParaRPr>
        </a:p>
      </dgm:t>
    </dgm:pt>
    <dgm:pt modelId="{A4C78A3E-A34F-4FF9-9D69-CAD7BA178208}" type="pres">
      <dgm:prSet presAssocID="{A1C1799E-783C-4DAE-93D1-C59B7C82AECA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AF64F4CB-D66F-454D-9A7D-F2273BF1D117}" type="pres">
      <dgm:prSet presAssocID="{60F67EF4-2E63-4505-987B-10161E9A5DE7}" presName="ParentComposite" presStyleCnt="0"/>
      <dgm:spPr/>
    </dgm:pt>
    <dgm:pt modelId="{D9B20C4B-A14A-4538-9E49-35C8969BFDF3}" type="pres">
      <dgm:prSet presAssocID="{60F67EF4-2E63-4505-987B-10161E9A5DE7}" presName="Chord" presStyleLbl="bgShp" presStyleIdx="0" presStyleCnt="1"/>
      <dgm:spPr/>
    </dgm:pt>
    <dgm:pt modelId="{D1517766-2DF3-49AB-A916-DF9FAD8A8AF3}" type="pres">
      <dgm:prSet presAssocID="{60F67EF4-2E63-4505-987B-10161E9A5DE7}" presName="Pie" presStyleLbl="alignNode1" presStyleIdx="0" presStyleCnt="1"/>
      <dgm:spPr/>
    </dgm:pt>
    <dgm:pt modelId="{D8A777E5-3489-4BBA-AED2-334CDF07D4D5}" type="pres">
      <dgm:prSet presAssocID="{60F67EF4-2E63-4505-987B-10161E9A5DE7}" presName="Parent" presStyleLbl="revTx" presStyleIdx="0" presStyleCnt="2">
        <dgm:presLayoutVars>
          <dgm:chMax val="1"/>
          <dgm:chPref val="1"/>
          <dgm:bulletEnabled val="1"/>
        </dgm:presLayoutVars>
      </dgm:prSet>
      <dgm:spPr/>
    </dgm:pt>
    <dgm:pt modelId="{FC32D508-8CDE-4656-8D45-81EA246DB053}" type="pres">
      <dgm:prSet presAssocID="{EBD6FEED-B49B-4BCF-8DE5-8DA46170DCAE}" presName="negSibTrans" presStyleCnt="0"/>
      <dgm:spPr/>
    </dgm:pt>
    <dgm:pt modelId="{45476142-3A16-4DC5-8B19-75B6A0658E4E}" type="pres">
      <dgm:prSet presAssocID="{60F67EF4-2E63-4505-987B-10161E9A5DE7}" presName="composite" presStyleCnt="0"/>
      <dgm:spPr/>
    </dgm:pt>
    <dgm:pt modelId="{3966E5DD-BD3A-4230-9EF3-DEDE33B4F764}" type="pres">
      <dgm:prSet presAssocID="{60F67EF4-2E63-4505-987B-10161E9A5DE7}" presName="Child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04BA651F-FED1-4867-B7B4-6D13B0CFD6D5}" srcId="{60F67EF4-2E63-4505-987B-10161E9A5DE7}" destId="{80A63902-40CE-4400-A0B7-2C4B722C5CB8}" srcOrd="1" destOrd="0" parTransId="{FF827ED7-2F14-47F4-95A9-C2292B7718EC}" sibTransId="{2E9711CB-36C5-44D8-9CBA-5E2051DFBC26}"/>
    <dgm:cxn modelId="{760B5833-4850-4C5B-A359-87044CE2F55F}" type="presOf" srcId="{60F67EF4-2E63-4505-987B-10161E9A5DE7}" destId="{D8A777E5-3489-4BBA-AED2-334CDF07D4D5}" srcOrd="0" destOrd="0" presId="urn:microsoft.com/office/officeart/2009/3/layout/PieProcess"/>
    <dgm:cxn modelId="{F6EBE033-647E-4B0F-8176-D937243ECAE0}" type="presOf" srcId="{80A63902-40CE-4400-A0B7-2C4B722C5CB8}" destId="{3966E5DD-BD3A-4230-9EF3-DEDE33B4F764}" srcOrd="0" destOrd="1" presId="urn:microsoft.com/office/officeart/2009/3/layout/PieProcess"/>
    <dgm:cxn modelId="{AC76FA33-B050-46B9-A8FD-2FD028943E3C}" type="presOf" srcId="{B60FAEFA-4E89-4C01-816A-03F49DD0F716}" destId="{3966E5DD-BD3A-4230-9EF3-DEDE33B4F764}" srcOrd="0" destOrd="2" presId="urn:microsoft.com/office/officeart/2009/3/layout/PieProcess"/>
    <dgm:cxn modelId="{CFA7234A-F22C-4634-9202-DDA13F7FF5DB}" type="presOf" srcId="{8653A81A-9440-4CCB-94D3-E1BECFFD4AB9}" destId="{3966E5DD-BD3A-4230-9EF3-DEDE33B4F764}" srcOrd="0" destOrd="0" presId="urn:microsoft.com/office/officeart/2009/3/layout/PieProcess"/>
    <dgm:cxn modelId="{C67FFC51-A13E-4960-8AFB-69D62D4B7658}" srcId="{60F67EF4-2E63-4505-987B-10161E9A5DE7}" destId="{8653A81A-9440-4CCB-94D3-E1BECFFD4AB9}" srcOrd="0" destOrd="0" parTransId="{56110920-E295-4AF8-B1FE-4AF9DD90B815}" sibTransId="{EBD6FEED-B49B-4BCF-8DE5-8DA46170DCAE}"/>
    <dgm:cxn modelId="{3C82ED57-9F89-4794-AD57-DC35239038B6}" srcId="{A1C1799E-783C-4DAE-93D1-C59B7C82AECA}" destId="{60F67EF4-2E63-4505-987B-10161E9A5DE7}" srcOrd="0" destOrd="0" parTransId="{1210EF3B-BA76-41DD-B1EE-8011E407E3FA}" sibTransId="{C0D183E5-342A-4237-895A-40141DF81A06}"/>
    <dgm:cxn modelId="{847104B7-A8C2-48A7-86D4-1DDFFFDFBD24}" srcId="{60F67EF4-2E63-4505-987B-10161E9A5DE7}" destId="{B60FAEFA-4E89-4C01-816A-03F49DD0F716}" srcOrd="2" destOrd="0" parTransId="{C88A648F-DA5C-441E-AB21-419DC6DC4FF7}" sibTransId="{AC1E16BB-E474-4A90-87D4-05E89E12B9DC}"/>
    <dgm:cxn modelId="{1ACFFED7-19DF-463D-89AC-07CBFEAFD5A5}" type="presOf" srcId="{A1C1799E-783C-4DAE-93D1-C59B7C82AECA}" destId="{A4C78A3E-A34F-4FF9-9D69-CAD7BA178208}" srcOrd="0" destOrd="0" presId="urn:microsoft.com/office/officeart/2009/3/layout/PieProcess"/>
    <dgm:cxn modelId="{D9B1E438-228A-43C7-B399-A1D4B29B5A4A}" type="presParOf" srcId="{A4C78A3E-A34F-4FF9-9D69-CAD7BA178208}" destId="{AF64F4CB-D66F-454D-9A7D-F2273BF1D117}" srcOrd="0" destOrd="0" presId="urn:microsoft.com/office/officeart/2009/3/layout/PieProcess"/>
    <dgm:cxn modelId="{2985864D-5628-4EDC-A94D-160267FF8945}" type="presParOf" srcId="{AF64F4CB-D66F-454D-9A7D-F2273BF1D117}" destId="{D9B20C4B-A14A-4538-9E49-35C8969BFDF3}" srcOrd="0" destOrd="0" presId="urn:microsoft.com/office/officeart/2009/3/layout/PieProcess"/>
    <dgm:cxn modelId="{EF922427-7D74-4426-B150-7701B7FBCF10}" type="presParOf" srcId="{AF64F4CB-D66F-454D-9A7D-F2273BF1D117}" destId="{D1517766-2DF3-49AB-A916-DF9FAD8A8AF3}" srcOrd="1" destOrd="0" presId="urn:microsoft.com/office/officeart/2009/3/layout/PieProcess"/>
    <dgm:cxn modelId="{690E8630-5233-4A54-804B-C076A4E2EE0F}" type="presParOf" srcId="{AF64F4CB-D66F-454D-9A7D-F2273BF1D117}" destId="{D8A777E5-3489-4BBA-AED2-334CDF07D4D5}" srcOrd="2" destOrd="0" presId="urn:microsoft.com/office/officeart/2009/3/layout/PieProcess"/>
    <dgm:cxn modelId="{1DFE9861-B0CB-4708-9C54-BD08BF5A542D}" type="presParOf" srcId="{A4C78A3E-A34F-4FF9-9D69-CAD7BA178208}" destId="{FC32D508-8CDE-4656-8D45-81EA246DB053}" srcOrd="1" destOrd="0" presId="urn:microsoft.com/office/officeart/2009/3/layout/PieProcess"/>
    <dgm:cxn modelId="{B703C524-B256-4F36-9E9E-39F356DD4734}" type="presParOf" srcId="{A4C78A3E-A34F-4FF9-9D69-CAD7BA178208}" destId="{45476142-3A16-4DC5-8B19-75B6A0658E4E}" srcOrd="2" destOrd="0" presId="urn:microsoft.com/office/officeart/2009/3/layout/PieProcess"/>
    <dgm:cxn modelId="{8C79EE1C-8B9D-41A9-9982-CBE0E12C669A}" type="presParOf" srcId="{45476142-3A16-4DC5-8B19-75B6A0658E4E}" destId="{3966E5DD-BD3A-4230-9EF3-DEDE33B4F764}" srcOrd="0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396897B-55DB-4D81-B26E-C2E36B6EDC1A}" type="doc">
      <dgm:prSet loTypeId="urn:microsoft.com/office/officeart/2005/8/layout/lProcess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C9A85A-6886-47E1-9EF0-244F8C44B7A9}">
      <dgm:prSet phldrT="[Texto]"/>
      <dgm:spPr>
        <a:solidFill>
          <a:schemeClr val="bg2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Gestión del inventario </a:t>
          </a:r>
        </a:p>
      </dgm:t>
    </dgm:pt>
    <dgm:pt modelId="{F294E217-97AF-4BBA-A959-7E27B90F1B2A}" type="parTrans" cxnId="{09D24D5E-6EEE-497A-9AAD-8D16BAB9333A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EE439C8C-6CF6-45F0-8076-F25BDE8BB654}" type="sibTrans" cxnId="{09D24D5E-6EEE-497A-9AAD-8D16BAB9333A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DFE53791-25A1-46E5-AF17-0FFFC1E39B63}">
      <dgm:prSet phldrT="[Texto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Inexactitud en el Registro de Inventario (IRI).</a:t>
          </a:r>
        </a:p>
      </dgm:t>
    </dgm:pt>
    <dgm:pt modelId="{1FE5CA70-857C-4C58-B064-8484A1407031}" type="parTrans" cxnId="{D5099933-7245-40FB-B7A0-D4795B34884D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B8081ECB-53AB-4583-BF44-E941B457CBE4}" type="sibTrans" cxnId="{D5099933-7245-40FB-B7A0-D4795B34884D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723E0B0F-7BC7-4CB0-9F61-FD7CE36B6223}">
      <dgm:prSet phldrT="[Texto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Sincronización de datos</a:t>
          </a:r>
        </a:p>
      </dgm:t>
    </dgm:pt>
    <dgm:pt modelId="{2A4A1AAC-7ED3-4625-BF58-28A9E88C6EDA}" type="parTrans" cxnId="{3B24DD4B-D021-4977-B1A3-AD7E2F86DC99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BD41B278-5CB9-47A3-B82A-6FFDA0E24023}" type="sibTrans" cxnId="{3B24DD4B-D021-4977-B1A3-AD7E2F86DC99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6D7F9C6A-8903-4303-84CC-BD212F8CC89E}">
      <dgm:prSet phldrT="[Texto]"/>
      <dgm:spPr>
        <a:solidFill>
          <a:schemeClr val="bg2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Visión Artificial</a:t>
          </a:r>
        </a:p>
      </dgm:t>
    </dgm:pt>
    <dgm:pt modelId="{9004A3AB-D014-483A-887B-5B62AA546CAD}" type="parTrans" cxnId="{B0C29AB7-F365-4455-A6DC-AB98D2E76AA6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5D72BFAF-11E4-4D86-A1EB-D2D2E6731E4E}" type="sibTrans" cxnId="{B0C29AB7-F365-4455-A6DC-AB98D2E76AA6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0A5D34ED-8F59-424B-A81E-822FC95EAE24}">
      <dgm:prSet phldrT="[Texto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Segmentación y clasificación de imágenes.</a:t>
          </a:r>
        </a:p>
      </dgm:t>
    </dgm:pt>
    <dgm:pt modelId="{A8F9914A-5F6F-4AA2-A2E5-159DAA2C2190}" type="parTrans" cxnId="{847F052C-CACD-44A7-A81B-3CCF7722F62E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9A6C3C88-A4C8-4E53-9A86-646E2EF0DE63}" type="sibTrans" cxnId="{847F052C-CACD-44A7-A81B-3CCF7722F62E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2E0BE3D9-F9D8-44E3-9A52-DE398B0862CA}">
      <dgm:prSet phldrT="[Texto]"/>
      <dgm:spPr>
        <a:solidFill>
          <a:schemeClr val="bg2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Internet de las cosas (</a:t>
          </a:r>
          <a:r>
            <a:rPr lang="es-CO" noProof="0" err="1">
              <a:latin typeface="DM Sans" pitchFamily="2" charset="0"/>
            </a:rPr>
            <a:t>IoT</a:t>
          </a:r>
          <a:r>
            <a:rPr lang="es-CO" noProof="0">
              <a:latin typeface="DM Sans" pitchFamily="2" charset="0"/>
            </a:rPr>
            <a:t>)</a:t>
          </a:r>
        </a:p>
      </dgm:t>
    </dgm:pt>
    <dgm:pt modelId="{49EC1D46-B8FC-4775-8AAB-D36A3B322809}" type="parTrans" cxnId="{F629CE81-1A3E-4072-81BB-DD3DE468D768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0603D4AE-C2D5-4D1C-885F-E06672E5F7D6}" type="sibTrans" cxnId="{F629CE81-1A3E-4072-81BB-DD3DE468D768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D1F63F10-FD26-408F-AE9D-522A6CFBAF4E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Cuantificación de elementos en escena</a:t>
          </a:r>
        </a:p>
      </dgm:t>
    </dgm:pt>
    <dgm:pt modelId="{AC324ECB-4489-4E48-B241-57164424708A}" type="parTrans" cxnId="{484B3F19-2E31-4C77-9A55-681ED92D786B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3CFCEC20-182B-4BFB-B80D-A7A1F9236249}" type="sibTrans" cxnId="{484B3F19-2E31-4C77-9A55-681ED92D786B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CC59E40C-3551-4BEE-B6C8-F88293F3F2B9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Aprendizaje automático y Deep </a:t>
          </a:r>
          <a:r>
            <a:rPr lang="es-CO" noProof="0" err="1">
              <a:latin typeface="DM Sans" pitchFamily="2" charset="0"/>
            </a:rPr>
            <a:t>learning</a:t>
          </a:r>
          <a:r>
            <a:rPr lang="es-CO" noProof="0">
              <a:latin typeface="DM Sans" pitchFamily="2" charset="0"/>
            </a:rPr>
            <a:t> </a:t>
          </a:r>
        </a:p>
      </dgm:t>
    </dgm:pt>
    <dgm:pt modelId="{CEE3624A-6A3B-4D11-A3AD-0C9041DE0FFC}" type="parTrans" cxnId="{F2169DB8-723C-4A77-BC6C-AEC71F9A6EE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16F11BC8-7D64-41F3-AE22-7792451EEC52}" type="sibTrans" cxnId="{F2169DB8-723C-4A77-BC6C-AEC71F9A6EE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71DF6457-ADB3-4852-A385-B6520FCBE7E7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Interoperabilidad</a:t>
          </a:r>
        </a:p>
      </dgm:t>
    </dgm:pt>
    <dgm:pt modelId="{25DAC4BF-B24B-4B60-A6FC-C85BEBA9B059}" type="parTrans" cxnId="{FB60D59F-5779-4DD4-A47D-4FFF3B942806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7AB07947-783C-4120-95F7-4C9B10DBC423}" type="sibTrans" cxnId="{FB60D59F-5779-4DD4-A47D-4FFF3B942806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96F7A73C-1631-4857-AB3D-35EC8713A972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Transmisión en tiempo real</a:t>
          </a:r>
        </a:p>
      </dgm:t>
    </dgm:pt>
    <dgm:pt modelId="{08E6AFFA-285F-44AD-BF7E-017F82A24353}" type="parTrans" cxnId="{D31F1BEE-9CE7-46C8-9507-D4D20D7446EC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1CDC1A2A-983B-4A74-AD6E-ACA939F637A6}" type="sibTrans" cxnId="{D31F1BEE-9CE7-46C8-9507-D4D20D7446EC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799ACB39-C378-4B45-8DD5-B71A804C622D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Inventario fantasma.</a:t>
          </a:r>
        </a:p>
      </dgm:t>
    </dgm:pt>
    <dgm:pt modelId="{12844847-C8EB-44E0-B888-58F245AD562C}" type="parTrans" cxnId="{932F0F5D-B274-4EF9-AE63-1BD6AB8CAC76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EE4D4F86-D57C-44CC-9BFD-5E1D7A87C6B7}" type="sibTrans" cxnId="{932F0F5D-B274-4EF9-AE63-1BD6AB8CAC76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68C7C57B-0273-4568-86E4-428C28B6AAA3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Inventario oculto.</a:t>
          </a:r>
        </a:p>
      </dgm:t>
    </dgm:pt>
    <dgm:pt modelId="{36C410BB-AC72-4D99-9ECE-9B4A6E895FB8}" type="parTrans" cxnId="{3915F4A0-726F-418A-9B72-F26B9A74284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3ACB0DA1-3CFB-42F7-A2BF-BA3A333446C4}" type="sibTrans" cxnId="{3915F4A0-726F-418A-9B72-F26B9A74284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27DA04A2-CAA1-48B5-8CA4-BCBDA4571F19}">
      <dgm:prSet/>
      <dgm:spPr>
        <a:solidFill>
          <a:schemeClr val="bg2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Robótica Móvil</a:t>
          </a:r>
        </a:p>
      </dgm:t>
    </dgm:pt>
    <dgm:pt modelId="{C174A4CB-5EA6-4E40-A7AC-413F746B31E1}" type="parTrans" cxnId="{BB21A066-AC0B-4B53-A5AB-530FC3ECA4AD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B687DC8F-76ED-45CC-A6A5-297E978AF0EA}" type="sibTrans" cxnId="{BB21A066-AC0B-4B53-A5AB-530FC3ECA4AD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0EDEC32E-5B14-4DDF-AC50-B03D25B07917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 err="1">
              <a:latin typeface="DM Sans" pitchFamily="2" charset="0"/>
            </a:rPr>
            <a:t>Odometría</a:t>
          </a:r>
          <a:r>
            <a:rPr lang="es-CO" noProof="0">
              <a:latin typeface="DM Sans" pitchFamily="2" charset="0"/>
            </a:rPr>
            <a:t> </a:t>
          </a:r>
        </a:p>
      </dgm:t>
    </dgm:pt>
    <dgm:pt modelId="{08E61796-C0CD-4CF0-8D0A-77452C4A8FF4}" type="parTrans" cxnId="{C35197DC-8D0B-4238-A28F-0EF9C572949F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89EB014E-1E02-4237-988F-FADE263C15CF}" type="sibTrans" cxnId="{C35197DC-8D0B-4238-A28F-0EF9C572949F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806A357C-9F43-4175-BDFA-D1E39A006493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Navegación autónoma</a:t>
          </a:r>
        </a:p>
      </dgm:t>
    </dgm:pt>
    <dgm:pt modelId="{83C47D56-4CF0-44A5-BD6F-788B9BD22BDF}" type="parTrans" cxnId="{9E046171-008D-42B5-B476-0F537BFEDF0B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3B3D3047-C30D-4961-85B6-809DF5FF7195}" type="sibTrans" cxnId="{9E046171-008D-42B5-B476-0F537BFEDF0B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39BFE61F-0B70-4890-83DC-0D2FB97E6324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Control de movimiento</a:t>
          </a:r>
        </a:p>
      </dgm:t>
    </dgm:pt>
    <dgm:pt modelId="{8A5AC59D-73E2-4291-A9F3-99596C021A9C}" type="parTrans" cxnId="{2343C1E1-18B7-4EC1-8264-CDC202DC9739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05B11397-3AB0-437B-876B-9722694C1BB6}" type="sibTrans" cxnId="{2343C1E1-18B7-4EC1-8264-CDC202DC9739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B6B9106E-1128-4B72-9E0D-9F979AD85DE4}" type="pres">
      <dgm:prSet presAssocID="{2396897B-55DB-4D81-B26E-C2E36B6EDC1A}" presName="theList" presStyleCnt="0">
        <dgm:presLayoutVars>
          <dgm:dir/>
          <dgm:animLvl val="lvl"/>
          <dgm:resizeHandles val="exact"/>
        </dgm:presLayoutVars>
      </dgm:prSet>
      <dgm:spPr/>
    </dgm:pt>
    <dgm:pt modelId="{0B9A0078-8E4F-4153-986D-0DD717BE60C2}" type="pres">
      <dgm:prSet presAssocID="{C5C9A85A-6886-47E1-9EF0-244F8C44B7A9}" presName="compNode" presStyleCnt="0"/>
      <dgm:spPr/>
    </dgm:pt>
    <dgm:pt modelId="{9CAB9731-A4CB-4412-9D26-538EE7987071}" type="pres">
      <dgm:prSet presAssocID="{C5C9A85A-6886-47E1-9EF0-244F8C44B7A9}" presName="aNode" presStyleLbl="bgShp" presStyleIdx="0" presStyleCnt="4" custLinFactNeighborX="-4588"/>
      <dgm:spPr/>
    </dgm:pt>
    <dgm:pt modelId="{2B4FD4F3-1160-4E80-8B0B-A48B5BFE13E2}" type="pres">
      <dgm:prSet presAssocID="{C5C9A85A-6886-47E1-9EF0-244F8C44B7A9}" presName="textNode" presStyleLbl="bgShp" presStyleIdx="0" presStyleCnt="4"/>
      <dgm:spPr/>
    </dgm:pt>
    <dgm:pt modelId="{844DBDA5-C2B2-4C63-9DDA-1A3BC0110E31}" type="pres">
      <dgm:prSet presAssocID="{C5C9A85A-6886-47E1-9EF0-244F8C44B7A9}" presName="compChildNode" presStyleCnt="0"/>
      <dgm:spPr/>
    </dgm:pt>
    <dgm:pt modelId="{9F2BDBD2-5603-475F-98C3-5315AB1E9844}" type="pres">
      <dgm:prSet presAssocID="{C5C9A85A-6886-47E1-9EF0-244F8C44B7A9}" presName="theInnerList" presStyleCnt="0"/>
      <dgm:spPr/>
    </dgm:pt>
    <dgm:pt modelId="{D34F12A8-9FAA-46FC-8226-EEC7D97A49C9}" type="pres">
      <dgm:prSet presAssocID="{DFE53791-25A1-46E5-AF17-0FFFC1E39B63}" presName="childNode" presStyleLbl="node1" presStyleIdx="0" presStyleCnt="12">
        <dgm:presLayoutVars>
          <dgm:bulletEnabled val="1"/>
        </dgm:presLayoutVars>
      </dgm:prSet>
      <dgm:spPr/>
    </dgm:pt>
    <dgm:pt modelId="{CD728968-F595-498A-B92C-8B1F34BCAFC7}" type="pres">
      <dgm:prSet presAssocID="{DFE53791-25A1-46E5-AF17-0FFFC1E39B63}" presName="aSpace2" presStyleCnt="0"/>
      <dgm:spPr/>
    </dgm:pt>
    <dgm:pt modelId="{0B1E4FBF-1BA0-4BFA-8430-4EA62C661FB0}" type="pres">
      <dgm:prSet presAssocID="{799ACB39-C378-4B45-8DD5-B71A804C622D}" presName="childNode" presStyleLbl="node1" presStyleIdx="1" presStyleCnt="12">
        <dgm:presLayoutVars>
          <dgm:bulletEnabled val="1"/>
        </dgm:presLayoutVars>
      </dgm:prSet>
      <dgm:spPr/>
    </dgm:pt>
    <dgm:pt modelId="{11E25A89-35D1-4EA0-9F70-ADAF649E51B2}" type="pres">
      <dgm:prSet presAssocID="{799ACB39-C378-4B45-8DD5-B71A804C622D}" presName="aSpace2" presStyleCnt="0"/>
      <dgm:spPr/>
    </dgm:pt>
    <dgm:pt modelId="{158B9C46-EE45-497D-8B54-73050EA57749}" type="pres">
      <dgm:prSet presAssocID="{68C7C57B-0273-4568-86E4-428C28B6AAA3}" presName="childNode" presStyleLbl="node1" presStyleIdx="2" presStyleCnt="12">
        <dgm:presLayoutVars>
          <dgm:bulletEnabled val="1"/>
        </dgm:presLayoutVars>
      </dgm:prSet>
      <dgm:spPr/>
    </dgm:pt>
    <dgm:pt modelId="{31F01BC7-4C28-45CC-8837-5C90DEEC85B9}" type="pres">
      <dgm:prSet presAssocID="{C5C9A85A-6886-47E1-9EF0-244F8C44B7A9}" presName="aSpace" presStyleCnt="0"/>
      <dgm:spPr/>
    </dgm:pt>
    <dgm:pt modelId="{EDFF61BD-33F6-47B5-94B6-17B6F4F85F6B}" type="pres">
      <dgm:prSet presAssocID="{6D7F9C6A-8903-4303-84CC-BD212F8CC89E}" presName="compNode" presStyleCnt="0"/>
      <dgm:spPr/>
    </dgm:pt>
    <dgm:pt modelId="{A5225AD0-9E27-4FC3-ADB6-E8E30442A1BE}" type="pres">
      <dgm:prSet presAssocID="{6D7F9C6A-8903-4303-84CC-BD212F8CC89E}" presName="aNode" presStyleLbl="bgShp" presStyleIdx="1" presStyleCnt="4"/>
      <dgm:spPr/>
    </dgm:pt>
    <dgm:pt modelId="{BE284FD6-5F8A-4E71-A785-1595979CE9EF}" type="pres">
      <dgm:prSet presAssocID="{6D7F9C6A-8903-4303-84CC-BD212F8CC89E}" presName="textNode" presStyleLbl="bgShp" presStyleIdx="1" presStyleCnt="4"/>
      <dgm:spPr/>
    </dgm:pt>
    <dgm:pt modelId="{25B2C09E-A9C0-49E5-A526-56C8A3C866E5}" type="pres">
      <dgm:prSet presAssocID="{6D7F9C6A-8903-4303-84CC-BD212F8CC89E}" presName="compChildNode" presStyleCnt="0"/>
      <dgm:spPr/>
    </dgm:pt>
    <dgm:pt modelId="{72F5E0D2-D4AD-4125-A8C4-759B5C886E90}" type="pres">
      <dgm:prSet presAssocID="{6D7F9C6A-8903-4303-84CC-BD212F8CC89E}" presName="theInnerList" presStyleCnt="0"/>
      <dgm:spPr/>
    </dgm:pt>
    <dgm:pt modelId="{347D6BCF-BCBF-4A70-9612-D530D9EF8368}" type="pres">
      <dgm:prSet presAssocID="{0A5D34ED-8F59-424B-A81E-822FC95EAE24}" presName="childNode" presStyleLbl="node1" presStyleIdx="3" presStyleCnt="12">
        <dgm:presLayoutVars>
          <dgm:bulletEnabled val="1"/>
        </dgm:presLayoutVars>
      </dgm:prSet>
      <dgm:spPr/>
    </dgm:pt>
    <dgm:pt modelId="{7F530B55-B46D-4BAB-A7B4-AD72A83750FF}" type="pres">
      <dgm:prSet presAssocID="{0A5D34ED-8F59-424B-A81E-822FC95EAE24}" presName="aSpace2" presStyleCnt="0"/>
      <dgm:spPr/>
    </dgm:pt>
    <dgm:pt modelId="{CA377592-BC87-4324-9ABD-2E844F4DFDD2}" type="pres">
      <dgm:prSet presAssocID="{D1F63F10-FD26-408F-AE9D-522A6CFBAF4E}" presName="childNode" presStyleLbl="node1" presStyleIdx="4" presStyleCnt="12">
        <dgm:presLayoutVars>
          <dgm:bulletEnabled val="1"/>
        </dgm:presLayoutVars>
      </dgm:prSet>
      <dgm:spPr/>
    </dgm:pt>
    <dgm:pt modelId="{3FDA8D96-BBBD-443C-8157-196F6D6A7115}" type="pres">
      <dgm:prSet presAssocID="{D1F63F10-FD26-408F-AE9D-522A6CFBAF4E}" presName="aSpace2" presStyleCnt="0"/>
      <dgm:spPr/>
    </dgm:pt>
    <dgm:pt modelId="{ADD5AA24-6D83-467E-81B2-675BBC8BB2C2}" type="pres">
      <dgm:prSet presAssocID="{CC59E40C-3551-4BEE-B6C8-F88293F3F2B9}" presName="childNode" presStyleLbl="node1" presStyleIdx="5" presStyleCnt="12">
        <dgm:presLayoutVars>
          <dgm:bulletEnabled val="1"/>
        </dgm:presLayoutVars>
      </dgm:prSet>
      <dgm:spPr/>
    </dgm:pt>
    <dgm:pt modelId="{37341BF4-0EC4-4A95-9289-85A8FF7B469C}" type="pres">
      <dgm:prSet presAssocID="{6D7F9C6A-8903-4303-84CC-BD212F8CC89E}" presName="aSpace" presStyleCnt="0"/>
      <dgm:spPr/>
    </dgm:pt>
    <dgm:pt modelId="{188D9223-0793-4A15-894B-77A5CF632FAB}" type="pres">
      <dgm:prSet presAssocID="{2E0BE3D9-F9D8-44E3-9A52-DE398B0862CA}" presName="compNode" presStyleCnt="0"/>
      <dgm:spPr/>
    </dgm:pt>
    <dgm:pt modelId="{7CBFB754-253B-47BE-9E72-522D31256754}" type="pres">
      <dgm:prSet presAssocID="{2E0BE3D9-F9D8-44E3-9A52-DE398B0862CA}" presName="aNode" presStyleLbl="bgShp" presStyleIdx="2" presStyleCnt="4" custLinFactNeighborX="-3750" custLinFactNeighborY="3411"/>
      <dgm:spPr/>
    </dgm:pt>
    <dgm:pt modelId="{937FDA76-F01F-41A4-AB3F-AE8C02663D9C}" type="pres">
      <dgm:prSet presAssocID="{2E0BE3D9-F9D8-44E3-9A52-DE398B0862CA}" presName="textNode" presStyleLbl="bgShp" presStyleIdx="2" presStyleCnt="4"/>
      <dgm:spPr/>
    </dgm:pt>
    <dgm:pt modelId="{493B2CA9-EE2B-46F2-B0E3-0BD93CBED952}" type="pres">
      <dgm:prSet presAssocID="{2E0BE3D9-F9D8-44E3-9A52-DE398B0862CA}" presName="compChildNode" presStyleCnt="0"/>
      <dgm:spPr/>
    </dgm:pt>
    <dgm:pt modelId="{EDA7F710-8F38-436D-880F-0069BCF1575A}" type="pres">
      <dgm:prSet presAssocID="{2E0BE3D9-F9D8-44E3-9A52-DE398B0862CA}" presName="theInnerList" presStyleCnt="0"/>
      <dgm:spPr/>
    </dgm:pt>
    <dgm:pt modelId="{473BB5C6-3D5B-438B-8DDB-E58C746828F0}" type="pres">
      <dgm:prSet presAssocID="{723E0B0F-7BC7-4CB0-9F61-FD7CE36B6223}" presName="childNode" presStyleLbl="node1" presStyleIdx="6" presStyleCnt="12">
        <dgm:presLayoutVars>
          <dgm:bulletEnabled val="1"/>
        </dgm:presLayoutVars>
      </dgm:prSet>
      <dgm:spPr/>
    </dgm:pt>
    <dgm:pt modelId="{6645DABC-7833-403D-AD58-C60EB2DF4E51}" type="pres">
      <dgm:prSet presAssocID="{723E0B0F-7BC7-4CB0-9F61-FD7CE36B6223}" presName="aSpace2" presStyleCnt="0"/>
      <dgm:spPr/>
    </dgm:pt>
    <dgm:pt modelId="{5531F1E6-2C29-4203-BD9C-748A171C5EC3}" type="pres">
      <dgm:prSet presAssocID="{71DF6457-ADB3-4852-A385-B6520FCBE7E7}" presName="childNode" presStyleLbl="node1" presStyleIdx="7" presStyleCnt="12">
        <dgm:presLayoutVars>
          <dgm:bulletEnabled val="1"/>
        </dgm:presLayoutVars>
      </dgm:prSet>
      <dgm:spPr/>
    </dgm:pt>
    <dgm:pt modelId="{D40AFB83-1887-4F87-B213-FA5C39146F5A}" type="pres">
      <dgm:prSet presAssocID="{71DF6457-ADB3-4852-A385-B6520FCBE7E7}" presName="aSpace2" presStyleCnt="0"/>
      <dgm:spPr/>
    </dgm:pt>
    <dgm:pt modelId="{6E014D7E-C7B1-4188-A5DC-450FD4F99E58}" type="pres">
      <dgm:prSet presAssocID="{96F7A73C-1631-4857-AB3D-35EC8713A972}" presName="childNode" presStyleLbl="node1" presStyleIdx="8" presStyleCnt="12">
        <dgm:presLayoutVars>
          <dgm:bulletEnabled val="1"/>
        </dgm:presLayoutVars>
      </dgm:prSet>
      <dgm:spPr/>
    </dgm:pt>
    <dgm:pt modelId="{E4E843C8-9EE6-4814-A1FB-F7957E75C65C}" type="pres">
      <dgm:prSet presAssocID="{2E0BE3D9-F9D8-44E3-9A52-DE398B0862CA}" presName="aSpace" presStyleCnt="0"/>
      <dgm:spPr/>
    </dgm:pt>
    <dgm:pt modelId="{0C7ED4BE-B8C7-4345-ABE5-0CA5AC188616}" type="pres">
      <dgm:prSet presAssocID="{27DA04A2-CAA1-48B5-8CA4-BCBDA4571F19}" presName="compNode" presStyleCnt="0"/>
      <dgm:spPr/>
    </dgm:pt>
    <dgm:pt modelId="{AC81F9BE-A422-4EAE-B2EE-F47649E3FBE5}" type="pres">
      <dgm:prSet presAssocID="{27DA04A2-CAA1-48B5-8CA4-BCBDA4571F19}" presName="aNode" presStyleLbl="bgShp" presStyleIdx="3" presStyleCnt="4"/>
      <dgm:spPr/>
    </dgm:pt>
    <dgm:pt modelId="{D76FCE25-B5E1-49C2-B98A-E2C34033EB60}" type="pres">
      <dgm:prSet presAssocID="{27DA04A2-CAA1-48B5-8CA4-BCBDA4571F19}" presName="textNode" presStyleLbl="bgShp" presStyleIdx="3" presStyleCnt="4"/>
      <dgm:spPr/>
    </dgm:pt>
    <dgm:pt modelId="{D1AEE670-4E5F-4816-A674-00F889200977}" type="pres">
      <dgm:prSet presAssocID="{27DA04A2-CAA1-48B5-8CA4-BCBDA4571F19}" presName="compChildNode" presStyleCnt="0"/>
      <dgm:spPr/>
    </dgm:pt>
    <dgm:pt modelId="{C4DC78B5-6268-4C2D-AB22-11D8BDFFD067}" type="pres">
      <dgm:prSet presAssocID="{27DA04A2-CAA1-48B5-8CA4-BCBDA4571F19}" presName="theInnerList" presStyleCnt="0"/>
      <dgm:spPr/>
    </dgm:pt>
    <dgm:pt modelId="{B7BC4619-8891-4EB7-A9FB-D726D6373B87}" type="pres">
      <dgm:prSet presAssocID="{0EDEC32E-5B14-4DDF-AC50-B03D25B07917}" presName="childNode" presStyleLbl="node1" presStyleIdx="9" presStyleCnt="12">
        <dgm:presLayoutVars>
          <dgm:bulletEnabled val="1"/>
        </dgm:presLayoutVars>
      </dgm:prSet>
      <dgm:spPr/>
    </dgm:pt>
    <dgm:pt modelId="{23DA1041-3B8C-4626-ABB1-CED7083E9765}" type="pres">
      <dgm:prSet presAssocID="{0EDEC32E-5B14-4DDF-AC50-B03D25B07917}" presName="aSpace2" presStyleCnt="0"/>
      <dgm:spPr/>
    </dgm:pt>
    <dgm:pt modelId="{5B270013-315C-44F2-82D2-E24D660B34B7}" type="pres">
      <dgm:prSet presAssocID="{806A357C-9F43-4175-BDFA-D1E39A006493}" presName="childNode" presStyleLbl="node1" presStyleIdx="10" presStyleCnt="12">
        <dgm:presLayoutVars>
          <dgm:bulletEnabled val="1"/>
        </dgm:presLayoutVars>
      </dgm:prSet>
      <dgm:spPr/>
    </dgm:pt>
    <dgm:pt modelId="{96898FD8-22E0-4D07-9A5C-1DA6415ECCF2}" type="pres">
      <dgm:prSet presAssocID="{806A357C-9F43-4175-BDFA-D1E39A006493}" presName="aSpace2" presStyleCnt="0"/>
      <dgm:spPr/>
    </dgm:pt>
    <dgm:pt modelId="{455253A3-53CB-4AC9-A402-BEE5D5C32D73}" type="pres">
      <dgm:prSet presAssocID="{39BFE61F-0B70-4890-83DC-0D2FB97E6324}" presName="childNode" presStyleLbl="node1" presStyleIdx="11" presStyleCnt="12">
        <dgm:presLayoutVars>
          <dgm:bulletEnabled val="1"/>
        </dgm:presLayoutVars>
      </dgm:prSet>
      <dgm:spPr/>
    </dgm:pt>
  </dgm:ptLst>
  <dgm:cxnLst>
    <dgm:cxn modelId="{83C31809-3648-4AB1-AD13-4A51C52BE353}" type="presOf" srcId="{0EDEC32E-5B14-4DDF-AC50-B03D25B07917}" destId="{B7BC4619-8891-4EB7-A9FB-D726D6373B87}" srcOrd="0" destOrd="0" presId="urn:microsoft.com/office/officeart/2005/8/layout/lProcess2"/>
    <dgm:cxn modelId="{0B13BA0C-AA1B-472C-81A7-AF36D8F2CBC8}" type="presOf" srcId="{39BFE61F-0B70-4890-83DC-0D2FB97E6324}" destId="{455253A3-53CB-4AC9-A402-BEE5D5C32D73}" srcOrd="0" destOrd="0" presId="urn:microsoft.com/office/officeart/2005/8/layout/lProcess2"/>
    <dgm:cxn modelId="{484B3F19-2E31-4C77-9A55-681ED92D786B}" srcId="{6D7F9C6A-8903-4303-84CC-BD212F8CC89E}" destId="{D1F63F10-FD26-408F-AE9D-522A6CFBAF4E}" srcOrd="1" destOrd="0" parTransId="{AC324ECB-4489-4E48-B241-57164424708A}" sibTransId="{3CFCEC20-182B-4BFB-B80D-A7A1F9236249}"/>
    <dgm:cxn modelId="{38BB9224-1B3D-4B1A-B91E-684CD45BBDC4}" type="presOf" srcId="{D1F63F10-FD26-408F-AE9D-522A6CFBAF4E}" destId="{CA377592-BC87-4324-9ABD-2E844F4DFDD2}" srcOrd="0" destOrd="0" presId="urn:microsoft.com/office/officeart/2005/8/layout/lProcess2"/>
    <dgm:cxn modelId="{847F052C-CACD-44A7-A81B-3CCF7722F62E}" srcId="{6D7F9C6A-8903-4303-84CC-BD212F8CC89E}" destId="{0A5D34ED-8F59-424B-A81E-822FC95EAE24}" srcOrd="0" destOrd="0" parTransId="{A8F9914A-5F6F-4AA2-A2E5-159DAA2C2190}" sibTransId="{9A6C3C88-A4C8-4E53-9A86-646E2EF0DE63}"/>
    <dgm:cxn modelId="{D5099933-7245-40FB-B7A0-D4795B34884D}" srcId="{C5C9A85A-6886-47E1-9EF0-244F8C44B7A9}" destId="{DFE53791-25A1-46E5-AF17-0FFFC1E39B63}" srcOrd="0" destOrd="0" parTransId="{1FE5CA70-857C-4C58-B064-8484A1407031}" sibTransId="{B8081ECB-53AB-4583-BF44-E941B457CBE4}"/>
    <dgm:cxn modelId="{DCE6CA33-FBF4-4664-BDB8-6019A256C85F}" type="presOf" srcId="{723E0B0F-7BC7-4CB0-9F61-FD7CE36B6223}" destId="{473BB5C6-3D5B-438B-8DDB-E58C746828F0}" srcOrd="0" destOrd="0" presId="urn:microsoft.com/office/officeart/2005/8/layout/lProcess2"/>
    <dgm:cxn modelId="{932F0F5D-B274-4EF9-AE63-1BD6AB8CAC76}" srcId="{C5C9A85A-6886-47E1-9EF0-244F8C44B7A9}" destId="{799ACB39-C378-4B45-8DD5-B71A804C622D}" srcOrd="1" destOrd="0" parTransId="{12844847-C8EB-44E0-B888-58F245AD562C}" sibTransId="{EE4D4F86-D57C-44CC-9BFD-5E1D7A87C6B7}"/>
    <dgm:cxn modelId="{09D24D5E-6EEE-497A-9AAD-8D16BAB9333A}" srcId="{2396897B-55DB-4D81-B26E-C2E36B6EDC1A}" destId="{C5C9A85A-6886-47E1-9EF0-244F8C44B7A9}" srcOrd="0" destOrd="0" parTransId="{F294E217-97AF-4BBA-A959-7E27B90F1B2A}" sibTransId="{EE439C8C-6CF6-45F0-8076-F25BDE8BB654}"/>
    <dgm:cxn modelId="{827E0744-CED4-4F1D-B922-187C0502A721}" type="presOf" srcId="{799ACB39-C378-4B45-8DD5-B71A804C622D}" destId="{0B1E4FBF-1BA0-4BFA-8430-4EA62C661FB0}" srcOrd="0" destOrd="0" presId="urn:microsoft.com/office/officeart/2005/8/layout/lProcess2"/>
    <dgm:cxn modelId="{27DC2145-9050-4161-982D-B94FDB2F3D15}" type="presOf" srcId="{C5C9A85A-6886-47E1-9EF0-244F8C44B7A9}" destId="{2B4FD4F3-1160-4E80-8B0B-A48B5BFE13E2}" srcOrd="1" destOrd="0" presId="urn:microsoft.com/office/officeart/2005/8/layout/lProcess2"/>
    <dgm:cxn modelId="{BB21A066-AC0B-4B53-A5AB-530FC3ECA4AD}" srcId="{2396897B-55DB-4D81-B26E-C2E36B6EDC1A}" destId="{27DA04A2-CAA1-48B5-8CA4-BCBDA4571F19}" srcOrd="3" destOrd="0" parTransId="{C174A4CB-5EA6-4E40-A7AC-413F746B31E1}" sibTransId="{B687DC8F-76ED-45CC-A6A5-297E978AF0EA}"/>
    <dgm:cxn modelId="{360F0168-7EAF-4020-822F-2820B1C3C535}" type="presOf" srcId="{71DF6457-ADB3-4852-A385-B6520FCBE7E7}" destId="{5531F1E6-2C29-4203-BD9C-748A171C5EC3}" srcOrd="0" destOrd="0" presId="urn:microsoft.com/office/officeart/2005/8/layout/lProcess2"/>
    <dgm:cxn modelId="{3B24DD4B-D021-4977-B1A3-AD7E2F86DC99}" srcId="{2E0BE3D9-F9D8-44E3-9A52-DE398B0862CA}" destId="{723E0B0F-7BC7-4CB0-9F61-FD7CE36B6223}" srcOrd="0" destOrd="0" parTransId="{2A4A1AAC-7ED3-4625-BF58-28A9E88C6EDA}" sibTransId="{BD41B278-5CB9-47A3-B82A-6FFDA0E24023}"/>
    <dgm:cxn modelId="{632A446D-7750-4682-9890-1C9027F8DF28}" type="presOf" srcId="{27DA04A2-CAA1-48B5-8CA4-BCBDA4571F19}" destId="{D76FCE25-B5E1-49C2-B98A-E2C34033EB60}" srcOrd="1" destOrd="0" presId="urn:microsoft.com/office/officeart/2005/8/layout/lProcess2"/>
    <dgm:cxn modelId="{15FEC64D-2F9A-4680-8738-B037A5772FFD}" type="presOf" srcId="{2E0BE3D9-F9D8-44E3-9A52-DE398B0862CA}" destId="{937FDA76-F01F-41A4-AB3F-AE8C02663D9C}" srcOrd="1" destOrd="0" presId="urn:microsoft.com/office/officeart/2005/8/layout/lProcess2"/>
    <dgm:cxn modelId="{9E046171-008D-42B5-B476-0F537BFEDF0B}" srcId="{27DA04A2-CAA1-48B5-8CA4-BCBDA4571F19}" destId="{806A357C-9F43-4175-BDFA-D1E39A006493}" srcOrd="1" destOrd="0" parTransId="{83C47D56-4CF0-44A5-BD6F-788B9BD22BDF}" sibTransId="{3B3D3047-C30D-4961-85B6-809DF5FF7195}"/>
    <dgm:cxn modelId="{FEC96E73-ED24-4915-A7C3-BD9BA6305A53}" type="presOf" srcId="{806A357C-9F43-4175-BDFA-D1E39A006493}" destId="{5B270013-315C-44F2-82D2-E24D660B34B7}" srcOrd="0" destOrd="0" presId="urn:microsoft.com/office/officeart/2005/8/layout/lProcess2"/>
    <dgm:cxn modelId="{3F5FEE55-2150-430B-A839-AA1A6FD5293D}" type="presOf" srcId="{68C7C57B-0273-4568-86E4-428C28B6AAA3}" destId="{158B9C46-EE45-497D-8B54-73050EA57749}" srcOrd="0" destOrd="0" presId="urn:microsoft.com/office/officeart/2005/8/layout/lProcess2"/>
    <dgm:cxn modelId="{F629CE81-1A3E-4072-81BB-DD3DE468D768}" srcId="{2396897B-55DB-4D81-B26E-C2E36B6EDC1A}" destId="{2E0BE3D9-F9D8-44E3-9A52-DE398B0862CA}" srcOrd="2" destOrd="0" parTransId="{49EC1D46-B8FC-4775-8AAB-D36A3B322809}" sibTransId="{0603D4AE-C2D5-4D1C-885F-E06672E5F7D6}"/>
    <dgm:cxn modelId="{FB60D59F-5779-4DD4-A47D-4FFF3B942806}" srcId="{2E0BE3D9-F9D8-44E3-9A52-DE398B0862CA}" destId="{71DF6457-ADB3-4852-A385-B6520FCBE7E7}" srcOrd="1" destOrd="0" parTransId="{25DAC4BF-B24B-4B60-A6FC-C85BEBA9B059}" sibTransId="{7AB07947-783C-4120-95F7-4C9B10DBC423}"/>
    <dgm:cxn modelId="{3915F4A0-726F-418A-9B72-F26B9A742841}" srcId="{C5C9A85A-6886-47E1-9EF0-244F8C44B7A9}" destId="{68C7C57B-0273-4568-86E4-428C28B6AAA3}" srcOrd="2" destOrd="0" parTransId="{36C410BB-AC72-4D99-9ECE-9B4A6E895FB8}" sibTransId="{3ACB0DA1-3CFB-42F7-A2BF-BA3A333446C4}"/>
    <dgm:cxn modelId="{980D2AB7-4976-4BFA-A3F8-A5ACA4388074}" type="presOf" srcId="{27DA04A2-CAA1-48B5-8CA4-BCBDA4571F19}" destId="{AC81F9BE-A422-4EAE-B2EE-F47649E3FBE5}" srcOrd="0" destOrd="0" presId="urn:microsoft.com/office/officeart/2005/8/layout/lProcess2"/>
    <dgm:cxn modelId="{B0C29AB7-F365-4455-A6DC-AB98D2E76AA6}" srcId="{2396897B-55DB-4D81-B26E-C2E36B6EDC1A}" destId="{6D7F9C6A-8903-4303-84CC-BD212F8CC89E}" srcOrd="1" destOrd="0" parTransId="{9004A3AB-D014-483A-887B-5B62AA546CAD}" sibTransId="{5D72BFAF-11E4-4D86-A1EB-D2D2E6731E4E}"/>
    <dgm:cxn modelId="{EA9387B8-A535-4C14-B9BA-9FF7E252D650}" type="presOf" srcId="{96F7A73C-1631-4857-AB3D-35EC8713A972}" destId="{6E014D7E-C7B1-4188-A5DC-450FD4F99E58}" srcOrd="0" destOrd="0" presId="urn:microsoft.com/office/officeart/2005/8/layout/lProcess2"/>
    <dgm:cxn modelId="{F2169DB8-723C-4A77-BC6C-AEC71F9A6EE1}" srcId="{6D7F9C6A-8903-4303-84CC-BD212F8CC89E}" destId="{CC59E40C-3551-4BEE-B6C8-F88293F3F2B9}" srcOrd="2" destOrd="0" parTransId="{CEE3624A-6A3B-4D11-A3AD-0C9041DE0FFC}" sibTransId="{16F11BC8-7D64-41F3-AE22-7792451EEC52}"/>
    <dgm:cxn modelId="{9054A6C4-722A-4C5B-A8A6-DA467E0C03CB}" type="presOf" srcId="{2E0BE3D9-F9D8-44E3-9A52-DE398B0862CA}" destId="{7CBFB754-253B-47BE-9E72-522D31256754}" srcOrd="0" destOrd="0" presId="urn:microsoft.com/office/officeart/2005/8/layout/lProcess2"/>
    <dgm:cxn modelId="{B76FE3C8-F4DB-4D7D-867C-4276DF067C84}" type="presOf" srcId="{2396897B-55DB-4D81-B26E-C2E36B6EDC1A}" destId="{B6B9106E-1128-4B72-9E0D-9F979AD85DE4}" srcOrd="0" destOrd="0" presId="urn:microsoft.com/office/officeart/2005/8/layout/lProcess2"/>
    <dgm:cxn modelId="{27059DD6-FDD6-4D1D-A859-678B72BADADD}" type="presOf" srcId="{DFE53791-25A1-46E5-AF17-0FFFC1E39B63}" destId="{D34F12A8-9FAA-46FC-8226-EEC7D97A49C9}" srcOrd="0" destOrd="0" presId="urn:microsoft.com/office/officeart/2005/8/layout/lProcess2"/>
    <dgm:cxn modelId="{BFAAD8D8-D04C-4D23-8CE8-54E3A61BE44D}" type="presOf" srcId="{C5C9A85A-6886-47E1-9EF0-244F8C44B7A9}" destId="{9CAB9731-A4CB-4412-9D26-538EE7987071}" srcOrd="0" destOrd="0" presId="urn:microsoft.com/office/officeart/2005/8/layout/lProcess2"/>
    <dgm:cxn modelId="{C35197DC-8D0B-4238-A28F-0EF9C572949F}" srcId="{27DA04A2-CAA1-48B5-8CA4-BCBDA4571F19}" destId="{0EDEC32E-5B14-4DDF-AC50-B03D25B07917}" srcOrd="0" destOrd="0" parTransId="{08E61796-C0CD-4CF0-8D0A-77452C4A8FF4}" sibTransId="{89EB014E-1E02-4237-988F-FADE263C15CF}"/>
    <dgm:cxn modelId="{B2286DDF-103F-4FE2-B93D-50F871A99F56}" type="presOf" srcId="{CC59E40C-3551-4BEE-B6C8-F88293F3F2B9}" destId="{ADD5AA24-6D83-467E-81B2-675BBC8BB2C2}" srcOrd="0" destOrd="0" presId="urn:microsoft.com/office/officeart/2005/8/layout/lProcess2"/>
    <dgm:cxn modelId="{2343C1E1-18B7-4EC1-8264-CDC202DC9739}" srcId="{27DA04A2-CAA1-48B5-8CA4-BCBDA4571F19}" destId="{39BFE61F-0B70-4890-83DC-0D2FB97E6324}" srcOrd="2" destOrd="0" parTransId="{8A5AC59D-73E2-4291-A9F3-99596C021A9C}" sibTransId="{05B11397-3AB0-437B-876B-9722694C1BB6}"/>
    <dgm:cxn modelId="{1603C2E7-77EA-455F-81F9-E02970DA5EB4}" type="presOf" srcId="{0A5D34ED-8F59-424B-A81E-822FC95EAE24}" destId="{347D6BCF-BCBF-4A70-9612-D530D9EF8368}" srcOrd="0" destOrd="0" presId="urn:microsoft.com/office/officeart/2005/8/layout/lProcess2"/>
    <dgm:cxn modelId="{D31F1BEE-9CE7-46C8-9507-D4D20D7446EC}" srcId="{2E0BE3D9-F9D8-44E3-9A52-DE398B0862CA}" destId="{96F7A73C-1631-4857-AB3D-35EC8713A972}" srcOrd="2" destOrd="0" parTransId="{08E6AFFA-285F-44AD-BF7E-017F82A24353}" sibTransId="{1CDC1A2A-983B-4A74-AD6E-ACA939F637A6}"/>
    <dgm:cxn modelId="{263382EF-D9DD-4165-BD9B-F8D12639E482}" type="presOf" srcId="{6D7F9C6A-8903-4303-84CC-BD212F8CC89E}" destId="{BE284FD6-5F8A-4E71-A785-1595979CE9EF}" srcOrd="1" destOrd="0" presId="urn:microsoft.com/office/officeart/2005/8/layout/lProcess2"/>
    <dgm:cxn modelId="{15E87FF0-FA57-42A2-9D07-71889AA56D6A}" type="presOf" srcId="{6D7F9C6A-8903-4303-84CC-BD212F8CC89E}" destId="{A5225AD0-9E27-4FC3-ADB6-E8E30442A1BE}" srcOrd="0" destOrd="0" presId="urn:microsoft.com/office/officeart/2005/8/layout/lProcess2"/>
    <dgm:cxn modelId="{8E6D6783-B5AB-4897-968A-AB33647D970C}" type="presParOf" srcId="{B6B9106E-1128-4B72-9E0D-9F979AD85DE4}" destId="{0B9A0078-8E4F-4153-986D-0DD717BE60C2}" srcOrd="0" destOrd="0" presId="urn:microsoft.com/office/officeart/2005/8/layout/lProcess2"/>
    <dgm:cxn modelId="{768C7B57-AC38-4521-BD2F-AF6CA518106F}" type="presParOf" srcId="{0B9A0078-8E4F-4153-986D-0DD717BE60C2}" destId="{9CAB9731-A4CB-4412-9D26-538EE7987071}" srcOrd="0" destOrd="0" presId="urn:microsoft.com/office/officeart/2005/8/layout/lProcess2"/>
    <dgm:cxn modelId="{951A568E-EE54-45B8-8643-2C996CF276C9}" type="presParOf" srcId="{0B9A0078-8E4F-4153-986D-0DD717BE60C2}" destId="{2B4FD4F3-1160-4E80-8B0B-A48B5BFE13E2}" srcOrd="1" destOrd="0" presId="urn:microsoft.com/office/officeart/2005/8/layout/lProcess2"/>
    <dgm:cxn modelId="{63D676B2-7A13-4FB6-9BB5-77B00A7B8463}" type="presParOf" srcId="{0B9A0078-8E4F-4153-986D-0DD717BE60C2}" destId="{844DBDA5-C2B2-4C63-9DDA-1A3BC0110E31}" srcOrd="2" destOrd="0" presId="urn:microsoft.com/office/officeart/2005/8/layout/lProcess2"/>
    <dgm:cxn modelId="{E678F1AB-B2A8-44B5-B137-B4E85BE2083A}" type="presParOf" srcId="{844DBDA5-C2B2-4C63-9DDA-1A3BC0110E31}" destId="{9F2BDBD2-5603-475F-98C3-5315AB1E9844}" srcOrd="0" destOrd="0" presId="urn:microsoft.com/office/officeart/2005/8/layout/lProcess2"/>
    <dgm:cxn modelId="{67E6356C-4D5F-4E31-AC50-9DDD556F2637}" type="presParOf" srcId="{9F2BDBD2-5603-475F-98C3-5315AB1E9844}" destId="{D34F12A8-9FAA-46FC-8226-EEC7D97A49C9}" srcOrd="0" destOrd="0" presId="urn:microsoft.com/office/officeart/2005/8/layout/lProcess2"/>
    <dgm:cxn modelId="{ADAB5EC4-C654-4500-95D5-9B50C476B467}" type="presParOf" srcId="{9F2BDBD2-5603-475F-98C3-5315AB1E9844}" destId="{CD728968-F595-498A-B92C-8B1F34BCAFC7}" srcOrd="1" destOrd="0" presId="urn:microsoft.com/office/officeart/2005/8/layout/lProcess2"/>
    <dgm:cxn modelId="{972BE958-512C-41A3-AD7C-E2F1E92AFE7F}" type="presParOf" srcId="{9F2BDBD2-5603-475F-98C3-5315AB1E9844}" destId="{0B1E4FBF-1BA0-4BFA-8430-4EA62C661FB0}" srcOrd="2" destOrd="0" presId="urn:microsoft.com/office/officeart/2005/8/layout/lProcess2"/>
    <dgm:cxn modelId="{27C5CDCE-1B2C-4E5E-8BBC-469841CC6022}" type="presParOf" srcId="{9F2BDBD2-5603-475F-98C3-5315AB1E9844}" destId="{11E25A89-35D1-4EA0-9F70-ADAF649E51B2}" srcOrd="3" destOrd="0" presId="urn:microsoft.com/office/officeart/2005/8/layout/lProcess2"/>
    <dgm:cxn modelId="{74A34B0A-9BF8-4757-ABBD-D6B531CC1ADA}" type="presParOf" srcId="{9F2BDBD2-5603-475F-98C3-5315AB1E9844}" destId="{158B9C46-EE45-497D-8B54-73050EA57749}" srcOrd="4" destOrd="0" presId="urn:microsoft.com/office/officeart/2005/8/layout/lProcess2"/>
    <dgm:cxn modelId="{BE211476-4D7A-4076-8209-12A2041FA456}" type="presParOf" srcId="{B6B9106E-1128-4B72-9E0D-9F979AD85DE4}" destId="{31F01BC7-4C28-45CC-8837-5C90DEEC85B9}" srcOrd="1" destOrd="0" presId="urn:microsoft.com/office/officeart/2005/8/layout/lProcess2"/>
    <dgm:cxn modelId="{3132C9CB-A4E2-446D-BD03-C671A4D8418C}" type="presParOf" srcId="{B6B9106E-1128-4B72-9E0D-9F979AD85DE4}" destId="{EDFF61BD-33F6-47B5-94B6-17B6F4F85F6B}" srcOrd="2" destOrd="0" presId="urn:microsoft.com/office/officeart/2005/8/layout/lProcess2"/>
    <dgm:cxn modelId="{DE1FE3A3-C528-45DA-8CC0-7615E7EC0D00}" type="presParOf" srcId="{EDFF61BD-33F6-47B5-94B6-17B6F4F85F6B}" destId="{A5225AD0-9E27-4FC3-ADB6-E8E30442A1BE}" srcOrd="0" destOrd="0" presId="urn:microsoft.com/office/officeart/2005/8/layout/lProcess2"/>
    <dgm:cxn modelId="{D4F5BE2C-46E7-4742-876E-1F9B6D7D2071}" type="presParOf" srcId="{EDFF61BD-33F6-47B5-94B6-17B6F4F85F6B}" destId="{BE284FD6-5F8A-4E71-A785-1595979CE9EF}" srcOrd="1" destOrd="0" presId="urn:microsoft.com/office/officeart/2005/8/layout/lProcess2"/>
    <dgm:cxn modelId="{D6A90D22-6087-4559-8291-D2FAC9983539}" type="presParOf" srcId="{EDFF61BD-33F6-47B5-94B6-17B6F4F85F6B}" destId="{25B2C09E-A9C0-49E5-A526-56C8A3C866E5}" srcOrd="2" destOrd="0" presId="urn:microsoft.com/office/officeart/2005/8/layout/lProcess2"/>
    <dgm:cxn modelId="{3C02B9CA-A30E-40E0-A0AF-1CBAF5A867CA}" type="presParOf" srcId="{25B2C09E-A9C0-49E5-A526-56C8A3C866E5}" destId="{72F5E0D2-D4AD-4125-A8C4-759B5C886E90}" srcOrd="0" destOrd="0" presId="urn:microsoft.com/office/officeart/2005/8/layout/lProcess2"/>
    <dgm:cxn modelId="{177712AC-F5EB-48BB-80A8-3DA3D3A05BB7}" type="presParOf" srcId="{72F5E0D2-D4AD-4125-A8C4-759B5C886E90}" destId="{347D6BCF-BCBF-4A70-9612-D530D9EF8368}" srcOrd="0" destOrd="0" presId="urn:microsoft.com/office/officeart/2005/8/layout/lProcess2"/>
    <dgm:cxn modelId="{6A06E109-963F-49EA-91A3-704F5D6684ED}" type="presParOf" srcId="{72F5E0D2-D4AD-4125-A8C4-759B5C886E90}" destId="{7F530B55-B46D-4BAB-A7B4-AD72A83750FF}" srcOrd="1" destOrd="0" presId="urn:microsoft.com/office/officeart/2005/8/layout/lProcess2"/>
    <dgm:cxn modelId="{23FD442D-CB38-455F-B8F0-4E55557B0471}" type="presParOf" srcId="{72F5E0D2-D4AD-4125-A8C4-759B5C886E90}" destId="{CA377592-BC87-4324-9ABD-2E844F4DFDD2}" srcOrd="2" destOrd="0" presId="urn:microsoft.com/office/officeart/2005/8/layout/lProcess2"/>
    <dgm:cxn modelId="{668A4530-3E25-468C-8089-3722A012DF03}" type="presParOf" srcId="{72F5E0D2-D4AD-4125-A8C4-759B5C886E90}" destId="{3FDA8D96-BBBD-443C-8157-196F6D6A7115}" srcOrd="3" destOrd="0" presId="urn:microsoft.com/office/officeart/2005/8/layout/lProcess2"/>
    <dgm:cxn modelId="{001313C2-DC66-4889-AD83-2359A919E341}" type="presParOf" srcId="{72F5E0D2-D4AD-4125-A8C4-759B5C886E90}" destId="{ADD5AA24-6D83-467E-81B2-675BBC8BB2C2}" srcOrd="4" destOrd="0" presId="urn:microsoft.com/office/officeart/2005/8/layout/lProcess2"/>
    <dgm:cxn modelId="{A348B534-7B2E-4E5C-8D12-2F02388BA676}" type="presParOf" srcId="{B6B9106E-1128-4B72-9E0D-9F979AD85DE4}" destId="{37341BF4-0EC4-4A95-9289-85A8FF7B469C}" srcOrd="3" destOrd="0" presId="urn:microsoft.com/office/officeart/2005/8/layout/lProcess2"/>
    <dgm:cxn modelId="{0BA86139-19DC-44E7-B825-4ACCCD630D48}" type="presParOf" srcId="{B6B9106E-1128-4B72-9E0D-9F979AD85DE4}" destId="{188D9223-0793-4A15-894B-77A5CF632FAB}" srcOrd="4" destOrd="0" presId="urn:microsoft.com/office/officeart/2005/8/layout/lProcess2"/>
    <dgm:cxn modelId="{66CA2B74-5731-40D6-B985-8B037C3F35AF}" type="presParOf" srcId="{188D9223-0793-4A15-894B-77A5CF632FAB}" destId="{7CBFB754-253B-47BE-9E72-522D31256754}" srcOrd="0" destOrd="0" presId="urn:microsoft.com/office/officeart/2005/8/layout/lProcess2"/>
    <dgm:cxn modelId="{17601E11-75DD-4C57-A613-1492B24B78D8}" type="presParOf" srcId="{188D9223-0793-4A15-894B-77A5CF632FAB}" destId="{937FDA76-F01F-41A4-AB3F-AE8C02663D9C}" srcOrd="1" destOrd="0" presId="urn:microsoft.com/office/officeart/2005/8/layout/lProcess2"/>
    <dgm:cxn modelId="{8560D49C-F9CE-4CC2-8E93-2067F89E8BB7}" type="presParOf" srcId="{188D9223-0793-4A15-894B-77A5CF632FAB}" destId="{493B2CA9-EE2B-46F2-B0E3-0BD93CBED952}" srcOrd="2" destOrd="0" presId="urn:microsoft.com/office/officeart/2005/8/layout/lProcess2"/>
    <dgm:cxn modelId="{FF630050-CE45-4FC3-B128-CCEED33A1839}" type="presParOf" srcId="{493B2CA9-EE2B-46F2-B0E3-0BD93CBED952}" destId="{EDA7F710-8F38-436D-880F-0069BCF1575A}" srcOrd="0" destOrd="0" presId="urn:microsoft.com/office/officeart/2005/8/layout/lProcess2"/>
    <dgm:cxn modelId="{29C86ADF-8087-4508-B0AF-93C1DD1D5024}" type="presParOf" srcId="{EDA7F710-8F38-436D-880F-0069BCF1575A}" destId="{473BB5C6-3D5B-438B-8DDB-E58C746828F0}" srcOrd="0" destOrd="0" presId="urn:microsoft.com/office/officeart/2005/8/layout/lProcess2"/>
    <dgm:cxn modelId="{E5AE0DFF-94DD-4E50-BE0C-7C5F8197DE21}" type="presParOf" srcId="{EDA7F710-8F38-436D-880F-0069BCF1575A}" destId="{6645DABC-7833-403D-AD58-C60EB2DF4E51}" srcOrd="1" destOrd="0" presId="urn:microsoft.com/office/officeart/2005/8/layout/lProcess2"/>
    <dgm:cxn modelId="{26E2F816-F128-4BB8-806E-29F72979E2BD}" type="presParOf" srcId="{EDA7F710-8F38-436D-880F-0069BCF1575A}" destId="{5531F1E6-2C29-4203-BD9C-748A171C5EC3}" srcOrd="2" destOrd="0" presId="urn:microsoft.com/office/officeart/2005/8/layout/lProcess2"/>
    <dgm:cxn modelId="{B41920BD-462A-4EF8-BC89-88D209D9EC29}" type="presParOf" srcId="{EDA7F710-8F38-436D-880F-0069BCF1575A}" destId="{D40AFB83-1887-4F87-B213-FA5C39146F5A}" srcOrd="3" destOrd="0" presId="urn:microsoft.com/office/officeart/2005/8/layout/lProcess2"/>
    <dgm:cxn modelId="{343D7044-5C73-4527-BD5C-38AEAFD9E3FA}" type="presParOf" srcId="{EDA7F710-8F38-436D-880F-0069BCF1575A}" destId="{6E014D7E-C7B1-4188-A5DC-450FD4F99E58}" srcOrd="4" destOrd="0" presId="urn:microsoft.com/office/officeart/2005/8/layout/lProcess2"/>
    <dgm:cxn modelId="{81FE6993-89EF-445C-9558-9E47B1DE011F}" type="presParOf" srcId="{B6B9106E-1128-4B72-9E0D-9F979AD85DE4}" destId="{E4E843C8-9EE6-4814-A1FB-F7957E75C65C}" srcOrd="5" destOrd="0" presId="urn:microsoft.com/office/officeart/2005/8/layout/lProcess2"/>
    <dgm:cxn modelId="{2D422153-F5EF-477E-AE93-4FB182A639D2}" type="presParOf" srcId="{B6B9106E-1128-4B72-9E0D-9F979AD85DE4}" destId="{0C7ED4BE-B8C7-4345-ABE5-0CA5AC188616}" srcOrd="6" destOrd="0" presId="urn:microsoft.com/office/officeart/2005/8/layout/lProcess2"/>
    <dgm:cxn modelId="{B9F7FC22-310B-48D2-B768-5E21C0CB4F47}" type="presParOf" srcId="{0C7ED4BE-B8C7-4345-ABE5-0CA5AC188616}" destId="{AC81F9BE-A422-4EAE-B2EE-F47649E3FBE5}" srcOrd="0" destOrd="0" presId="urn:microsoft.com/office/officeart/2005/8/layout/lProcess2"/>
    <dgm:cxn modelId="{860558DA-A9EF-4C12-A8DE-E34F447E2B48}" type="presParOf" srcId="{0C7ED4BE-B8C7-4345-ABE5-0CA5AC188616}" destId="{D76FCE25-B5E1-49C2-B98A-E2C34033EB60}" srcOrd="1" destOrd="0" presId="urn:microsoft.com/office/officeart/2005/8/layout/lProcess2"/>
    <dgm:cxn modelId="{42291749-7638-44B5-9FE6-717FC37321E8}" type="presParOf" srcId="{0C7ED4BE-B8C7-4345-ABE5-0CA5AC188616}" destId="{D1AEE670-4E5F-4816-A674-00F889200977}" srcOrd="2" destOrd="0" presId="urn:microsoft.com/office/officeart/2005/8/layout/lProcess2"/>
    <dgm:cxn modelId="{35B2F8F5-9695-4C6F-BA82-183B4D410E58}" type="presParOf" srcId="{D1AEE670-4E5F-4816-A674-00F889200977}" destId="{C4DC78B5-6268-4C2D-AB22-11D8BDFFD067}" srcOrd="0" destOrd="0" presId="urn:microsoft.com/office/officeart/2005/8/layout/lProcess2"/>
    <dgm:cxn modelId="{C85256B2-2DDB-4C99-8FD7-1274E23803E7}" type="presParOf" srcId="{C4DC78B5-6268-4C2D-AB22-11D8BDFFD067}" destId="{B7BC4619-8891-4EB7-A9FB-D726D6373B87}" srcOrd="0" destOrd="0" presId="urn:microsoft.com/office/officeart/2005/8/layout/lProcess2"/>
    <dgm:cxn modelId="{2163FA94-D889-4521-A205-4AF707A0CF39}" type="presParOf" srcId="{C4DC78B5-6268-4C2D-AB22-11D8BDFFD067}" destId="{23DA1041-3B8C-4626-ABB1-CED7083E9765}" srcOrd="1" destOrd="0" presId="urn:microsoft.com/office/officeart/2005/8/layout/lProcess2"/>
    <dgm:cxn modelId="{79D24EB4-C50B-41EF-9919-F9BC5BF1B14E}" type="presParOf" srcId="{C4DC78B5-6268-4C2D-AB22-11D8BDFFD067}" destId="{5B270013-315C-44F2-82D2-E24D660B34B7}" srcOrd="2" destOrd="0" presId="urn:microsoft.com/office/officeart/2005/8/layout/lProcess2"/>
    <dgm:cxn modelId="{4F65431D-EBD0-438F-9FD4-586EE9883368}" type="presParOf" srcId="{C4DC78B5-6268-4C2D-AB22-11D8BDFFD067}" destId="{96898FD8-22E0-4D07-9A5C-1DA6415ECCF2}" srcOrd="3" destOrd="0" presId="urn:microsoft.com/office/officeart/2005/8/layout/lProcess2"/>
    <dgm:cxn modelId="{AD1C1495-0399-4444-8B80-A1EE74E9FB19}" type="presParOf" srcId="{C4DC78B5-6268-4C2D-AB22-11D8BDFFD067}" destId="{455253A3-53CB-4AC9-A402-BEE5D5C32D73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396897B-55DB-4D81-B26E-C2E36B6EDC1A}" type="doc">
      <dgm:prSet loTypeId="urn:microsoft.com/office/officeart/2005/8/layout/lProcess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C9A85A-6886-47E1-9EF0-244F8C44B7A9}">
      <dgm:prSet phldrT="[Texto]"/>
      <dgm:spPr>
        <a:solidFill>
          <a:schemeClr val="bg2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Gestión del inventario </a:t>
          </a:r>
        </a:p>
      </dgm:t>
    </dgm:pt>
    <dgm:pt modelId="{F294E217-97AF-4BBA-A959-7E27B90F1B2A}" type="parTrans" cxnId="{09D24D5E-6EEE-497A-9AAD-8D16BAB9333A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EE439C8C-6CF6-45F0-8076-F25BDE8BB654}" type="sibTrans" cxnId="{09D24D5E-6EEE-497A-9AAD-8D16BAB9333A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DFE53791-25A1-46E5-AF17-0FFFC1E39B63}">
      <dgm:prSet phldrT="[Texto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Inventario diario automático</a:t>
          </a:r>
        </a:p>
      </dgm:t>
    </dgm:pt>
    <dgm:pt modelId="{1FE5CA70-857C-4C58-B064-8484A1407031}" type="parTrans" cxnId="{D5099933-7245-40FB-B7A0-D4795B34884D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B8081ECB-53AB-4583-BF44-E941B457CBE4}" type="sibTrans" cxnId="{D5099933-7245-40FB-B7A0-D4795B34884D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723E0B0F-7BC7-4CB0-9F61-FD7CE36B6223}">
      <dgm:prSet phldrT="[Texto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Registro centralizado de datos</a:t>
          </a:r>
        </a:p>
      </dgm:t>
    </dgm:pt>
    <dgm:pt modelId="{2A4A1AAC-7ED3-4625-BF58-28A9E88C6EDA}" type="parTrans" cxnId="{3B24DD4B-D021-4977-B1A3-AD7E2F86DC99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BD41B278-5CB9-47A3-B82A-6FFDA0E24023}" type="sibTrans" cxnId="{3B24DD4B-D021-4977-B1A3-AD7E2F86DC99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6D7F9C6A-8903-4303-84CC-BD212F8CC89E}">
      <dgm:prSet phldrT="[Texto]"/>
      <dgm:spPr>
        <a:solidFill>
          <a:schemeClr val="bg2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Visión Artificial</a:t>
          </a:r>
        </a:p>
      </dgm:t>
    </dgm:pt>
    <dgm:pt modelId="{9004A3AB-D014-483A-887B-5B62AA546CAD}" type="parTrans" cxnId="{B0C29AB7-F365-4455-A6DC-AB98D2E76AA6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5D72BFAF-11E4-4D86-A1EB-D2D2E6731E4E}" type="sibTrans" cxnId="{B0C29AB7-F365-4455-A6DC-AB98D2E76AA6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0A5D34ED-8F59-424B-A81E-822FC95EAE24}">
      <dgm:prSet phldrT="[Texto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Cámara de alta resolución. </a:t>
          </a:r>
          <a:br>
            <a:rPr lang="es-CO" noProof="0">
              <a:latin typeface="DM Sans" pitchFamily="2" charset="0"/>
            </a:rPr>
          </a:br>
          <a:r>
            <a:rPr lang="es-CO" noProof="0">
              <a:latin typeface="DM Sans" pitchFamily="2" charset="0"/>
            </a:rPr>
            <a:t>(HD)</a:t>
          </a:r>
        </a:p>
      </dgm:t>
    </dgm:pt>
    <dgm:pt modelId="{A8F9914A-5F6F-4AA2-A2E5-159DAA2C2190}" type="parTrans" cxnId="{847F052C-CACD-44A7-A81B-3CCF7722F62E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9A6C3C88-A4C8-4E53-9A86-646E2EF0DE63}" type="sibTrans" cxnId="{847F052C-CACD-44A7-A81B-3CCF7722F62E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2E0BE3D9-F9D8-44E3-9A52-DE398B0862CA}">
      <dgm:prSet phldrT="[Texto]"/>
      <dgm:spPr>
        <a:solidFill>
          <a:schemeClr val="bg2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Internet de las cosas (</a:t>
          </a:r>
          <a:r>
            <a:rPr lang="es-CO" noProof="0" err="1">
              <a:latin typeface="DM Sans" pitchFamily="2" charset="0"/>
            </a:rPr>
            <a:t>IoT</a:t>
          </a:r>
          <a:r>
            <a:rPr lang="es-CO" noProof="0">
              <a:latin typeface="DM Sans" pitchFamily="2" charset="0"/>
            </a:rPr>
            <a:t>)</a:t>
          </a:r>
        </a:p>
      </dgm:t>
    </dgm:pt>
    <dgm:pt modelId="{49EC1D46-B8FC-4775-8AAB-D36A3B322809}" type="parTrans" cxnId="{F629CE81-1A3E-4072-81BB-DD3DE468D768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0603D4AE-C2D5-4D1C-885F-E06672E5F7D6}" type="sibTrans" cxnId="{F629CE81-1A3E-4072-81BB-DD3DE468D768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CC59E40C-3551-4BEE-B6C8-F88293F3F2B9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Procesamiento embebido en tiempo real </a:t>
          </a:r>
          <a:br>
            <a:rPr lang="es-CO" noProof="0">
              <a:latin typeface="DM Sans" pitchFamily="2" charset="0"/>
            </a:rPr>
          </a:br>
          <a:r>
            <a:rPr lang="es-CO" noProof="0">
              <a:latin typeface="DM Sans" pitchFamily="2" charset="0"/>
            </a:rPr>
            <a:t>(Raspberry Pi 5)</a:t>
          </a:r>
        </a:p>
      </dgm:t>
    </dgm:pt>
    <dgm:pt modelId="{CEE3624A-6A3B-4D11-A3AD-0C9041DE0FFC}" type="parTrans" cxnId="{F2169DB8-723C-4A77-BC6C-AEC71F9A6EE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16F11BC8-7D64-41F3-AE22-7792451EEC52}" type="sibTrans" cxnId="{F2169DB8-723C-4A77-BC6C-AEC71F9A6EE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71DF6457-ADB3-4852-A385-B6520FCBE7E7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Acceso remoto al inventario</a:t>
          </a:r>
        </a:p>
      </dgm:t>
    </dgm:pt>
    <dgm:pt modelId="{25DAC4BF-B24B-4B60-A6FC-C85BEBA9B059}" type="parTrans" cxnId="{FB60D59F-5779-4DD4-A47D-4FFF3B942806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7AB07947-783C-4120-95F7-4C9B10DBC423}" type="sibTrans" cxnId="{FB60D59F-5779-4DD4-A47D-4FFF3B942806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799ACB39-C378-4B45-8DD5-B71A804C622D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Estandarización de ubicación del producto</a:t>
          </a:r>
        </a:p>
      </dgm:t>
    </dgm:pt>
    <dgm:pt modelId="{12844847-C8EB-44E0-B888-58F245AD562C}" type="parTrans" cxnId="{932F0F5D-B274-4EF9-AE63-1BD6AB8CAC76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EE4D4F86-D57C-44CC-9BFD-5E1D7A87C6B7}" type="sibTrans" cxnId="{932F0F5D-B274-4EF9-AE63-1BD6AB8CAC76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27DA04A2-CAA1-48B5-8CA4-BCBDA4571F19}">
      <dgm:prSet/>
      <dgm:spPr>
        <a:solidFill>
          <a:schemeClr val="bg2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Robótica Móvil</a:t>
          </a:r>
        </a:p>
      </dgm:t>
    </dgm:pt>
    <dgm:pt modelId="{C174A4CB-5EA6-4E40-A7AC-413F746B31E1}" type="parTrans" cxnId="{BB21A066-AC0B-4B53-A5AB-530FC3ECA4AD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B687DC8F-76ED-45CC-A6A5-297E978AF0EA}" type="sibTrans" cxnId="{BB21A066-AC0B-4B53-A5AB-530FC3ECA4AD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0EDEC32E-5B14-4DDF-AC50-B03D25B07917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SLAM</a:t>
          </a:r>
        </a:p>
      </dgm:t>
    </dgm:pt>
    <dgm:pt modelId="{08E61796-C0CD-4CF0-8D0A-77452C4A8FF4}" type="parTrans" cxnId="{C35197DC-8D0B-4238-A28F-0EF9C572949F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89EB014E-1E02-4237-988F-FADE263C15CF}" type="sibTrans" cxnId="{C35197DC-8D0B-4238-A28F-0EF9C572949F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806A357C-9F43-4175-BDFA-D1E39A006493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LiDAR</a:t>
          </a:r>
        </a:p>
      </dgm:t>
    </dgm:pt>
    <dgm:pt modelId="{83C47D56-4CF0-44A5-BD6F-788B9BD22BDF}" type="parTrans" cxnId="{9E046171-008D-42B5-B476-0F537BFEDF0B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3B3D3047-C30D-4961-85B6-809DF5FF7195}" type="sibTrans" cxnId="{9E046171-008D-42B5-B476-0F537BFEDF0B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39BFE61F-0B70-4890-83DC-0D2FB97E6324}">
      <dgm:prSet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Ruedas </a:t>
          </a:r>
          <a:r>
            <a:rPr lang="es-CO" noProof="0" err="1">
              <a:latin typeface="DM Sans" pitchFamily="2" charset="0"/>
            </a:rPr>
            <a:t>Mecanum</a:t>
          </a:r>
          <a:endParaRPr lang="es-CO" noProof="0">
            <a:latin typeface="DM Sans" pitchFamily="2" charset="0"/>
          </a:endParaRPr>
        </a:p>
      </dgm:t>
    </dgm:pt>
    <dgm:pt modelId="{8A5AC59D-73E2-4291-A9F3-99596C021A9C}" type="parTrans" cxnId="{2343C1E1-18B7-4EC1-8264-CDC202DC9739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05B11397-3AB0-437B-876B-9722694C1BB6}" type="sibTrans" cxnId="{2343C1E1-18B7-4EC1-8264-CDC202DC9739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B6B9106E-1128-4B72-9E0D-9F979AD85DE4}" type="pres">
      <dgm:prSet presAssocID="{2396897B-55DB-4D81-B26E-C2E36B6EDC1A}" presName="theList" presStyleCnt="0">
        <dgm:presLayoutVars>
          <dgm:dir/>
          <dgm:animLvl val="lvl"/>
          <dgm:resizeHandles val="exact"/>
        </dgm:presLayoutVars>
      </dgm:prSet>
      <dgm:spPr/>
    </dgm:pt>
    <dgm:pt modelId="{0B9A0078-8E4F-4153-986D-0DD717BE60C2}" type="pres">
      <dgm:prSet presAssocID="{C5C9A85A-6886-47E1-9EF0-244F8C44B7A9}" presName="compNode" presStyleCnt="0"/>
      <dgm:spPr/>
    </dgm:pt>
    <dgm:pt modelId="{9CAB9731-A4CB-4412-9D26-538EE7987071}" type="pres">
      <dgm:prSet presAssocID="{C5C9A85A-6886-47E1-9EF0-244F8C44B7A9}" presName="aNode" presStyleLbl="bgShp" presStyleIdx="0" presStyleCnt="4" custLinFactNeighborX="-4588"/>
      <dgm:spPr/>
    </dgm:pt>
    <dgm:pt modelId="{2B4FD4F3-1160-4E80-8B0B-A48B5BFE13E2}" type="pres">
      <dgm:prSet presAssocID="{C5C9A85A-6886-47E1-9EF0-244F8C44B7A9}" presName="textNode" presStyleLbl="bgShp" presStyleIdx="0" presStyleCnt="4"/>
      <dgm:spPr/>
    </dgm:pt>
    <dgm:pt modelId="{844DBDA5-C2B2-4C63-9DDA-1A3BC0110E31}" type="pres">
      <dgm:prSet presAssocID="{C5C9A85A-6886-47E1-9EF0-244F8C44B7A9}" presName="compChildNode" presStyleCnt="0"/>
      <dgm:spPr/>
    </dgm:pt>
    <dgm:pt modelId="{9F2BDBD2-5603-475F-98C3-5315AB1E9844}" type="pres">
      <dgm:prSet presAssocID="{C5C9A85A-6886-47E1-9EF0-244F8C44B7A9}" presName="theInnerList" presStyleCnt="0"/>
      <dgm:spPr/>
    </dgm:pt>
    <dgm:pt modelId="{D34F12A8-9FAA-46FC-8226-EEC7D97A49C9}" type="pres">
      <dgm:prSet presAssocID="{DFE53791-25A1-46E5-AF17-0FFFC1E39B63}" presName="childNode" presStyleLbl="node1" presStyleIdx="0" presStyleCnt="9">
        <dgm:presLayoutVars>
          <dgm:bulletEnabled val="1"/>
        </dgm:presLayoutVars>
      </dgm:prSet>
      <dgm:spPr/>
    </dgm:pt>
    <dgm:pt modelId="{CD728968-F595-498A-B92C-8B1F34BCAFC7}" type="pres">
      <dgm:prSet presAssocID="{DFE53791-25A1-46E5-AF17-0FFFC1E39B63}" presName="aSpace2" presStyleCnt="0"/>
      <dgm:spPr/>
    </dgm:pt>
    <dgm:pt modelId="{0B1E4FBF-1BA0-4BFA-8430-4EA62C661FB0}" type="pres">
      <dgm:prSet presAssocID="{799ACB39-C378-4B45-8DD5-B71A804C622D}" presName="childNode" presStyleLbl="node1" presStyleIdx="1" presStyleCnt="9">
        <dgm:presLayoutVars>
          <dgm:bulletEnabled val="1"/>
        </dgm:presLayoutVars>
      </dgm:prSet>
      <dgm:spPr/>
    </dgm:pt>
    <dgm:pt modelId="{31F01BC7-4C28-45CC-8837-5C90DEEC85B9}" type="pres">
      <dgm:prSet presAssocID="{C5C9A85A-6886-47E1-9EF0-244F8C44B7A9}" presName="aSpace" presStyleCnt="0"/>
      <dgm:spPr/>
    </dgm:pt>
    <dgm:pt modelId="{EDFF61BD-33F6-47B5-94B6-17B6F4F85F6B}" type="pres">
      <dgm:prSet presAssocID="{6D7F9C6A-8903-4303-84CC-BD212F8CC89E}" presName="compNode" presStyleCnt="0"/>
      <dgm:spPr/>
    </dgm:pt>
    <dgm:pt modelId="{A5225AD0-9E27-4FC3-ADB6-E8E30442A1BE}" type="pres">
      <dgm:prSet presAssocID="{6D7F9C6A-8903-4303-84CC-BD212F8CC89E}" presName="aNode" presStyleLbl="bgShp" presStyleIdx="1" presStyleCnt="4"/>
      <dgm:spPr/>
    </dgm:pt>
    <dgm:pt modelId="{BE284FD6-5F8A-4E71-A785-1595979CE9EF}" type="pres">
      <dgm:prSet presAssocID="{6D7F9C6A-8903-4303-84CC-BD212F8CC89E}" presName="textNode" presStyleLbl="bgShp" presStyleIdx="1" presStyleCnt="4"/>
      <dgm:spPr/>
    </dgm:pt>
    <dgm:pt modelId="{25B2C09E-A9C0-49E5-A526-56C8A3C866E5}" type="pres">
      <dgm:prSet presAssocID="{6D7F9C6A-8903-4303-84CC-BD212F8CC89E}" presName="compChildNode" presStyleCnt="0"/>
      <dgm:spPr/>
    </dgm:pt>
    <dgm:pt modelId="{72F5E0D2-D4AD-4125-A8C4-759B5C886E90}" type="pres">
      <dgm:prSet presAssocID="{6D7F9C6A-8903-4303-84CC-BD212F8CC89E}" presName="theInnerList" presStyleCnt="0"/>
      <dgm:spPr/>
    </dgm:pt>
    <dgm:pt modelId="{347D6BCF-BCBF-4A70-9612-D530D9EF8368}" type="pres">
      <dgm:prSet presAssocID="{0A5D34ED-8F59-424B-A81E-822FC95EAE24}" presName="childNode" presStyleLbl="node1" presStyleIdx="2" presStyleCnt="9">
        <dgm:presLayoutVars>
          <dgm:bulletEnabled val="1"/>
        </dgm:presLayoutVars>
      </dgm:prSet>
      <dgm:spPr/>
    </dgm:pt>
    <dgm:pt modelId="{7F530B55-B46D-4BAB-A7B4-AD72A83750FF}" type="pres">
      <dgm:prSet presAssocID="{0A5D34ED-8F59-424B-A81E-822FC95EAE24}" presName="aSpace2" presStyleCnt="0"/>
      <dgm:spPr/>
    </dgm:pt>
    <dgm:pt modelId="{ADD5AA24-6D83-467E-81B2-675BBC8BB2C2}" type="pres">
      <dgm:prSet presAssocID="{CC59E40C-3551-4BEE-B6C8-F88293F3F2B9}" presName="childNode" presStyleLbl="node1" presStyleIdx="3" presStyleCnt="9">
        <dgm:presLayoutVars>
          <dgm:bulletEnabled val="1"/>
        </dgm:presLayoutVars>
      </dgm:prSet>
      <dgm:spPr/>
    </dgm:pt>
    <dgm:pt modelId="{37341BF4-0EC4-4A95-9289-85A8FF7B469C}" type="pres">
      <dgm:prSet presAssocID="{6D7F9C6A-8903-4303-84CC-BD212F8CC89E}" presName="aSpace" presStyleCnt="0"/>
      <dgm:spPr/>
    </dgm:pt>
    <dgm:pt modelId="{188D9223-0793-4A15-894B-77A5CF632FAB}" type="pres">
      <dgm:prSet presAssocID="{2E0BE3D9-F9D8-44E3-9A52-DE398B0862CA}" presName="compNode" presStyleCnt="0"/>
      <dgm:spPr/>
    </dgm:pt>
    <dgm:pt modelId="{7CBFB754-253B-47BE-9E72-522D31256754}" type="pres">
      <dgm:prSet presAssocID="{2E0BE3D9-F9D8-44E3-9A52-DE398B0862CA}" presName="aNode" presStyleLbl="bgShp" presStyleIdx="2" presStyleCnt="4" custLinFactNeighborX="-3750" custLinFactNeighborY="3411"/>
      <dgm:spPr/>
    </dgm:pt>
    <dgm:pt modelId="{937FDA76-F01F-41A4-AB3F-AE8C02663D9C}" type="pres">
      <dgm:prSet presAssocID="{2E0BE3D9-F9D8-44E3-9A52-DE398B0862CA}" presName="textNode" presStyleLbl="bgShp" presStyleIdx="2" presStyleCnt="4"/>
      <dgm:spPr/>
    </dgm:pt>
    <dgm:pt modelId="{493B2CA9-EE2B-46F2-B0E3-0BD93CBED952}" type="pres">
      <dgm:prSet presAssocID="{2E0BE3D9-F9D8-44E3-9A52-DE398B0862CA}" presName="compChildNode" presStyleCnt="0"/>
      <dgm:spPr/>
    </dgm:pt>
    <dgm:pt modelId="{EDA7F710-8F38-436D-880F-0069BCF1575A}" type="pres">
      <dgm:prSet presAssocID="{2E0BE3D9-F9D8-44E3-9A52-DE398B0862CA}" presName="theInnerList" presStyleCnt="0"/>
      <dgm:spPr/>
    </dgm:pt>
    <dgm:pt modelId="{473BB5C6-3D5B-438B-8DDB-E58C746828F0}" type="pres">
      <dgm:prSet presAssocID="{723E0B0F-7BC7-4CB0-9F61-FD7CE36B6223}" presName="childNode" presStyleLbl="node1" presStyleIdx="4" presStyleCnt="9">
        <dgm:presLayoutVars>
          <dgm:bulletEnabled val="1"/>
        </dgm:presLayoutVars>
      </dgm:prSet>
      <dgm:spPr/>
    </dgm:pt>
    <dgm:pt modelId="{6645DABC-7833-403D-AD58-C60EB2DF4E51}" type="pres">
      <dgm:prSet presAssocID="{723E0B0F-7BC7-4CB0-9F61-FD7CE36B6223}" presName="aSpace2" presStyleCnt="0"/>
      <dgm:spPr/>
    </dgm:pt>
    <dgm:pt modelId="{5531F1E6-2C29-4203-BD9C-748A171C5EC3}" type="pres">
      <dgm:prSet presAssocID="{71DF6457-ADB3-4852-A385-B6520FCBE7E7}" presName="childNode" presStyleLbl="node1" presStyleIdx="5" presStyleCnt="9">
        <dgm:presLayoutVars>
          <dgm:bulletEnabled val="1"/>
        </dgm:presLayoutVars>
      </dgm:prSet>
      <dgm:spPr/>
    </dgm:pt>
    <dgm:pt modelId="{E4E843C8-9EE6-4814-A1FB-F7957E75C65C}" type="pres">
      <dgm:prSet presAssocID="{2E0BE3D9-F9D8-44E3-9A52-DE398B0862CA}" presName="aSpace" presStyleCnt="0"/>
      <dgm:spPr/>
    </dgm:pt>
    <dgm:pt modelId="{0C7ED4BE-B8C7-4345-ABE5-0CA5AC188616}" type="pres">
      <dgm:prSet presAssocID="{27DA04A2-CAA1-48B5-8CA4-BCBDA4571F19}" presName="compNode" presStyleCnt="0"/>
      <dgm:spPr/>
    </dgm:pt>
    <dgm:pt modelId="{AC81F9BE-A422-4EAE-B2EE-F47649E3FBE5}" type="pres">
      <dgm:prSet presAssocID="{27DA04A2-CAA1-48B5-8CA4-BCBDA4571F19}" presName="aNode" presStyleLbl="bgShp" presStyleIdx="3" presStyleCnt="4"/>
      <dgm:spPr/>
    </dgm:pt>
    <dgm:pt modelId="{D76FCE25-B5E1-49C2-B98A-E2C34033EB60}" type="pres">
      <dgm:prSet presAssocID="{27DA04A2-CAA1-48B5-8CA4-BCBDA4571F19}" presName="textNode" presStyleLbl="bgShp" presStyleIdx="3" presStyleCnt="4"/>
      <dgm:spPr/>
    </dgm:pt>
    <dgm:pt modelId="{D1AEE670-4E5F-4816-A674-00F889200977}" type="pres">
      <dgm:prSet presAssocID="{27DA04A2-CAA1-48B5-8CA4-BCBDA4571F19}" presName="compChildNode" presStyleCnt="0"/>
      <dgm:spPr/>
    </dgm:pt>
    <dgm:pt modelId="{C4DC78B5-6268-4C2D-AB22-11D8BDFFD067}" type="pres">
      <dgm:prSet presAssocID="{27DA04A2-CAA1-48B5-8CA4-BCBDA4571F19}" presName="theInnerList" presStyleCnt="0"/>
      <dgm:spPr/>
    </dgm:pt>
    <dgm:pt modelId="{B7BC4619-8891-4EB7-A9FB-D726D6373B87}" type="pres">
      <dgm:prSet presAssocID="{0EDEC32E-5B14-4DDF-AC50-B03D25B07917}" presName="childNode" presStyleLbl="node1" presStyleIdx="6" presStyleCnt="9">
        <dgm:presLayoutVars>
          <dgm:bulletEnabled val="1"/>
        </dgm:presLayoutVars>
      </dgm:prSet>
      <dgm:spPr/>
    </dgm:pt>
    <dgm:pt modelId="{23DA1041-3B8C-4626-ABB1-CED7083E9765}" type="pres">
      <dgm:prSet presAssocID="{0EDEC32E-5B14-4DDF-AC50-B03D25B07917}" presName="aSpace2" presStyleCnt="0"/>
      <dgm:spPr/>
    </dgm:pt>
    <dgm:pt modelId="{5B270013-315C-44F2-82D2-E24D660B34B7}" type="pres">
      <dgm:prSet presAssocID="{806A357C-9F43-4175-BDFA-D1E39A006493}" presName="childNode" presStyleLbl="node1" presStyleIdx="7" presStyleCnt="9">
        <dgm:presLayoutVars>
          <dgm:bulletEnabled val="1"/>
        </dgm:presLayoutVars>
      </dgm:prSet>
      <dgm:spPr/>
    </dgm:pt>
    <dgm:pt modelId="{96898FD8-22E0-4D07-9A5C-1DA6415ECCF2}" type="pres">
      <dgm:prSet presAssocID="{806A357C-9F43-4175-BDFA-D1E39A006493}" presName="aSpace2" presStyleCnt="0"/>
      <dgm:spPr/>
    </dgm:pt>
    <dgm:pt modelId="{455253A3-53CB-4AC9-A402-BEE5D5C32D73}" type="pres">
      <dgm:prSet presAssocID="{39BFE61F-0B70-4890-83DC-0D2FB97E6324}" presName="childNode" presStyleLbl="node1" presStyleIdx="8" presStyleCnt="9">
        <dgm:presLayoutVars>
          <dgm:bulletEnabled val="1"/>
        </dgm:presLayoutVars>
      </dgm:prSet>
      <dgm:spPr/>
    </dgm:pt>
  </dgm:ptLst>
  <dgm:cxnLst>
    <dgm:cxn modelId="{BDC3A30E-56FC-4410-9176-8ADCD8EFFAF8}" type="presOf" srcId="{6D7F9C6A-8903-4303-84CC-BD212F8CC89E}" destId="{A5225AD0-9E27-4FC3-ADB6-E8E30442A1BE}" srcOrd="0" destOrd="0" presId="urn:microsoft.com/office/officeart/2005/8/layout/lProcess2"/>
    <dgm:cxn modelId="{847F052C-CACD-44A7-A81B-3CCF7722F62E}" srcId="{6D7F9C6A-8903-4303-84CC-BD212F8CC89E}" destId="{0A5D34ED-8F59-424B-A81E-822FC95EAE24}" srcOrd="0" destOrd="0" parTransId="{A8F9914A-5F6F-4AA2-A2E5-159DAA2C2190}" sibTransId="{9A6C3C88-A4C8-4E53-9A86-646E2EF0DE63}"/>
    <dgm:cxn modelId="{D5099933-7245-40FB-B7A0-D4795B34884D}" srcId="{C5C9A85A-6886-47E1-9EF0-244F8C44B7A9}" destId="{DFE53791-25A1-46E5-AF17-0FFFC1E39B63}" srcOrd="0" destOrd="0" parTransId="{1FE5CA70-857C-4C58-B064-8484A1407031}" sibTransId="{B8081ECB-53AB-4583-BF44-E941B457CBE4}"/>
    <dgm:cxn modelId="{E112E536-A210-4551-ADE5-D71200C38D64}" type="presOf" srcId="{723E0B0F-7BC7-4CB0-9F61-FD7CE36B6223}" destId="{473BB5C6-3D5B-438B-8DDB-E58C746828F0}" srcOrd="0" destOrd="0" presId="urn:microsoft.com/office/officeart/2005/8/layout/lProcess2"/>
    <dgm:cxn modelId="{07BA6638-DD90-4637-957B-EA402F93539A}" type="presOf" srcId="{6D7F9C6A-8903-4303-84CC-BD212F8CC89E}" destId="{BE284FD6-5F8A-4E71-A785-1595979CE9EF}" srcOrd="1" destOrd="0" presId="urn:microsoft.com/office/officeart/2005/8/layout/lProcess2"/>
    <dgm:cxn modelId="{1322343C-DE06-456D-90E8-9B224643CBC9}" type="presOf" srcId="{71DF6457-ADB3-4852-A385-B6520FCBE7E7}" destId="{5531F1E6-2C29-4203-BD9C-748A171C5EC3}" srcOrd="0" destOrd="0" presId="urn:microsoft.com/office/officeart/2005/8/layout/lProcess2"/>
    <dgm:cxn modelId="{F7BE9A3E-F33C-4365-8304-64E27B3B5E60}" type="presOf" srcId="{0A5D34ED-8F59-424B-A81E-822FC95EAE24}" destId="{347D6BCF-BCBF-4A70-9612-D530D9EF8368}" srcOrd="0" destOrd="0" presId="urn:microsoft.com/office/officeart/2005/8/layout/lProcess2"/>
    <dgm:cxn modelId="{932F0F5D-B274-4EF9-AE63-1BD6AB8CAC76}" srcId="{C5C9A85A-6886-47E1-9EF0-244F8C44B7A9}" destId="{799ACB39-C378-4B45-8DD5-B71A804C622D}" srcOrd="1" destOrd="0" parTransId="{12844847-C8EB-44E0-B888-58F245AD562C}" sibTransId="{EE4D4F86-D57C-44CC-9BFD-5E1D7A87C6B7}"/>
    <dgm:cxn modelId="{09D24D5E-6EEE-497A-9AAD-8D16BAB9333A}" srcId="{2396897B-55DB-4D81-B26E-C2E36B6EDC1A}" destId="{C5C9A85A-6886-47E1-9EF0-244F8C44B7A9}" srcOrd="0" destOrd="0" parTransId="{F294E217-97AF-4BBA-A959-7E27B90F1B2A}" sibTransId="{EE439C8C-6CF6-45F0-8076-F25BDE8BB654}"/>
    <dgm:cxn modelId="{FF96C042-ACB0-48D6-B6EF-DA013527DFA4}" type="presOf" srcId="{0EDEC32E-5B14-4DDF-AC50-B03D25B07917}" destId="{B7BC4619-8891-4EB7-A9FB-D726D6373B87}" srcOrd="0" destOrd="0" presId="urn:microsoft.com/office/officeart/2005/8/layout/lProcess2"/>
    <dgm:cxn modelId="{BB21A066-AC0B-4B53-A5AB-530FC3ECA4AD}" srcId="{2396897B-55DB-4D81-B26E-C2E36B6EDC1A}" destId="{27DA04A2-CAA1-48B5-8CA4-BCBDA4571F19}" srcOrd="3" destOrd="0" parTransId="{C174A4CB-5EA6-4E40-A7AC-413F746B31E1}" sibTransId="{B687DC8F-76ED-45CC-A6A5-297E978AF0EA}"/>
    <dgm:cxn modelId="{3B24DD4B-D021-4977-B1A3-AD7E2F86DC99}" srcId="{2E0BE3D9-F9D8-44E3-9A52-DE398B0862CA}" destId="{723E0B0F-7BC7-4CB0-9F61-FD7CE36B6223}" srcOrd="0" destOrd="0" parTransId="{2A4A1AAC-7ED3-4625-BF58-28A9E88C6EDA}" sibTransId="{BD41B278-5CB9-47A3-B82A-6FFDA0E24023}"/>
    <dgm:cxn modelId="{9E046171-008D-42B5-B476-0F537BFEDF0B}" srcId="{27DA04A2-CAA1-48B5-8CA4-BCBDA4571F19}" destId="{806A357C-9F43-4175-BDFA-D1E39A006493}" srcOrd="1" destOrd="0" parTransId="{83C47D56-4CF0-44A5-BD6F-788B9BD22BDF}" sibTransId="{3B3D3047-C30D-4961-85B6-809DF5FF7195}"/>
    <dgm:cxn modelId="{BB609B72-EE74-4560-B9BC-2A8EC9ED3858}" type="presOf" srcId="{C5C9A85A-6886-47E1-9EF0-244F8C44B7A9}" destId="{9CAB9731-A4CB-4412-9D26-538EE7987071}" srcOrd="0" destOrd="0" presId="urn:microsoft.com/office/officeart/2005/8/layout/lProcess2"/>
    <dgm:cxn modelId="{DE291F7D-1ED2-4A2F-B33A-7A010E39CA6B}" type="presOf" srcId="{27DA04A2-CAA1-48B5-8CA4-BCBDA4571F19}" destId="{AC81F9BE-A422-4EAE-B2EE-F47649E3FBE5}" srcOrd="0" destOrd="0" presId="urn:microsoft.com/office/officeart/2005/8/layout/lProcess2"/>
    <dgm:cxn modelId="{F629CE81-1A3E-4072-81BB-DD3DE468D768}" srcId="{2396897B-55DB-4D81-B26E-C2E36B6EDC1A}" destId="{2E0BE3D9-F9D8-44E3-9A52-DE398B0862CA}" srcOrd="2" destOrd="0" parTransId="{49EC1D46-B8FC-4775-8AAB-D36A3B322809}" sibTransId="{0603D4AE-C2D5-4D1C-885F-E06672E5F7D6}"/>
    <dgm:cxn modelId="{88B0F29C-15A1-493D-821B-D129F3765315}" type="presOf" srcId="{DFE53791-25A1-46E5-AF17-0FFFC1E39B63}" destId="{D34F12A8-9FAA-46FC-8226-EEC7D97A49C9}" srcOrd="0" destOrd="0" presId="urn:microsoft.com/office/officeart/2005/8/layout/lProcess2"/>
    <dgm:cxn modelId="{FB60D59F-5779-4DD4-A47D-4FFF3B942806}" srcId="{2E0BE3D9-F9D8-44E3-9A52-DE398B0862CA}" destId="{71DF6457-ADB3-4852-A385-B6520FCBE7E7}" srcOrd="1" destOrd="0" parTransId="{25DAC4BF-B24B-4B60-A6FC-C85BEBA9B059}" sibTransId="{7AB07947-783C-4120-95F7-4C9B10DBC423}"/>
    <dgm:cxn modelId="{CD9918B7-BFBC-4D4A-A354-CEA23EB6806F}" type="presOf" srcId="{2E0BE3D9-F9D8-44E3-9A52-DE398B0862CA}" destId="{7CBFB754-253B-47BE-9E72-522D31256754}" srcOrd="0" destOrd="0" presId="urn:microsoft.com/office/officeart/2005/8/layout/lProcess2"/>
    <dgm:cxn modelId="{B0C29AB7-F365-4455-A6DC-AB98D2E76AA6}" srcId="{2396897B-55DB-4D81-B26E-C2E36B6EDC1A}" destId="{6D7F9C6A-8903-4303-84CC-BD212F8CC89E}" srcOrd="1" destOrd="0" parTransId="{9004A3AB-D014-483A-887B-5B62AA546CAD}" sibTransId="{5D72BFAF-11E4-4D86-A1EB-D2D2E6731E4E}"/>
    <dgm:cxn modelId="{F2169DB8-723C-4A77-BC6C-AEC71F9A6EE1}" srcId="{6D7F9C6A-8903-4303-84CC-BD212F8CC89E}" destId="{CC59E40C-3551-4BEE-B6C8-F88293F3F2B9}" srcOrd="1" destOrd="0" parTransId="{CEE3624A-6A3B-4D11-A3AD-0C9041DE0FFC}" sibTransId="{16F11BC8-7D64-41F3-AE22-7792451EEC52}"/>
    <dgm:cxn modelId="{BC6534C8-FF94-43BB-AC63-EA05A5800FB3}" type="presOf" srcId="{C5C9A85A-6886-47E1-9EF0-244F8C44B7A9}" destId="{2B4FD4F3-1160-4E80-8B0B-A48B5BFE13E2}" srcOrd="1" destOrd="0" presId="urn:microsoft.com/office/officeart/2005/8/layout/lProcess2"/>
    <dgm:cxn modelId="{B76FE3C8-F4DB-4D7D-867C-4276DF067C84}" type="presOf" srcId="{2396897B-55DB-4D81-B26E-C2E36B6EDC1A}" destId="{B6B9106E-1128-4B72-9E0D-9F979AD85DE4}" srcOrd="0" destOrd="0" presId="urn:microsoft.com/office/officeart/2005/8/layout/lProcess2"/>
    <dgm:cxn modelId="{88F3FED0-9C4F-4258-8988-F4E253264B83}" type="presOf" srcId="{27DA04A2-CAA1-48B5-8CA4-BCBDA4571F19}" destId="{D76FCE25-B5E1-49C2-B98A-E2C34033EB60}" srcOrd="1" destOrd="0" presId="urn:microsoft.com/office/officeart/2005/8/layout/lProcess2"/>
    <dgm:cxn modelId="{C394B9D4-9EBC-4512-862A-E7F9BC4EE77F}" type="presOf" srcId="{39BFE61F-0B70-4890-83DC-0D2FB97E6324}" destId="{455253A3-53CB-4AC9-A402-BEE5D5C32D73}" srcOrd="0" destOrd="0" presId="urn:microsoft.com/office/officeart/2005/8/layout/lProcess2"/>
    <dgm:cxn modelId="{8CB70FD7-BCEE-4F98-AE85-FAF820D52524}" type="presOf" srcId="{2E0BE3D9-F9D8-44E3-9A52-DE398B0862CA}" destId="{937FDA76-F01F-41A4-AB3F-AE8C02663D9C}" srcOrd="1" destOrd="0" presId="urn:microsoft.com/office/officeart/2005/8/layout/lProcess2"/>
    <dgm:cxn modelId="{C35197DC-8D0B-4238-A28F-0EF9C572949F}" srcId="{27DA04A2-CAA1-48B5-8CA4-BCBDA4571F19}" destId="{0EDEC32E-5B14-4DDF-AC50-B03D25B07917}" srcOrd="0" destOrd="0" parTransId="{08E61796-C0CD-4CF0-8D0A-77452C4A8FF4}" sibTransId="{89EB014E-1E02-4237-988F-FADE263C15CF}"/>
    <dgm:cxn modelId="{2343C1E1-18B7-4EC1-8264-CDC202DC9739}" srcId="{27DA04A2-CAA1-48B5-8CA4-BCBDA4571F19}" destId="{39BFE61F-0B70-4890-83DC-0D2FB97E6324}" srcOrd="2" destOrd="0" parTransId="{8A5AC59D-73E2-4291-A9F3-99596C021A9C}" sibTransId="{05B11397-3AB0-437B-876B-9722694C1BB6}"/>
    <dgm:cxn modelId="{3BAC58E4-98EF-4EDB-AFE5-C1E2C3AE9B3A}" type="presOf" srcId="{CC59E40C-3551-4BEE-B6C8-F88293F3F2B9}" destId="{ADD5AA24-6D83-467E-81B2-675BBC8BB2C2}" srcOrd="0" destOrd="0" presId="urn:microsoft.com/office/officeart/2005/8/layout/lProcess2"/>
    <dgm:cxn modelId="{97992DF5-C1E7-44E8-AE7C-DBB78EA3E14E}" type="presOf" srcId="{799ACB39-C378-4B45-8DD5-B71A804C622D}" destId="{0B1E4FBF-1BA0-4BFA-8430-4EA62C661FB0}" srcOrd="0" destOrd="0" presId="urn:microsoft.com/office/officeart/2005/8/layout/lProcess2"/>
    <dgm:cxn modelId="{097C1BFF-4E0F-47DE-830C-80E594934E1E}" type="presOf" srcId="{806A357C-9F43-4175-BDFA-D1E39A006493}" destId="{5B270013-315C-44F2-82D2-E24D660B34B7}" srcOrd="0" destOrd="0" presId="urn:microsoft.com/office/officeart/2005/8/layout/lProcess2"/>
    <dgm:cxn modelId="{59B872F1-0E38-4E19-9820-138097522273}" type="presParOf" srcId="{B6B9106E-1128-4B72-9E0D-9F979AD85DE4}" destId="{0B9A0078-8E4F-4153-986D-0DD717BE60C2}" srcOrd="0" destOrd="0" presId="urn:microsoft.com/office/officeart/2005/8/layout/lProcess2"/>
    <dgm:cxn modelId="{09699F64-3731-4F36-8DFA-2E770ECF7D7A}" type="presParOf" srcId="{0B9A0078-8E4F-4153-986D-0DD717BE60C2}" destId="{9CAB9731-A4CB-4412-9D26-538EE7987071}" srcOrd="0" destOrd="0" presId="urn:microsoft.com/office/officeart/2005/8/layout/lProcess2"/>
    <dgm:cxn modelId="{80EA29D1-B225-4D3F-BA9D-753A158E7EA6}" type="presParOf" srcId="{0B9A0078-8E4F-4153-986D-0DD717BE60C2}" destId="{2B4FD4F3-1160-4E80-8B0B-A48B5BFE13E2}" srcOrd="1" destOrd="0" presId="urn:microsoft.com/office/officeart/2005/8/layout/lProcess2"/>
    <dgm:cxn modelId="{516F0887-DDFD-4FF2-870E-6FCDC52C9EA1}" type="presParOf" srcId="{0B9A0078-8E4F-4153-986D-0DD717BE60C2}" destId="{844DBDA5-C2B2-4C63-9DDA-1A3BC0110E31}" srcOrd="2" destOrd="0" presId="urn:microsoft.com/office/officeart/2005/8/layout/lProcess2"/>
    <dgm:cxn modelId="{B6805C4C-519D-4D7F-AF4B-9AA83B3FD206}" type="presParOf" srcId="{844DBDA5-C2B2-4C63-9DDA-1A3BC0110E31}" destId="{9F2BDBD2-5603-475F-98C3-5315AB1E9844}" srcOrd="0" destOrd="0" presId="urn:microsoft.com/office/officeart/2005/8/layout/lProcess2"/>
    <dgm:cxn modelId="{53736BDD-5635-47BE-AFA0-AB72D9361CC6}" type="presParOf" srcId="{9F2BDBD2-5603-475F-98C3-5315AB1E9844}" destId="{D34F12A8-9FAA-46FC-8226-EEC7D97A49C9}" srcOrd="0" destOrd="0" presId="urn:microsoft.com/office/officeart/2005/8/layout/lProcess2"/>
    <dgm:cxn modelId="{D3271A2E-143B-409D-BFF8-0283A2B55C45}" type="presParOf" srcId="{9F2BDBD2-5603-475F-98C3-5315AB1E9844}" destId="{CD728968-F595-498A-B92C-8B1F34BCAFC7}" srcOrd="1" destOrd="0" presId="urn:microsoft.com/office/officeart/2005/8/layout/lProcess2"/>
    <dgm:cxn modelId="{72D1A285-75D5-4613-820C-28C6504CC084}" type="presParOf" srcId="{9F2BDBD2-5603-475F-98C3-5315AB1E9844}" destId="{0B1E4FBF-1BA0-4BFA-8430-4EA62C661FB0}" srcOrd="2" destOrd="0" presId="urn:microsoft.com/office/officeart/2005/8/layout/lProcess2"/>
    <dgm:cxn modelId="{013551B8-C667-40B4-AFBA-B5275F0D7C29}" type="presParOf" srcId="{B6B9106E-1128-4B72-9E0D-9F979AD85DE4}" destId="{31F01BC7-4C28-45CC-8837-5C90DEEC85B9}" srcOrd="1" destOrd="0" presId="urn:microsoft.com/office/officeart/2005/8/layout/lProcess2"/>
    <dgm:cxn modelId="{3DEE851B-0B1B-450F-88F8-B4450F6F9BAE}" type="presParOf" srcId="{B6B9106E-1128-4B72-9E0D-9F979AD85DE4}" destId="{EDFF61BD-33F6-47B5-94B6-17B6F4F85F6B}" srcOrd="2" destOrd="0" presId="urn:microsoft.com/office/officeart/2005/8/layout/lProcess2"/>
    <dgm:cxn modelId="{0C078143-AB7D-4187-A115-0FBDB4FE1BCD}" type="presParOf" srcId="{EDFF61BD-33F6-47B5-94B6-17B6F4F85F6B}" destId="{A5225AD0-9E27-4FC3-ADB6-E8E30442A1BE}" srcOrd="0" destOrd="0" presId="urn:microsoft.com/office/officeart/2005/8/layout/lProcess2"/>
    <dgm:cxn modelId="{DB0535EB-1408-4A65-81D0-C4AC0A6E5A8F}" type="presParOf" srcId="{EDFF61BD-33F6-47B5-94B6-17B6F4F85F6B}" destId="{BE284FD6-5F8A-4E71-A785-1595979CE9EF}" srcOrd="1" destOrd="0" presId="urn:microsoft.com/office/officeart/2005/8/layout/lProcess2"/>
    <dgm:cxn modelId="{34E35EB8-124A-4A29-A19B-F056894333A5}" type="presParOf" srcId="{EDFF61BD-33F6-47B5-94B6-17B6F4F85F6B}" destId="{25B2C09E-A9C0-49E5-A526-56C8A3C866E5}" srcOrd="2" destOrd="0" presId="urn:microsoft.com/office/officeart/2005/8/layout/lProcess2"/>
    <dgm:cxn modelId="{03F2F7EB-00FC-498B-9320-EF79EBBB402F}" type="presParOf" srcId="{25B2C09E-A9C0-49E5-A526-56C8A3C866E5}" destId="{72F5E0D2-D4AD-4125-A8C4-759B5C886E90}" srcOrd="0" destOrd="0" presId="urn:microsoft.com/office/officeart/2005/8/layout/lProcess2"/>
    <dgm:cxn modelId="{3217F5F1-2EF9-4B52-93E6-B03739E636DF}" type="presParOf" srcId="{72F5E0D2-D4AD-4125-A8C4-759B5C886E90}" destId="{347D6BCF-BCBF-4A70-9612-D530D9EF8368}" srcOrd="0" destOrd="0" presId="urn:microsoft.com/office/officeart/2005/8/layout/lProcess2"/>
    <dgm:cxn modelId="{B1D07E99-925C-4A57-BA7D-B987F9B4358B}" type="presParOf" srcId="{72F5E0D2-D4AD-4125-A8C4-759B5C886E90}" destId="{7F530B55-B46D-4BAB-A7B4-AD72A83750FF}" srcOrd="1" destOrd="0" presId="urn:microsoft.com/office/officeart/2005/8/layout/lProcess2"/>
    <dgm:cxn modelId="{0AB5D45B-C67F-4EC5-AC54-04A0BE0A7484}" type="presParOf" srcId="{72F5E0D2-D4AD-4125-A8C4-759B5C886E90}" destId="{ADD5AA24-6D83-467E-81B2-675BBC8BB2C2}" srcOrd="2" destOrd="0" presId="urn:microsoft.com/office/officeart/2005/8/layout/lProcess2"/>
    <dgm:cxn modelId="{1E1A2344-F951-405B-8256-70EB2E8FFC76}" type="presParOf" srcId="{B6B9106E-1128-4B72-9E0D-9F979AD85DE4}" destId="{37341BF4-0EC4-4A95-9289-85A8FF7B469C}" srcOrd="3" destOrd="0" presId="urn:microsoft.com/office/officeart/2005/8/layout/lProcess2"/>
    <dgm:cxn modelId="{C1E6DB85-12EC-49A3-96A1-666452274EB1}" type="presParOf" srcId="{B6B9106E-1128-4B72-9E0D-9F979AD85DE4}" destId="{188D9223-0793-4A15-894B-77A5CF632FAB}" srcOrd="4" destOrd="0" presId="urn:microsoft.com/office/officeart/2005/8/layout/lProcess2"/>
    <dgm:cxn modelId="{ABB74854-5F87-4F58-9124-1FD4F37EE36A}" type="presParOf" srcId="{188D9223-0793-4A15-894B-77A5CF632FAB}" destId="{7CBFB754-253B-47BE-9E72-522D31256754}" srcOrd="0" destOrd="0" presId="urn:microsoft.com/office/officeart/2005/8/layout/lProcess2"/>
    <dgm:cxn modelId="{8198A64F-A226-41B5-B26D-01A4168B6FC9}" type="presParOf" srcId="{188D9223-0793-4A15-894B-77A5CF632FAB}" destId="{937FDA76-F01F-41A4-AB3F-AE8C02663D9C}" srcOrd="1" destOrd="0" presId="urn:microsoft.com/office/officeart/2005/8/layout/lProcess2"/>
    <dgm:cxn modelId="{9B47C999-747A-4A88-8FD5-C5D60FA88A57}" type="presParOf" srcId="{188D9223-0793-4A15-894B-77A5CF632FAB}" destId="{493B2CA9-EE2B-46F2-B0E3-0BD93CBED952}" srcOrd="2" destOrd="0" presId="urn:microsoft.com/office/officeart/2005/8/layout/lProcess2"/>
    <dgm:cxn modelId="{AB5E0B77-02D7-401A-BD43-D2050243FAF2}" type="presParOf" srcId="{493B2CA9-EE2B-46F2-B0E3-0BD93CBED952}" destId="{EDA7F710-8F38-436D-880F-0069BCF1575A}" srcOrd="0" destOrd="0" presId="urn:microsoft.com/office/officeart/2005/8/layout/lProcess2"/>
    <dgm:cxn modelId="{07D6FEB9-4152-49FB-8476-B316D8B0635D}" type="presParOf" srcId="{EDA7F710-8F38-436D-880F-0069BCF1575A}" destId="{473BB5C6-3D5B-438B-8DDB-E58C746828F0}" srcOrd="0" destOrd="0" presId="urn:microsoft.com/office/officeart/2005/8/layout/lProcess2"/>
    <dgm:cxn modelId="{4B1906D2-EC74-4C2F-ACA3-4F66AC1FC78B}" type="presParOf" srcId="{EDA7F710-8F38-436D-880F-0069BCF1575A}" destId="{6645DABC-7833-403D-AD58-C60EB2DF4E51}" srcOrd="1" destOrd="0" presId="urn:microsoft.com/office/officeart/2005/8/layout/lProcess2"/>
    <dgm:cxn modelId="{57BCD5EB-C0B2-4F1C-BB3C-5BE56B4D9B26}" type="presParOf" srcId="{EDA7F710-8F38-436D-880F-0069BCF1575A}" destId="{5531F1E6-2C29-4203-BD9C-748A171C5EC3}" srcOrd="2" destOrd="0" presId="urn:microsoft.com/office/officeart/2005/8/layout/lProcess2"/>
    <dgm:cxn modelId="{9BA1CD4E-D8B9-4B10-A1AC-DB0E04424D9F}" type="presParOf" srcId="{B6B9106E-1128-4B72-9E0D-9F979AD85DE4}" destId="{E4E843C8-9EE6-4814-A1FB-F7957E75C65C}" srcOrd="5" destOrd="0" presId="urn:microsoft.com/office/officeart/2005/8/layout/lProcess2"/>
    <dgm:cxn modelId="{DF578101-21FC-4F74-A2AD-694D52F54B81}" type="presParOf" srcId="{B6B9106E-1128-4B72-9E0D-9F979AD85DE4}" destId="{0C7ED4BE-B8C7-4345-ABE5-0CA5AC188616}" srcOrd="6" destOrd="0" presId="urn:microsoft.com/office/officeart/2005/8/layout/lProcess2"/>
    <dgm:cxn modelId="{C81894FE-0E13-44C2-A689-222F46224E08}" type="presParOf" srcId="{0C7ED4BE-B8C7-4345-ABE5-0CA5AC188616}" destId="{AC81F9BE-A422-4EAE-B2EE-F47649E3FBE5}" srcOrd="0" destOrd="0" presId="urn:microsoft.com/office/officeart/2005/8/layout/lProcess2"/>
    <dgm:cxn modelId="{B5D06018-8C7B-4982-81C7-147C7016285A}" type="presParOf" srcId="{0C7ED4BE-B8C7-4345-ABE5-0CA5AC188616}" destId="{D76FCE25-B5E1-49C2-B98A-E2C34033EB60}" srcOrd="1" destOrd="0" presId="urn:microsoft.com/office/officeart/2005/8/layout/lProcess2"/>
    <dgm:cxn modelId="{9D7F7AD9-157B-46F0-A33E-131AB141D386}" type="presParOf" srcId="{0C7ED4BE-B8C7-4345-ABE5-0CA5AC188616}" destId="{D1AEE670-4E5F-4816-A674-00F889200977}" srcOrd="2" destOrd="0" presId="urn:microsoft.com/office/officeart/2005/8/layout/lProcess2"/>
    <dgm:cxn modelId="{D97E950D-3FE1-4F7D-A4BA-BBF1D7A2161A}" type="presParOf" srcId="{D1AEE670-4E5F-4816-A674-00F889200977}" destId="{C4DC78B5-6268-4C2D-AB22-11D8BDFFD067}" srcOrd="0" destOrd="0" presId="urn:microsoft.com/office/officeart/2005/8/layout/lProcess2"/>
    <dgm:cxn modelId="{ADD3F1BF-60C6-4449-803C-92F546655F30}" type="presParOf" srcId="{C4DC78B5-6268-4C2D-AB22-11D8BDFFD067}" destId="{B7BC4619-8891-4EB7-A9FB-D726D6373B87}" srcOrd="0" destOrd="0" presId="urn:microsoft.com/office/officeart/2005/8/layout/lProcess2"/>
    <dgm:cxn modelId="{85D193D3-6307-4ED6-A763-763D39903BD7}" type="presParOf" srcId="{C4DC78B5-6268-4C2D-AB22-11D8BDFFD067}" destId="{23DA1041-3B8C-4626-ABB1-CED7083E9765}" srcOrd="1" destOrd="0" presId="urn:microsoft.com/office/officeart/2005/8/layout/lProcess2"/>
    <dgm:cxn modelId="{AED2F265-9786-44EA-BAD4-55B249E90990}" type="presParOf" srcId="{C4DC78B5-6268-4C2D-AB22-11D8BDFFD067}" destId="{5B270013-315C-44F2-82D2-E24D660B34B7}" srcOrd="2" destOrd="0" presId="urn:microsoft.com/office/officeart/2005/8/layout/lProcess2"/>
    <dgm:cxn modelId="{B2FC3D6A-1EF4-4EA4-8BA8-CD08F8834FBF}" type="presParOf" srcId="{C4DC78B5-6268-4C2D-AB22-11D8BDFFD067}" destId="{96898FD8-22E0-4D07-9A5C-1DA6415ECCF2}" srcOrd="3" destOrd="0" presId="urn:microsoft.com/office/officeart/2005/8/layout/lProcess2"/>
    <dgm:cxn modelId="{ED361D8E-C56F-4EC3-9679-D9B27B183F19}" type="presParOf" srcId="{C4DC78B5-6268-4C2D-AB22-11D8BDFFD067}" destId="{455253A3-53CB-4AC9-A402-BEE5D5C32D73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704DB43-5E78-444E-9877-A28A1F1AA6B0}" type="doc">
      <dgm:prSet loTypeId="urn:microsoft.com/office/officeart/2005/8/layout/list1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5039F01-09CB-4185-A157-133DD1F69BDF}">
      <dgm:prSet/>
      <dgm:spPr/>
      <dgm:t>
        <a:bodyPr/>
        <a:lstStyle/>
        <a:p>
          <a:r>
            <a:rPr lang="es-CO" b="1" i="0" noProof="0">
              <a:latin typeface="DM Sans" pitchFamily="2" charset="0"/>
            </a:rPr>
            <a:t>Requerimientos funcionales</a:t>
          </a:r>
          <a:endParaRPr lang="es-CO" noProof="0">
            <a:latin typeface="DM Sans" pitchFamily="2" charset="0"/>
          </a:endParaRPr>
        </a:p>
      </dgm:t>
    </dgm:pt>
    <dgm:pt modelId="{C7E4F2E7-C5A2-47A9-8070-D65B9CD32081}" type="parTrans" cxnId="{F5AC5C20-62B1-4F68-A117-374A01257B3B}">
      <dgm:prSet/>
      <dgm:spPr/>
      <dgm:t>
        <a:bodyPr/>
        <a:lstStyle/>
        <a:p>
          <a:endParaRPr lang="en-US"/>
        </a:p>
      </dgm:t>
    </dgm:pt>
    <dgm:pt modelId="{B4A4055B-D531-4962-A4E5-A536FF1FA20C}" type="sibTrans" cxnId="{F5AC5C20-62B1-4F68-A117-374A01257B3B}">
      <dgm:prSet/>
      <dgm:spPr/>
      <dgm:t>
        <a:bodyPr/>
        <a:lstStyle/>
        <a:p>
          <a:endParaRPr lang="en-US"/>
        </a:p>
      </dgm:t>
    </dgm:pt>
    <dgm:pt modelId="{995F14DC-E0D9-4503-B47C-8C6486B71715}">
      <dgm:prSet/>
      <dgm:spPr/>
      <dgm:t>
        <a:bodyPr/>
        <a:lstStyle/>
        <a:p>
          <a:r>
            <a:rPr lang="es-CO" b="1" i="0" noProof="0">
              <a:latin typeface="DM Sans" pitchFamily="2" charset="0"/>
            </a:rPr>
            <a:t>Requerimientos de efectividad</a:t>
          </a:r>
          <a:endParaRPr lang="es-CO" noProof="0">
            <a:latin typeface="DM Sans" pitchFamily="2" charset="0"/>
          </a:endParaRPr>
        </a:p>
      </dgm:t>
    </dgm:pt>
    <dgm:pt modelId="{ECB27562-9199-4B6C-9E8C-7CB2B9113997}" type="parTrans" cxnId="{F9B2B96C-38E7-42BE-9050-0A005FF777F8}">
      <dgm:prSet/>
      <dgm:spPr/>
      <dgm:t>
        <a:bodyPr/>
        <a:lstStyle/>
        <a:p>
          <a:endParaRPr lang="en-US"/>
        </a:p>
      </dgm:t>
    </dgm:pt>
    <dgm:pt modelId="{738B74C2-2A14-4DE5-9DC2-54A744BB1F98}" type="sibTrans" cxnId="{F9B2B96C-38E7-42BE-9050-0A005FF777F8}">
      <dgm:prSet/>
      <dgm:spPr/>
      <dgm:t>
        <a:bodyPr/>
        <a:lstStyle/>
        <a:p>
          <a:endParaRPr lang="en-US"/>
        </a:p>
      </dgm:t>
    </dgm:pt>
    <dgm:pt modelId="{51C06EB2-2F3A-4F7F-94BD-8A24F63B88B2}">
      <dgm:prSet/>
      <dgm:spPr/>
      <dgm:t>
        <a:bodyPr/>
        <a:lstStyle/>
        <a:p>
          <a:r>
            <a:rPr lang="es-CO" b="1" i="0" noProof="0">
              <a:latin typeface="DM Sans" pitchFamily="2" charset="0"/>
            </a:rPr>
            <a:t>Requerimientos técnicos</a:t>
          </a:r>
          <a:endParaRPr lang="es-CO" noProof="0">
            <a:latin typeface="DM Sans" pitchFamily="2" charset="0"/>
          </a:endParaRPr>
        </a:p>
      </dgm:t>
    </dgm:pt>
    <dgm:pt modelId="{D2A114B2-D599-4714-8DF1-A5FD57CD3D2E}" type="parTrans" cxnId="{DD00399C-548A-4FBB-9A51-49208AA206D9}">
      <dgm:prSet/>
      <dgm:spPr/>
      <dgm:t>
        <a:bodyPr/>
        <a:lstStyle/>
        <a:p>
          <a:endParaRPr lang="en-US"/>
        </a:p>
      </dgm:t>
    </dgm:pt>
    <dgm:pt modelId="{300DCC95-8D20-4CC9-A647-48D4A1359497}" type="sibTrans" cxnId="{DD00399C-548A-4FBB-9A51-49208AA206D9}">
      <dgm:prSet/>
      <dgm:spPr/>
      <dgm:t>
        <a:bodyPr/>
        <a:lstStyle/>
        <a:p>
          <a:endParaRPr lang="en-US"/>
        </a:p>
      </dgm:t>
    </dgm:pt>
    <dgm:pt modelId="{02956ED2-69E9-4F1B-A5AB-E11845958DC5}">
      <dgm:prSet/>
      <dgm:spPr/>
      <dgm:t>
        <a:bodyPr/>
        <a:lstStyle/>
        <a:p>
          <a:r>
            <a:rPr lang="es-CO" b="1" i="0" noProof="0">
              <a:latin typeface="DM Sans" pitchFamily="2" charset="0"/>
            </a:rPr>
            <a:t>Requerimientos mecánicos</a:t>
          </a:r>
          <a:endParaRPr lang="es-CO" noProof="0">
            <a:latin typeface="DM Sans" pitchFamily="2" charset="0"/>
          </a:endParaRPr>
        </a:p>
      </dgm:t>
    </dgm:pt>
    <dgm:pt modelId="{DCE6F28C-8169-47AA-8B7E-6CE852E82709}" type="parTrans" cxnId="{2FEDE59F-8C85-4EC2-BE55-055F6A72363D}">
      <dgm:prSet/>
      <dgm:spPr/>
      <dgm:t>
        <a:bodyPr/>
        <a:lstStyle/>
        <a:p>
          <a:endParaRPr lang="en-US"/>
        </a:p>
      </dgm:t>
    </dgm:pt>
    <dgm:pt modelId="{D8C2C7AA-62C6-4CB5-A4CC-3DD6DAD361AB}" type="sibTrans" cxnId="{2FEDE59F-8C85-4EC2-BE55-055F6A72363D}">
      <dgm:prSet/>
      <dgm:spPr/>
      <dgm:t>
        <a:bodyPr/>
        <a:lstStyle/>
        <a:p>
          <a:endParaRPr lang="en-US"/>
        </a:p>
      </dgm:t>
    </dgm:pt>
    <dgm:pt modelId="{36BFA824-4927-48EA-BED6-3C6EEF64C3A0}">
      <dgm:prSet/>
      <dgm:spPr/>
      <dgm:t>
        <a:bodyPr/>
        <a:lstStyle/>
        <a:p>
          <a:r>
            <a:rPr lang="es-CO" b="1" i="0" noProof="0">
              <a:latin typeface="DM Sans" pitchFamily="2" charset="0"/>
            </a:rPr>
            <a:t>Requerimientos para el usuario</a:t>
          </a:r>
          <a:endParaRPr lang="es-CO" noProof="0">
            <a:latin typeface="DM Sans" pitchFamily="2" charset="0"/>
          </a:endParaRPr>
        </a:p>
      </dgm:t>
    </dgm:pt>
    <dgm:pt modelId="{88C4DC01-25BC-437B-B0F8-8F8AF7410FB1}" type="parTrans" cxnId="{4F35E5D6-725E-4B4A-9DB8-37282C10FEC8}">
      <dgm:prSet/>
      <dgm:spPr/>
      <dgm:t>
        <a:bodyPr/>
        <a:lstStyle/>
        <a:p>
          <a:endParaRPr lang="en-US"/>
        </a:p>
      </dgm:t>
    </dgm:pt>
    <dgm:pt modelId="{DEE2FD32-F235-4CB4-B132-F95C1C01228B}" type="sibTrans" cxnId="{4F35E5D6-725E-4B4A-9DB8-37282C10FEC8}">
      <dgm:prSet/>
      <dgm:spPr/>
      <dgm:t>
        <a:bodyPr/>
        <a:lstStyle/>
        <a:p>
          <a:endParaRPr lang="en-US"/>
        </a:p>
      </dgm:t>
    </dgm:pt>
    <dgm:pt modelId="{08D5C375-1D79-4244-8027-D13B7CAF4686}">
      <dgm:prSet/>
      <dgm:spPr/>
      <dgm:t>
        <a:bodyPr/>
        <a:lstStyle/>
        <a:p>
          <a:r>
            <a:rPr lang="es-CO" noProof="0">
              <a:latin typeface="DM Sans" pitchFamily="2" charset="0"/>
            </a:rPr>
            <a:t>Informe diario con el inventario de la bodega</a:t>
          </a:r>
        </a:p>
      </dgm:t>
    </dgm:pt>
    <dgm:pt modelId="{663588F8-32A8-4E8A-84AC-F0265D945944}" type="parTrans" cxnId="{2AA6762B-AFAC-4023-8D90-1CD15934A20C}">
      <dgm:prSet/>
      <dgm:spPr/>
      <dgm:t>
        <a:bodyPr/>
        <a:lstStyle/>
        <a:p>
          <a:endParaRPr lang="en-US"/>
        </a:p>
      </dgm:t>
    </dgm:pt>
    <dgm:pt modelId="{7487390E-C0E7-40BB-B114-5B0B1A16FAC7}" type="sibTrans" cxnId="{2AA6762B-AFAC-4023-8D90-1CD15934A20C}">
      <dgm:prSet/>
      <dgm:spPr/>
      <dgm:t>
        <a:bodyPr/>
        <a:lstStyle/>
        <a:p>
          <a:endParaRPr lang="en-US"/>
        </a:p>
      </dgm:t>
    </dgm:pt>
    <dgm:pt modelId="{6A8586A9-B605-4BBC-B724-35F8F9ECB208}">
      <dgm:prSet/>
      <dgm:spPr/>
      <dgm:t>
        <a:bodyPr/>
        <a:lstStyle/>
        <a:p>
          <a:r>
            <a:rPr lang="es-CO" noProof="0">
              <a:latin typeface="DM Sans" pitchFamily="2" charset="0"/>
            </a:rPr>
            <a:t> identificar y registrar correctamente al menos el 90 % de los productos ubicados en las cajas.</a:t>
          </a:r>
        </a:p>
      </dgm:t>
    </dgm:pt>
    <dgm:pt modelId="{26314278-87FE-4B89-BDF4-BF7F1D3E8A37}" type="parTrans" cxnId="{602C2CB5-688F-4DC4-96C5-6B572957F6D1}">
      <dgm:prSet/>
      <dgm:spPr/>
      <dgm:t>
        <a:bodyPr/>
        <a:lstStyle/>
        <a:p>
          <a:endParaRPr lang="en-US"/>
        </a:p>
      </dgm:t>
    </dgm:pt>
    <dgm:pt modelId="{46AE4E08-E5AB-4BEF-A6CF-C36CBCF743F9}" type="sibTrans" cxnId="{602C2CB5-688F-4DC4-96C5-6B572957F6D1}">
      <dgm:prSet/>
      <dgm:spPr/>
      <dgm:t>
        <a:bodyPr/>
        <a:lstStyle/>
        <a:p>
          <a:endParaRPr lang="en-US"/>
        </a:p>
      </dgm:t>
    </dgm:pt>
    <dgm:pt modelId="{ACEB3966-BA46-40F5-80B2-DA4204D1281A}">
      <dgm:prSet/>
      <dgm:spPr/>
      <dgm:t>
        <a:bodyPr/>
        <a:lstStyle/>
        <a:p>
          <a:r>
            <a:rPr lang="es-CO" noProof="0">
              <a:latin typeface="DM Sans" pitchFamily="2" charset="0"/>
            </a:rPr>
            <a:t>Permitir la integración del sistema con el software de gestión actual de la empresa</a:t>
          </a:r>
        </a:p>
      </dgm:t>
    </dgm:pt>
    <dgm:pt modelId="{884091F3-911B-46C0-9B6C-BEABAE58E383}" type="parTrans" cxnId="{A02DE2A6-5D5C-42F6-8BEE-FA53CDBCB881}">
      <dgm:prSet/>
      <dgm:spPr/>
      <dgm:t>
        <a:bodyPr/>
        <a:lstStyle/>
        <a:p>
          <a:endParaRPr lang="en-US"/>
        </a:p>
      </dgm:t>
    </dgm:pt>
    <dgm:pt modelId="{57BFE79F-9338-459C-B24A-745D2C2CCC43}" type="sibTrans" cxnId="{A02DE2A6-5D5C-42F6-8BEE-FA53CDBCB881}">
      <dgm:prSet/>
      <dgm:spPr/>
      <dgm:t>
        <a:bodyPr/>
        <a:lstStyle/>
        <a:p>
          <a:endParaRPr lang="en-US"/>
        </a:p>
      </dgm:t>
    </dgm:pt>
    <dgm:pt modelId="{62D3AF78-3F13-41A4-9ACF-C97FB32E43F0}">
      <dgm:prSet/>
      <dgm:spPr/>
      <dgm:t>
        <a:bodyPr/>
        <a:lstStyle/>
        <a:p>
          <a:r>
            <a:rPr lang="es-CO" noProof="0">
              <a:latin typeface="DM Sans" pitchFamily="2" charset="0"/>
            </a:rPr>
            <a:t>Reducir en al menos un 50 % los errores en el conteo de inventario respecto al método manual.</a:t>
          </a:r>
        </a:p>
      </dgm:t>
    </dgm:pt>
    <dgm:pt modelId="{F2D53B71-0FB5-4262-B5EE-73C2D93E2623}" type="parTrans" cxnId="{11CE42D5-73D9-4096-92B7-A4C554D67C4D}">
      <dgm:prSet/>
      <dgm:spPr/>
      <dgm:t>
        <a:bodyPr/>
        <a:lstStyle/>
        <a:p>
          <a:endParaRPr lang="en-US"/>
        </a:p>
      </dgm:t>
    </dgm:pt>
    <dgm:pt modelId="{63549985-79A8-4CCA-9681-97338BA193ED}" type="sibTrans" cxnId="{11CE42D5-73D9-4096-92B7-A4C554D67C4D}">
      <dgm:prSet/>
      <dgm:spPr/>
      <dgm:t>
        <a:bodyPr/>
        <a:lstStyle/>
        <a:p>
          <a:endParaRPr lang="en-US"/>
        </a:p>
      </dgm:t>
    </dgm:pt>
    <dgm:pt modelId="{D0D28188-7794-4FE1-BF16-D497A12CA022}">
      <dgm:prSet/>
      <dgm:spPr/>
      <dgm:t>
        <a:bodyPr/>
        <a:lstStyle/>
        <a:p>
          <a:r>
            <a:rPr lang="es-CO" noProof="0">
              <a:latin typeface="DM Sans" pitchFamily="2" charset="0"/>
            </a:rPr>
            <a:t>El tiempo total de inventariado deberá ser menor a 2 horas.</a:t>
          </a:r>
        </a:p>
      </dgm:t>
    </dgm:pt>
    <dgm:pt modelId="{FAFD1A81-D5EB-4534-B470-68D225146EB0}" type="parTrans" cxnId="{E5E35B45-42BA-40A2-AE97-CC53A1345B6E}">
      <dgm:prSet/>
      <dgm:spPr/>
      <dgm:t>
        <a:bodyPr/>
        <a:lstStyle/>
        <a:p>
          <a:endParaRPr lang="en-US"/>
        </a:p>
      </dgm:t>
    </dgm:pt>
    <dgm:pt modelId="{97C2A57D-EE73-416A-AB4B-D8E106609E32}" type="sibTrans" cxnId="{E5E35B45-42BA-40A2-AE97-CC53A1345B6E}">
      <dgm:prSet/>
      <dgm:spPr/>
      <dgm:t>
        <a:bodyPr/>
        <a:lstStyle/>
        <a:p>
          <a:endParaRPr lang="en-US"/>
        </a:p>
      </dgm:t>
    </dgm:pt>
    <dgm:pt modelId="{A3CDD028-D721-45B2-854B-86652B950923}">
      <dgm:prSet/>
      <dgm:spPr/>
      <dgm:t>
        <a:bodyPr/>
        <a:lstStyle/>
        <a:p>
          <a:r>
            <a:rPr lang="es-CO" noProof="0">
              <a:latin typeface="DM Sans" pitchFamily="2" charset="0"/>
            </a:rPr>
            <a:t>El sistema deberá contar con un interruptor físico de parada de emergencia.</a:t>
          </a:r>
        </a:p>
      </dgm:t>
    </dgm:pt>
    <dgm:pt modelId="{710493AE-0EBA-4BD4-9898-7055B70D263B}" type="parTrans" cxnId="{3C190E87-B3FF-4A72-8658-D35C378AD229}">
      <dgm:prSet/>
      <dgm:spPr/>
      <dgm:t>
        <a:bodyPr/>
        <a:lstStyle/>
        <a:p>
          <a:endParaRPr lang="en-US"/>
        </a:p>
      </dgm:t>
    </dgm:pt>
    <dgm:pt modelId="{91CD3C13-2396-4FD9-A9CD-467CF17D644F}" type="sibTrans" cxnId="{3C190E87-B3FF-4A72-8658-D35C378AD229}">
      <dgm:prSet/>
      <dgm:spPr/>
      <dgm:t>
        <a:bodyPr/>
        <a:lstStyle/>
        <a:p>
          <a:endParaRPr lang="en-US"/>
        </a:p>
      </dgm:t>
    </dgm:pt>
    <dgm:pt modelId="{411DD93C-F071-46A8-A1FF-B5E05111026E}">
      <dgm:prSet/>
      <dgm:spPr/>
      <dgm:t>
        <a:bodyPr/>
        <a:lstStyle/>
        <a:p>
          <a:r>
            <a:rPr lang="es-CO" noProof="0">
              <a:latin typeface="DM Sans" pitchFamily="2" charset="0"/>
            </a:rPr>
            <a:t>El sistema debe incorporar baterías recargables con autonomía mínima de 1 hora.</a:t>
          </a:r>
        </a:p>
      </dgm:t>
    </dgm:pt>
    <dgm:pt modelId="{F48BA475-FB31-4274-AD10-238173E5F395}" type="parTrans" cxnId="{15E989C5-488C-439D-8C68-6892ED07C171}">
      <dgm:prSet/>
      <dgm:spPr/>
      <dgm:t>
        <a:bodyPr/>
        <a:lstStyle/>
        <a:p>
          <a:endParaRPr lang="en-US"/>
        </a:p>
      </dgm:t>
    </dgm:pt>
    <dgm:pt modelId="{C56185CA-29BF-4F78-9153-A51C2D3ED5EE}" type="sibTrans" cxnId="{15E989C5-488C-439D-8C68-6892ED07C171}">
      <dgm:prSet/>
      <dgm:spPr/>
      <dgm:t>
        <a:bodyPr/>
        <a:lstStyle/>
        <a:p>
          <a:endParaRPr lang="en-US"/>
        </a:p>
      </dgm:t>
    </dgm:pt>
    <dgm:pt modelId="{AAB41E26-8EE4-4A69-AF1A-61643DA89A5B}">
      <dgm:prSet/>
      <dgm:spPr/>
      <dgm:t>
        <a:bodyPr/>
        <a:lstStyle/>
        <a:p>
          <a:r>
            <a:rPr lang="es-CO" noProof="0">
              <a:latin typeface="DM Sans" pitchFamily="2" charset="0"/>
            </a:rPr>
            <a:t>El chasis deberá soportar una carga útil mínima de 15 kg.</a:t>
          </a:r>
        </a:p>
      </dgm:t>
    </dgm:pt>
    <dgm:pt modelId="{045F9635-6F20-4A14-826C-A8BBB43636F1}" type="parTrans" cxnId="{908FCAF6-BE3D-4F7A-B041-C3BD305A3A17}">
      <dgm:prSet/>
      <dgm:spPr/>
      <dgm:t>
        <a:bodyPr/>
        <a:lstStyle/>
        <a:p>
          <a:endParaRPr lang="en-US"/>
        </a:p>
      </dgm:t>
    </dgm:pt>
    <dgm:pt modelId="{AF4AAC1E-62D2-430E-BD05-0B1EB7CF1AF1}" type="sibTrans" cxnId="{908FCAF6-BE3D-4F7A-B041-C3BD305A3A17}">
      <dgm:prSet/>
      <dgm:spPr/>
      <dgm:t>
        <a:bodyPr/>
        <a:lstStyle/>
        <a:p>
          <a:endParaRPr lang="en-US"/>
        </a:p>
      </dgm:t>
    </dgm:pt>
    <dgm:pt modelId="{FA97EBF4-FCF6-4272-B2C4-8CD233C36356}">
      <dgm:prSet/>
      <dgm:spPr/>
      <dgm:t>
        <a:bodyPr/>
        <a:lstStyle/>
        <a:p>
          <a:r>
            <a:rPr lang="es-CO" noProof="0">
              <a:latin typeface="DM Sans" pitchFamily="2" charset="0"/>
            </a:rPr>
            <a:t>Las dimensiones totales del robot no deberán exceder 50 cm × 40 cm × 40 cm.</a:t>
          </a:r>
        </a:p>
      </dgm:t>
    </dgm:pt>
    <dgm:pt modelId="{2CE051FC-EC59-4EDF-B0E9-2BC1C84F208B}" type="parTrans" cxnId="{C0A84372-CA8E-4D4A-839D-1B4A7964874A}">
      <dgm:prSet/>
      <dgm:spPr/>
      <dgm:t>
        <a:bodyPr/>
        <a:lstStyle/>
        <a:p>
          <a:endParaRPr lang="en-US"/>
        </a:p>
      </dgm:t>
    </dgm:pt>
    <dgm:pt modelId="{7B781456-2FA9-4F73-8A41-07C191B24808}" type="sibTrans" cxnId="{C0A84372-CA8E-4D4A-839D-1B4A7964874A}">
      <dgm:prSet/>
      <dgm:spPr/>
      <dgm:t>
        <a:bodyPr/>
        <a:lstStyle/>
        <a:p>
          <a:endParaRPr lang="en-US"/>
        </a:p>
      </dgm:t>
    </dgm:pt>
    <dgm:pt modelId="{F76BCD50-115C-49AF-8330-4AB41FE151D7}">
      <dgm:prSet/>
      <dgm:spPr/>
      <dgm:t>
        <a:bodyPr/>
        <a:lstStyle/>
        <a:p>
          <a:r>
            <a:rPr lang="es-CO" b="1" i="0" noProof="0">
              <a:latin typeface="DM Sans" pitchFamily="2" charset="0"/>
            </a:rPr>
            <a:t>Requerimientos logísticos</a:t>
          </a:r>
          <a:endParaRPr lang="es-CO" noProof="0">
            <a:latin typeface="DM Sans" pitchFamily="2" charset="0"/>
          </a:endParaRPr>
        </a:p>
      </dgm:t>
    </dgm:pt>
    <dgm:pt modelId="{B05031A0-881C-40A3-8255-F58D7DF42625}" type="parTrans" cxnId="{D919F606-C11B-4945-AB9F-DA4E644161F1}">
      <dgm:prSet/>
      <dgm:spPr/>
      <dgm:t>
        <a:bodyPr/>
        <a:lstStyle/>
        <a:p>
          <a:endParaRPr lang="en-US"/>
        </a:p>
      </dgm:t>
    </dgm:pt>
    <dgm:pt modelId="{C4AB72ED-2F63-4927-BF06-85492270663A}" type="sibTrans" cxnId="{D919F606-C11B-4945-AB9F-DA4E644161F1}">
      <dgm:prSet/>
      <dgm:spPr/>
      <dgm:t>
        <a:bodyPr/>
        <a:lstStyle/>
        <a:p>
          <a:endParaRPr lang="en-US"/>
        </a:p>
      </dgm:t>
    </dgm:pt>
    <dgm:pt modelId="{A4853DC7-5E62-422A-A9F3-5404D9DA120D}">
      <dgm:prSet/>
      <dgm:spPr/>
      <dgm:t>
        <a:bodyPr/>
        <a:lstStyle/>
        <a:p>
          <a:r>
            <a:rPr lang="es-CO" noProof="0">
              <a:latin typeface="DM Sans" pitchFamily="2" charset="0"/>
            </a:rPr>
            <a:t>No mezclar los productos alimenticios con los de aseo.</a:t>
          </a:r>
        </a:p>
      </dgm:t>
    </dgm:pt>
    <dgm:pt modelId="{79DA3646-558D-447F-9370-47DAC52EAEAE}" type="parTrans" cxnId="{2B3F9D1F-6489-4939-85FA-EF34D96E617E}">
      <dgm:prSet/>
      <dgm:spPr/>
      <dgm:t>
        <a:bodyPr/>
        <a:lstStyle/>
        <a:p>
          <a:endParaRPr lang="en-US"/>
        </a:p>
      </dgm:t>
    </dgm:pt>
    <dgm:pt modelId="{A0CC58EB-A790-47C0-8D4E-2AB9373927B8}" type="sibTrans" cxnId="{2B3F9D1F-6489-4939-85FA-EF34D96E617E}">
      <dgm:prSet/>
      <dgm:spPr/>
      <dgm:t>
        <a:bodyPr/>
        <a:lstStyle/>
        <a:p>
          <a:endParaRPr lang="en-US"/>
        </a:p>
      </dgm:t>
    </dgm:pt>
    <dgm:pt modelId="{C95D8964-F542-4E6C-8219-113A81398880}">
      <dgm:prSet/>
      <dgm:spPr/>
      <dgm:t>
        <a:bodyPr/>
        <a:lstStyle/>
        <a:p>
          <a:r>
            <a:rPr lang="es-CO" noProof="0">
              <a:latin typeface="DM Sans" pitchFamily="2" charset="0"/>
            </a:rPr>
            <a:t>El sistema de registro digital centralizado debe ser accesible desde las estaciones de trabajo administrativas.</a:t>
          </a:r>
        </a:p>
      </dgm:t>
    </dgm:pt>
    <dgm:pt modelId="{5F147BCA-4296-46D2-B21E-553350706A8E}" type="parTrans" cxnId="{294845EE-42DB-42AE-B1F6-9F374E10E96B}">
      <dgm:prSet/>
      <dgm:spPr/>
      <dgm:t>
        <a:bodyPr/>
        <a:lstStyle/>
        <a:p>
          <a:endParaRPr lang="en-US"/>
        </a:p>
      </dgm:t>
    </dgm:pt>
    <dgm:pt modelId="{917D8090-B663-412C-9EC0-41FFCD0E948E}" type="sibTrans" cxnId="{294845EE-42DB-42AE-B1F6-9F374E10E96B}">
      <dgm:prSet/>
      <dgm:spPr/>
      <dgm:t>
        <a:bodyPr/>
        <a:lstStyle/>
        <a:p>
          <a:endParaRPr lang="en-US"/>
        </a:p>
      </dgm:t>
    </dgm:pt>
    <dgm:pt modelId="{2B79EA87-0C3D-4D30-8185-038990BF8A53}">
      <dgm:prSet/>
      <dgm:spPr/>
      <dgm:t>
        <a:bodyPr/>
        <a:lstStyle/>
        <a:p>
          <a:r>
            <a:rPr lang="es-CO" noProof="0">
              <a:latin typeface="DM Sans" pitchFamily="2" charset="0"/>
            </a:rPr>
            <a:t>El robot deberá emitir señales luminosas o sonoras al inicio, durante el desplazamiento y ante la detección de errores.</a:t>
          </a:r>
        </a:p>
      </dgm:t>
    </dgm:pt>
    <dgm:pt modelId="{55B5EC39-E4A0-4ACC-B092-35C1C898EDB6}" type="parTrans" cxnId="{CE4E18C4-C609-44F0-88BA-50FD69E4C75C}">
      <dgm:prSet/>
      <dgm:spPr/>
      <dgm:t>
        <a:bodyPr/>
        <a:lstStyle/>
        <a:p>
          <a:endParaRPr lang="en-US"/>
        </a:p>
      </dgm:t>
    </dgm:pt>
    <dgm:pt modelId="{DD2F4997-56EA-4DAB-AB75-5802570875CA}" type="sibTrans" cxnId="{CE4E18C4-C609-44F0-88BA-50FD69E4C75C}">
      <dgm:prSet/>
      <dgm:spPr/>
      <dgm:t>
        <a:bodyPr/>
        <a:lstStyle/>
        <a:p>
          <a:endParaRPr lang="en-US"/>
        </a:p>
      </dgm:t>
    </dgm:pt>
    <dgm:pt modelId="{C99897FD-1DB7-45D7-959F-BF53BDB290EA}" type="pres">
      <dgm:prSet presAssocID="{4704DB43-5E78-444E-9877-A28A1F1AA6B0}" presName="linear" presStyleCnt="0">
        <dgm:presLayoutVars>
          <dgm:dir/>
          <dgm:animLvl val="lvl"/>
          <dgm:resizeHandles val="exact"/>
        </dgm:presLayoutVars>
      </dgm:prSet>
      <dgm:spPr/>
    </dgm:pt>
    <dgm:pt modelId="{9C9A79EA-BA48-4D70-9B8D-6491C032DDE4}" type="pres">
      <dgm:prSet presAssocID="{D5039F01-09CB-4185-A157-133DD1F69BDF}" presName="parentLin" presStyleCnt="0"/>
      <dgm:spPr/>
    </dgm:pt>
    <dgm:pt modelId="{131D2D48-089E-4878-9258-592CEC1263EE}" type="pres">
      <dgm:prSet presAssocID="{D5039F01-09CB-4185-A157-133DD1F69BDF}" presName="parentLeftMargin" presStyleLbl="node1" presStyleIdx="0" presStyleCnt="6"/>
      <dgm:spPr/>
    </dgm:pt>
    <dgm:pt modelId="{73B7772A-1A23-46AD-B0E1-24A3384BBAC9}" type="pres">
      <dgm:prSet presAssocID="{D5039F01-09CB-4185-A157-133DD1F69BD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6AB83F9-3EB5-49BB-ABA5-0E1C0A83E6D7}" type="pres">
      <dgm:prSet presAssocID="{D5039F01-09CB-4185-A157-133DD1F69BDF}" presName="negativeSpace" presStyleCnt="0"/>
      <dgm:spPr/>
    </dgm:pt>
    <dgm:pt modelId="{F08E2FC8-6812-4D77-8744-8E7725056A61}" type="pres">
      <dgm:prSet presAssocID="{D5039F01-09CB-4185-A157-133DD1F69BDF}" presName="childText" presStyleLbl="conFgAcc1" presStyleIdx="0" presStyleCnt="6">
        <dgm:presLayoutVars>
          <dgm:bulletEnabled val="1"/>
        </dgm:presLayoutVars>
      </dgm:prSet>
      <dgm:spPr/>
    </dgm:pt>
    <dgm:pt modelId="{911B0528-B6E5-440C-9689-8D2E4C30D902}" type="pres">
      <dgm:prSet presAssocID="{B4A4055B-D531-4962-A4E5-A536FF1FA20C}" presName="spaceBetweenRectangles" presStyleCnt="0"/>
      <dgm:spPr/>
    </dgm:pt>
    <dgm:pt modelId="{A90B4D9F-DF90-467B-89D3-A3E3F1EE8F37}" type="pres">
      <dgm:prSet presAssocID="{995F14DC-E0D9-4503-B47C-8C6486B71715}" presName="parentLin" presStyleCnt="0"/>
      <dgm:spPr/>
    </dgm:pt>
    <dgm:pt modelId="{1767719F-E273-445B-BA9B-D5B27E9A966C}" type="pres">
      <dgm:prSet presAssocID="{995F14DC-E0D9-4503-B47C-8C6486B71715}" presName="parentLeftMargin" presStyleLbl="node1" presStyleIdx="0" presStyleCnt="6"/>
      <dgm:spPr/>
    </dgm:pt>
    <dgm:pt modelId="{AAD07BCA-9FB2-48A5-B52A-898D1687F2EB}" type="pres">
      <dgm:prSet presAssocID="{995F14DC-E0D9-4503-B47C-8C6486B7171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960E8AD-53D8-4199-B343-672DA01DBE76}" type="pres">
      <dgm:prSet presAssocID="{995F14DC-E0D9-4503-B47C-8C6486B71715}" presName="negativeSpace" presStyleCnt="0"/>
      <dgm:spPr/>
    </dgm:pt>
    <dgm:pt modelId="{B4E3F02A-07CC-41FB-B1B3-5EF0DEB62AD1}" type="pres">
      <dgm:prSet presAssocID="{995F14DC-E0D9-4503-B47C-8C6486B71715}" presName="childText" presStyleLbl="conFgAcc1" presStyleIdx="1" presStyleCnt="6">
        <dgm:presLayoutVars>
          <dgm:bulletEnabled val="1"/>
        </dgm:presLayoutVars>
      </dgm:prSet>
      <dgm:spPr/>
    </dgm:pt>
    <dgm:pt modelId="{CFE93CAD-866B-4AAA-97C8-5F015CC3DB75}" type="pres">
      <dgm:prSet presAssocID="{738B74C2-2A14-4DE5-9DC2-54A744BB1F98}" presName="spaceBetweenRectangles" presStyleCnt="0"/>
      <dgm:spPr/>
    </dgm:pt>
    <dgm:pt modelId="{D947D19C-DAC4-4EFF-97B8-FE1A361B3C7C}" type="pres">
      <dgm:prSet presAssocID="{51C06EB2-2F3A-4F7F-94BD-8A24F63B88B2}" presName="parentLin" presStyleCnt="0"/>
      <dgm:spPr/>
    </dgm:pt>
    <dgm:pt modelId="{CC460FA0-1AC7-4E1C-B471-AE573DA02A77}" type="pres">
      <dgm:prSet presAssocID="{51C06EB2-2F3A-4F7F-94BD-8A24F63B88B2}" presName="parentLeftMargin" presStyleLbl="node1" presStyleIdx="1" presStyleCnt="6"/>
      <dgm:spPr/>
    </dgm:pt>
    <dgm:pt modelId="{8976A928-4B8A-4060-B694-FB22B8B2AA8E}" type="pres">
      <dgm:prSet presAssocID="{51C06EB2-2F3A-4F7F-94BD-8A24F63B88B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363CABF-3A06-4A4B-9C55-D3BABF7C368B}" type="pres">
      <dgm:prSet presAssocID="{51C06EB2-2F3A-4F7F-94BD-8A24F63B88B2}" presName="negativeSpace" presStyleCnt="0"/>
      <dgm:spPr/>
    </dgm:pt>
    <dgm:pt modelId="{FBF21BC4-4978-48AE-8309-5D086FCA037E}" type="pres">
      <dgm:prSet presAssocID="{51C06EB2-2F3A-4F7F-94BD-8A24F63B88B2}" presName="childText" presStyleLbl="conFgAcc1" presStyleIdx="2" presStyleCnt="6">
        <dgm:presLayoutVars>
          <dgm:bulletEnabled val="1"/>
        </dgm:presLayoutVars>
      </dgm:prSet>
      <dgm:spPr/>
    </dgm:pt>
    <dgm:pt modelId="{4DABD317-D193-4BE9-9633-706B4E1DF78F}" type="pres">
      <dgm:prSet presAssocID="{300DCC95-8D20-4CC9-A647-48D4A1359497}" presName="spaceBetweenRectangles" presStyleCnt="0"/>
      <dgm:spPr/>
    </dgm:pt>
    <dgm:pt modelId="{BDC4346F-66CD-4074-BDC4-F18251A38191}" type="pres">
      <dgm:prSet presAssocID="{02956ED2-69E9-4F1B-A5AB-E11845958DC5}" presName="parentLin" presStyleCnt="0"/>
      <dgm:spPr/>
    </dgm:pt>
    <dgm:pt modelId="{581F13B4-BCEA-44D7-A610-338038FB50C8}" type="pres">
      <dgm:prSet presAssocID="{02956ED2-69E9-4F1B-A5AB-E11845958DC5}" presName="parentLeftMargin" presStyleLbl="node1" presStyleIdx="2" presStyleCnt="6"/>
      <dgm:spPr/>
    </dgm:pt>
    <dgm:pt modelId="{C6F5FD4F-FFB5-47FA-8F1F-B4F0615B537A}" type="pres">
      <dgm:prSet presAssocID="{02956ED2-69E9-4F1B-A5AB-E11845958DC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7166C0F-E4B6-4975-B01C-EB8427581A89}" type="pres">
      <dgm:prSet presAssocID="{02956ED2-69E9-4F1B-A5AB-E11845958DC5}" presName="negativeSpace" presStyleCnt="0"/>
      <dgm:spPr/>
    </dgm:pt>
    <dgm:pt modelId="{D6B4B65A-B2CC-4138-8F95-9C9D6C27EF8D}" type="pres">
      <dgm:prSet presAssocID="{02956ED2-69E9-4F1B-A5AB-E11845958DC5}" presName="childText" presStyleLbl="conFgAcc1" presStyleIdx="3" presStyleCnt="6">
        <dgm:presLayoutVars>
          <dgm:bulletEnabled val="1"/>
        </dgm:presLayoutVars>
      </dgm:prSet>
      <dgm:spPr/>
    </dgm:pt>
    <dgm:pt modelId="{A4A263B3-7801-456D-94B7-E841EF832BF1}" type="pres">
      <dgm:prSet presAssocID="{D8C2C7AA-62C6-4CB5-A4CC-3DD6DAD361AB}" presName="spaceBetweenRectangles" presStyleCnt="0"/>
      <dgm:spPr/>
    </dgm:pt>
    <dgm:pt modelId="{5B7B305F-D72C-4E3D-ADE7-8FA4F52F90B9}" type="pres">
      <dgm:prSet presAssocID="{F76BCD50-115C-49AF-8330-4AB41FE151D7}" presName="parentLin" presStyleCnt="0"/>
      <dgm:spPr/>
    </dgm:pt>
    <dgm:pt modelId="{703D2C3A-6FC9-4D02-924C-F7A88A0410EC}" type="pres">
      <dgm:prSet presAssocID="{F76BCD50-115C-49AF-8330-4AB41FE151D7}" presName="parentLeftMargin" presStyleLbl="node1" presStyleIdx="3" presStyleCnt="6"/>
      <dgm:spPr/>
    </dgm:pt>
    <dgm:pt modelId="{29BC25CA-394F-489E-A2B6-A06B1A3B5269}" type="pres">
      <dgm:prSet presAssocID="{F76BCD50-115C-49AF-8330-4AB41FE151D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69D88E3-A92E-41DA-A880-26A0A6E350D4}" type="pres">
      <dgm:prSet presAssocID="{F76BCD50-115C-49AF-8330-4AB41FE151D7}" presName="negativeSpace" presStyleCnt="0"/>
      <dgm:spPr/>
    </dgm:pt>
    <dgm:pt modelId="{B7E95FFA-3845-4BF7-A8E7-3CEC47F7931C}" type="pres">
      <dgm:prSet presAssocID="{F76BCD50-115C-49AF-8330-4AB41FE151D7}" presName="childText" presStyleLbl="conFgAcc1" presStyleIdx="4" presStyleCnt="6">
        <dgm:presLayoutVars>
          <dgm:bulletEnabled val="1"/>
        </dgm:presLayoutVars>
      </dgm:prSet>
      <dgm:spPr/>
    </dgm:pt>
    <dgm:pt modelId="{F6C0A074-FF47-4298-B0FE-DB52A1EA60B8}" type="pres">
      <dgm:prSet presAssocID="{C4AB72ED-2F63-4927-BF06-85492270663A}" presName="spaceBetweenRectangles" presStyleCnt="0"/>
      <dgm:spPr/>
    </dgm:pt>
    <dgm:pt modelId="{F9A17E36-0ED5-4E0A-80E0-1509855698CE}" type="pres">
      <dgm:prSet presAssocID="{36BFA824-4927-48EA-BED6-3C6EEF64C3A0}" presName="parentLin" presStyleCnt="0"/>
      <dgm:spPr/>
    </dgm:pt>
    <dgm:pt modelId="{80E8B51A-532C-4E2F-8155-96C7C7AF59DB}" type="pres">
      <dgm:prSet presAssocID="{36BFA824-4927-48EA-BED6-3C6EEF64C3A0}" presName="parentLeftMargin" presStyleLbl="node1" presStyleIdx="4" presStyleCnt="6"/>
      <dgm:spPr/>
    </dgm:pt>
    <dgm:pt modelId="{4CCED2E9-E4CF-40BA-94D1-522E49F8E383}" type="pres">
      <dgm:prSet presAssocID="{36BFA824-4927-48EA-BED6-3C6EEF64C3A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F2EED452-19C0-49E5-9B2C-16E6BB429B67}" type="pres">
      <dgm:prSet presAssocID="{36BFA824-4927-48EA-BED6-3C6EEF64C3A0}" presName="negativeSpace" presStyleCnt="0"/>
      <dgm:spPr/>
    </dgm:pt>
    <dgm:pt modelId="{99A30680-5A47-4166-8274-D95F85EB6294}" type="pres">
      <dgm:prSet presAssocID="{36BFA824-4927-48EA-BED6-3C6EEF64C3A0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D919F606-C11B-4945-AB9F-DA4E644161F1}" srcId="{4704DB43-5E78-444E-9877-A28A1F1AA6B0}" destId="{F76BCD50-115C-49AF-8330-4AB41FE151D7}" srcOrd="4" destOrd="0" parTransId="{B05031A0-881C-40A3-8255-F58D7DF42625}" sibTransId="{C4AB72ED-2F63-4927-BF06-85492270663A}"/>
    <dgm:cxn modelId="{A184BD1C-3F2C-413D-B2BA-81D97668AF0B}" type="presOf" srcId="{A4853DC7-5E62-422A-A9F3-5404D9DA120D}" destId="{B7E95FFA-3845-4BF7-A8E7-3CEC47F7931C}" srcOrd="0" destOrd="0" presId="urn:microsoft.com/office/officeart/2005/8/layout/list1"/>
    <dgm:cxn modelId="{2B3F9D1F-6489-4939-85FA-EF34D96E617E}" srcId="{F76BCD50-115C-49AF-8330-4AB41FE151D7}" destId="{A4853DC7-5E62-422A-A9F3-5404D9DA120D}" srcOrd="0" destOrd="0" parTransId="{79DA3646-558D-447F-9370-47DAC52EAEAE}" sibTransId="{A0CC58EB-A790-47C0-8D4E-2AB9373927B8}"/>
    <dgm:cxn modelId="{F5AC5C20-62B1-4F68-A117-374A01257B3B}" srcId="{4704DB43-5E78-444E-9877-A28A1F1AA6B0}" destId="{D5039F01-09CB-4185-A157-133DD1F69BDF}" srcOrd="0" destOrd="0" parTransId="{C7E4F2E7-C5A2-47A9-8070-D65B9CD32081}" sibTransId="{B4A4055B-D531-4962-A4E5-A536FF1FA20C}"/>
    <dgm:cxn modelId="{0ED67721-7AF4-4BE5-B935-E9E52E6B7F30}" type="presOf" srcId="{2B79EA87-0C3D-4D30-8185-038990BF8A53}" destId="{99A30680-5A47-4166-8274-D95F85EB6294}" srcOrd="0" destOrd="0" presId="urn:microsoft.com/office/officeart/2005/8/layout/list1"/>
    <dgm:cxn modelId="{769D1826-E9A2-44D8-AB74-6EB273F7DE7F}" type="presOf" srcId="{995F14DC-E0D9-4503-B47C-8C6486B71715}" destId="{AAD07BCA-9FB2-48A5-B52A-898D1687F2EB}" srcOrd="1" destOrd="0" presId="urn:microsoft.com/office/officeart/2005/8/layout/list1"/>
    <dgm:cxn modelId="{2AA6762B-AFAC-4023-8D90-1CD15934A20C}" srcId="{D5039F01-09CB-4185-A157-133DD1F69BDF}" destId="{08D5C375-1D79-4244-8027-D13B7CAF4686}" srcOrd="0" destOrd="0" parTransId="{663588F8-32A8-4E8A-84AC-F0265D945944}" sibTransId="{7487390E-C0E7-40BB-B114-5B0B1A16FAC7}"/>
    <dgm:cxn modelId="{E25BC82F-56D3-4D34-8BEB-78B058E95326}" type="presOf" srcId="{F76BCD50-115C-49AF-8330-4AB41FE151D7}" destId="{29BC25CA-394F-489E-A2B6-A06B1A3B5269}" srcOrd="1" destOrd="0" presId="urn:microsoft.com/office/officeart/2005/8/layout/list1"/>
    <dgm:cxn modelId="{EAD64061-59CC-4104-83A1-E225DA980279}" type="presOf" srcId="{51C06EB2-2F3A-4F7F-94BD-8A24F63B88B2}" destId="{CC460FA0-1AC7-4E1C-B471-AE573DA02A77}" srcOrd="0" destOrd="0" presId="urn:microsoft.com/office/officeart/2005/8/layout/list1"/>
    <dgm:cxn modelId="{E5E35B45-42BA-40A2-AE97-CC53A1345B6E}" srcId="{995F14DC-E0D9-4503-B47C-8C6486B71715}" destId="{D0D28188-7794-4FE1-BF16-D497A12CA022}" srcOrd="1" destOrd="0" parTransId="{FAFD1A81-D5EB-4534-B470-68D225146EB0}" sibTransId="{97C2A57D-EE73-416A-AB4B-D8E106609E32}"/>
    <dgm:cxn modelId="{1FAC504B-CC97-4B88-8185-B09C21C38B01}" type="presOf" srcId="{995F14DC-E0D9-4503-B47C-8C6486B71715}" destId="{1767719F-E273-445B-BA9B-D5B27E9A966C}" srcOrd="0" destOrd="0" presId="urn:microsoft.com/office/officeart/2005/8/layout/list1"/>
    <dgm:cxn modelId="{F9B2B96C-38E7-42BE-9050-0A005FF777F8}" srcId="{4704DB43-5E78-444E-9877-A28A1F1AA6B0}" destId="{995F14DC-E0D9-4503-B47C-8C6486B71715}" srcOrd="1" destOrd="0" parTransId="{ECB27562-9199-4B6C-9E8C-7CB2B9113997}" sibTransId="{738B74C2-2A14-4DE5-9DC2-54A744BB1F98}"/>
    <dgm:cxn modelId="{1BBF1B4F-A707-4969-86BC-CFFBB8218DFF}" type="presOf" srcId="{D0D28188-7794-4FE1-BF16-D497A12CA022}" destId="{B4E3F02A-07CC-41FB-B1B3-5EF0DEB62AD1}" srcOrd="0" destOrd="1" presId="urn:microsoft.com/office/officeart/2005/8/layout/list1"/>
    <dgm:cxn modelId="{58C0DC70-6F2C-4CF6-83D8-D4FD864DAD1F}" type="presOf" srcId="{51C06EB2-2F3A-4F7F-94BD-8A24F63B88B2}" destId="{8976A928-4B8A-4060-B694-FB22B8B2AA8E}" srcOrd="1" destOrd="0" presId="urn:microsoft.com/office/officeart/2005/8/layout/list1"/>
    <dgm:cxn modelId="{7EA58751-5E17-4E66-B4E7-2F34B00DA969}" type="presOf" srcId="{4704DB43-5E78-444E-9877-A28A1F1AA6B0}" destId="{C99897FD-1DB7-45D7-959F-BF53BDB290EA}" srcOrd="0" destOrd="0" presId="urn:microsoft.com/office/officeart/2005/8/layout/list1"/>
    <dgm:cxn modelId="{9A33CB51-96E4-4D8B-A961-50B66BE06830}" type="presOf" srcId="{02956ED2-69E9-4F1B-A5AB-E11845958DC5}" destId="{C6F5FD4F-FFB5-47FA-8F1F-B4F0615B537A}" srcOrd="1" destOrd="0" presId="urn:microsoft.com/office/officeart/2005/8/layout/list1"/>
    <dgm:cxn modelId="{C0A84372-CA8E-4D4A-839D-1B4A7964874A}" srcId="{02956ED2-69E9-4F1B-A5AB-E11845958DC5}" destId="{FA97EBF4-FCF6-4272-B2C4-8CD233C36356}" srcOrd="1" destOrd="0" parTransId="{2CE051FC-EC59-4EDF-B0E9-2BC1C84F208B}" sibTransId="{7B781456-2FA9-4F73-8A41-07C191B24808}"/>
    <dgm:cxn modelId="{41F7FD72-9EFF-41FD-8888-063B37A72BFE}" type="presOf" srcId="{D5039F01-09CB-4185-A157-133DD1F69BDF}" destId="{131D2D48-089E-4878-9258-592CEC1263EE}" srcOrd="0" destOrd="0" presId="urn:microsoft.com/office/officeart/2005/8/layout/list1"/>
    <dgm:cxn modelId="{73654275-8D1D-42BE-8BE9-DE31FB046E8A}" type="presOf" srcId="{D5039F01-09CB-4185-A157-133DD1F69BDF}" destId="{73B7772A-1A23-46AD-B0E1-24A3384BBAC9}" srcOrd="1" destOrd="0" presId="urn:microsoft.com/office/officeart/2005/8/layout/list1"/>
    <dgm:cxn modelId="{2D62647A-FA80-428C-A181-897E0F3C40DC}" type="presOf" srcId="{02956ED2-69E9-4F1B-A5AB-E11845958DC5}" destId="{581F13B4-BCEA-44D7-A610-338038FB50C8}" srcOrd="0" destOrd="0" presId="urn:microsoft.com/office/officeart/2005/8/layout/list1"/>
    <dgm:cxn modelId="{3C190E87-B3FF-4A72-8658-D35C378AD229}" srcId="{51C06EB2-2F3A-4F7F-94BD-8A24F63B88B2}" destId="{A3CDD028-D721-45B2-854B-86652B950923}" srcOrd="0" destOrd="0" parTransId="{710493AE-0EBA-4BD4-9898-7055B70D263B}" sibTransId="{91CD3C13-2396-4FD9-A9CD-467CF17D644F}"/>
    <dgm:cxn modelId="{DD00399C-548A-4FBB-9A51-49208AA206D9}" srcId="{4704DB43-5E78-444E-9877-A28A1F1AA6B0}" destId="{51C06EB2-2F3A-4F7F-94BD-8A24F63B88B2}" srcOrd="2" destOrd="0" parTransId="{D2A114B2-D599-4714-8DF1-A5FD57CD3D2E}" sibTransId="{300DCC95-8D20-4CC9-A647-48D4A1359497}"/>
    <dgm:cxn modelId="{7BBF099D-7714-48E4-B19A-9770A15837BF}" type="presOf" srcId="{ACEB3966-BA46-40F5-80B2-DA4204D1281A}" destId="{F08E2FC8-6812-4D77-8744-8E7725056A61}" srcOrd="0" destOrd="2" presId="urn:microsoft.com/office/officeart/2005/8/layout/list1"/>
    <dgm:cxn modelId="{00D8BB9D-82CE-4CE5-82A5-CF26A5B3519E}" type="presOf" srcId="{A3CDD028-D721-45B2-854B-86652B950923}" destId="{FBF21BC4-4978-48AE-8309-5D086FCA037E}" srcOrd="0" destOrd="0" presId="urn:microsoft.com/office/officeart/2005/8/layout/list1"/>
    <dgm:cxn modelId="{2FEDE59F-8C85-4EC2-BE55-055F6A72363D}" srcId="{4704DB43-5E78-444E-9877-A28A1F1AA6B0}" destId="{02956ED2-69E9-4F1B-A5AB-E11845958DC5}" srcOrd="3" destOrd="0" parTransId="{DCE6F28C-8169-47AA-8B7E-6CE852E82709}" sibTransId="{D8C2C7AA-62C6-4CB5-A4CC-3DD6DAD361AB}"/>
    <dgm:cxn modelId="{D5C9ADA3-5014-4CF7-AA98-932E0C720D32}" type="presOf" srcId="{C95D8964-F542-4E6C-8219-113A81398880}" destId="{B7E95FFA-3845-4BF7-A8E7-3CEC47F7931C}" srcOrd="0" destOrd="1" presId="urn:microsoft.com/office/officeart/2005/8/layout/list1"/>
    <dgm:cxn modelId="{5AAF8CA6-2617-422C-A91A-D627AA7B3C59}" type="presOf" srcId="{411DD93C-F071-46A8-A1FF-B5E05111026E}" destId="{FBF21BC4-4978-48AE-8309-5D086FCA037E}" srcOrd="0" destOrd="1" presId="urn:microsoft.com/office/officeart/2005/8/layout/list1"/>
    <dgm:cxn modelId="{A02DE2A6-5D5C-42F6-8BEE-FA53CDBCB881}" srcId="{D5039F01-09CB-4185-A157-133DD1F69BDF}" destId="{ACEB3966-BA46-40F5-80B2-DA4204D1281A}" srcOrd="2" destOrd="0" parTransId="{884091F3-911B-46C0-9B6C-BEABAE58E383}" sibTransId="{57BFE79F-9338-459C-B24A-745D2C2CCC43}"/>
    <dgm:cxn modelId="{9D3489A9-B3B0-4E71-9F3F-BC77D69CE387}" type="presOf" srcId="{AAB41E26-8EE4-4A69-AF1A-61643DA89A5B}" destId="{D6B4B65A-B2CC-4138-8F95-9C9D6C27EF8D}" srcOrd="0" destOrd="0" presId="urn:microsoft.com/office/officeart/2005/8/layout/list1"/>
    <dgm:cxn modelId="{602C2CB5-688F-4DC4-96C5-6B572957F6D1}" srcId="{D5039F01-09CB-4185-A157-133DD1F69BDF}" destId="{6A8586A9-B605-4BBC-B724-35F8F9ECB208}" srcOrd="1" destOrd="0" parTransId="{26314278-87FE-4B89-BDF4-BF7F1D3E8A37}" sibTransId="{46AE4E08-E5AB-4BEF-A6CF-C36CBCF743F9}"/>
    <dgm:cxn modelId="{8F8C63B9-D746-462D-9B4B-877F2AF1848A}" type="presOf" srcId="{62D3AF78-3F13-41A4-9ACF-C97FB32E43F0}" destId="{B4E3F02A-07CC-41FB-B1B3-5EF0DEB62AD1}" srcOrd="0" destOrd="0" presId="urn:microsoft.com/office/officeart/2005/8/layout/list1"/>
    <dgm:cxn modelId="{C54A52B9-C224-4BE5-8373-48E1AE38FB9A}" type="presOf" srcId="{F76BCD50-115C-49AF-8330-4AB41FE151D7}" destId="{703D2C3A-6FC9-4D02-924C-F7A88A0410EC}" srcOrd="0" destOrd="0" presId="urn:microsoft.com/office/officeart/2005/8/layout/list1"/>
    <dgm:cxn modelId="{CE4E18C4-C609-44F0-88BA-50FD69E4C75C}" srcId="{36BFA824-4927-48EA-BED6-3C6EEF64C3A0}" destId="{2B79EA87-0C3D-4D30-8185-038990BF8A53}" srcOrd="0" destOrd="0" parTransId="{55B5EC39-E4A0-4ACC-B092-35C1C898EDB6}" sibTransId="{DD2F4997-56EA-4DAB-AB75-5802570875CA}"/>
    <dgm:cxn modelId="{B32709C5-CBA7-4330-A043-6205AABB94A4}" type="presOf" srcId="{08D5C375-1D79-4244-8027-D13B7CAF4686}" destId="{F08E2FC8-6812-4D77-8744-8E7725056A61}" srcOrd="0" destOrd="0" presId="urn:microsoft.com/office/officeart/2005/8/layout/list1"/>
    <dgm:cxn modelId="{15E989C5-488C-439D-8C68-6892ED07C171}" srcId="{51C06EB2-2F3A-4F7F-94BD-8A24F63B88B2}" destId="{411DD93C-F071-46A8-A1FF-B5E05111026E}" srcOrd="1" destOrd="0" parTransId="{F48BA475-FB31-4274-AD10-238173E5F395}" sibTransId="{C56185CA-29BF-4F78-9153-A51C2D3ED5EE}"/>
    <dgm:cxn modelId="{11CE42D5-73D9-4096-92B7-A4C554D67C4D}" srcId="{995F14DC-E0D9-4503-B47C-8C6486B71715}" destId="{62D3AF78-3F13-41A4-9ACF-C97FB32E43F0}" srcOrd="0" destOrd="0" parTransId="{F2D53B71-0FB5-4262-B5EE-73C2D93E2623}" sibTransId="{63549985-79A8-4CCA-9681-97338BA193ED}"/>
    <dgm:cxn modelId="{4F35E5D6-725E-4B4A-9DB8-37282C10FEC8}" srcId="{4704DB43-5E78-444E-9877-A28A1F1AA6B0}" destId="{36BFA824-4927-48EA-BED6-3C6EEF64C3A0}" srcOrd="5" destOrd="0" parTransId="{88C4DC01-25BC-437B-B0F8-8F8AF7410FB1}" sibTransId="{DEE2FD32-F235-4CB4-B132-F95C1C01228B}"/>
    <dgm:cxn modelId="{F2F072D7-3650-48A8-8C8B-86761D11A6D8}" type="presOf" srcId="{6A8586A9-B605-4BBC-B724-35F8F9ECB208}" destId="{F08E2FC8-6812-4D77-8744-8E7725056A61}" srcOrd="0" destOrd="1" presId="urn:microsoft.com/office/officeart/2005/8/layout/list1"/>
    <dgm:cxn modelId="{294845EE-42DB-42AE-B1F6-9F374E10E96B}" srcId="{F76BCD50-115C-49AF-8330-4AB41FE151D7}" destId="{C95D8964-F542-4E6C-8219-113A81398880}" srcOrd="1" destOrd="0" parTransId="{5F147BCA-4296-46D2-B21E-553350706A8E}" sibTransId="{917D8090-B663-412C-9EC0-41FFCD0E948E}"/>
    <dgm:cxn modelId="{A9F0E4F1-E32E-41D4-AA5F-24F48DFF091C}" type="presOf" srcId="{36BFA824-4927-48EA-BED6-3C6EEF64C3A0}" destId="{80E8B51A-532C-4E2F-8155-96C7C7AF59DB}" srcOrd="0" destOrd="0" presId="urn:microsoft.com/office/officeart/2005/8/layout/list1"/>
    <dgm:cxn modelId="{615278F4-E896-4D44-A19D-F7F77D0393EA}" type="presOf" srcId="{36BFA824-4927-48EA-BED6-3C6EEF64C3A0}" destId="{4CCED2E9-E4CF-40BA-94D1-522E49F8E383}" srcOrd="1" destOrd="0" presId="urn:microsoft.com/office/officeart/2005/8/layout/list1"/>
    <dgm:cxn modelId="{908FCAF6-BE3D-4F7A-B041-C3BD305A3A17}" srcId="{02956ED2-69E9-4F1B-A5AB-E11845958DC5}" destId="{AAB41E26-8EE4-4A69-AF1A-61643DA89A5B}" srcOrd="0" destOrd="0" parTransId="{045F9635-6F20-4A14-826C-A8BBB43636F1}" sibTransId="{AF4AAC1E-62D2-430E-BD05-0B1EB7CF1AF1}"/>
    <dgm:cxn modelId="{F3A16DF9-C681-4313-A751-7AAF435D6140}" type="presOf" srcId="{FA97EBF4-FCF6-4272-B2C4-8CD233C36356}" destId="{D6B4B65A-B2CC-4138-8F95-9C9D6C27EF8D}" srcOrd="0" destOrd="1" presId="urn:microsoft.com/office/officeart/2005/8/layout/list1"/>
    <dgm:cxn modelId="{DE0C1739-F361-4E25-A10A-88CAEB843945}" type="presParOf" srcId="{C99897FD-1DB7-45D7-959F-BF53BDB290EA}" destId="{9C9A79EA-BA48-4D70-9B8D-6491C032DDE4}" srcOrd="0" destOrd="0" presId="urn:microsoft.com/office/officeart/2005/8/layout/list1"/>
    <dgm:cxn modelId="{10D161A0-32DB-4910-AAE8-70B7C4E08776}" type="presParOf" srcId="{9C9A79EA-BA48-4D70-9B8D-6491C032DDE4}" destId="{131D2D48-089E-4878-9258-592CEC1263EE}" srcOrd="0" destOrd="0" presId="urn:microsoft.com/office/officeart/2005/8/layout/list1"/>
    <dgm:cxn modelId="{361B1C08-2D8D-48C0-9A9D-0C201E24B7D5}" type="presParOf" srcId="{9C9A79EA-BA48-4D70-9B8D-6491C032DDE4}" destId="{73B7772A-1A23-46AD-B0E1-24A3384BBAC9}" srcOrd="1" destOrd="0" presId="urn:microsoft.com/office/officeart/2005/8/layout/list1"/>
    <dgm:cxn modelId="{85175B2C-D1FE-4717-9DD6-DA2668DF966C}" type="presParOf" srcId="{C99897FD-1DB7-45D7-959F-BF53BDB290EA}" destId="{96AB83F9-3EB5-49BB-ABA5-0E1C0A83E6D7}" srcOrd="1" destOrd="0" presId="urn:microsoft.com/office/officeart/2005/8/layout/list1"/>
    <dgm:cxn modelId="{FFFE5BB1-69E1-4B90-A16B-12D22534E662}" type="presParOf" srcId="{C99897FD-1DB7-45D7-959F-BF53BDB290EA}" destId="{F08E2FC8-6812-4D77-8744-8E7725056A61}" srcOrd="2" destOrd="0" presId="urn:microsoft.com/office/officeart/2005/8/layout/list1"/>
    <dgm:cxn modelId="{E6AAF202-76AC-44C9-AA9E-A882B6446728}" type="presParOf" srcId="{C99897FD-1DB7-45D7-959F-BF53BDB290EA}" destId="{911B0528-B6E5-440C-9689-8D2E4C30D902}" srcOrd="3" destOrd="0" presId="urn:microsoft.com/office/officeart/2005/8/layout/list1"/>
    <dgm:cxn modelId="{8C26DA88-BD1E-4B97-B774-B3CFC644E283}" type="presParOf" srcId="{C99897FD-1DB7-45D7-959F-BF53BDB290EA}" destId="{A90B4D9F-DF90-467B-89D3-A3E3F1EE8F37}" srcOrd="4" destOrd="0" presId="urn:microsoft.com/office/officeart/2005/8/layout/list1"/>
    <dgm:cxn modelId="{65AA9392-897E-4058-8AD9-67755F2CAFF3}" type="presParOf" srcId="{A90B4D9F-DF90-467B-89D3-A3E3F1EE8F37}" destId="{1767719F-E273-445B-BA9B-D5B27E9A966C}" srcOrd="0" destOrd="0" presId="urn:microsoft.com/office/officeart/2005/8/layout/list1"/>
    <dgm:cxn modelId="{8EB087E1-F90A-4E4A-891D-BAD0E9B44994}" type="presParOf" srcId="{A90B4D9F-DF90-467B-89D3-A3E3F1EE8F37}" destId="{AAD07BCA-9FB2-48A5-B52A-898D1687F2EB}" srcOrd="1" destOrd="0" presId="urn:microsoft.com/office/officeart/2005/8/layout/list1"/>
    <dgm:cxn modelId="{498EE6C1-DFB4-4818-99B7-9B830EE414B7}" type="presParOf" srcId="{C99897FD-1DB7-45D7-959F-BF53BDB290EA}" destId="{E960E8AD-53D8-4199-B343-672DA01DBE76}" srcOrd="5" destOrd="0" presId="urn:microsoft.com/office/officeart/2005/8/layout/list1"/>
    <dgm:cxn modelId="{DF161D2D-C02B-4EDF-A4EC-1F72EACB9B13}" type="presParOf" srcId="{C99897FD-1DB7-45D7-959F-BF53BDB290EA}" destId="{B4E3F02A-07CC-41FB-B1B3-5EF0DEB62AD1}" srcOrd="6" destOrd="0" presId="urn:microsoft.com/office/officeart/2005/8/layout/list1"/>
    <dgm:cxn modelId="{8EA450FE-0BE8-483E-9BF7-FC44F655C004}" type="presParOf" srcId="{C99897FD-1DB7-45D7-959F-BF53BDB290EA}" destId="{CFE93CAD-866B-4AAA-97C8-5F015CC3DB75}" srcOrd="7" destOrd="0" presId="urn:microsoft.com/office/officeart/2005/8/layout/list1"/>
    <dgm:cxn modelId="{49DC598B-4666-425D-AC42-14BCC72ADB1B}" type="presParOf" srcId="{C99897FD-1DB7-45D7-959F-BF53BDB290EA}" destId="{D947D19C-DAC4-4EFF-97B8-FE1A361B3C7C}" srcOrd="8" destOrd="0" presId="urn:microsoft.com/office/officeart/2005/8/layout/list1"/>
    <dgm:cxn modelId="{C240EA8A-ED30-4A8E-83E2-72071376F055}" type="presParOf" srcId="{D947D19C-DAC4-4EFF-97B8-FE1A361B3C7C}" destId="{CC460FA0-1AC7-4E1C-B471-AE573DA02A77}" srcOrd="0" destOrd="0" presId="urn:microsoft.com/office/officeart/2005/8/layout/list1"/>
    <dgm:cxn modelId="{A10D830C-CDD4-4F6B-95E6-0F56F3522BFA}" type="presParOf" srcId="{D947D19C-DAC4-4EFF-97B8-FE1A361B3C7C}" destId="{8976A928-4B8A-4060-B694-FB22B8B2AA8E}" srcOrd="1" destOrd="0" presId="urn:microsoft.com/office/officeart/2005/8/layout/list1"/>
    <dgm:cxn modelId="{7583048A-5451-4CF7-AB85-BBDAE86F96DB}" type="presParOf" srcId="{C99897FD-1DB7-45D7-959F-BF53BDB290EA}" destId="{E363CABF-3A06-4A4B-9C55-D3BABF7C368B}" srcOrd="9" destOrd="0" presId="urn:microsoft.com/office/officeart/2005/8/layout/list1"/>
    <dgm:cxn modelId="{CBD2AD2D-FDD7-47B3-898F-00E06B19C699}" type="presParOf" srcId="{C99897FD-1DB7-45D7-959F-BF53BDB290EA}" destId="{FBF21BC4-4978-48AE-8309-5D086FCA037E}" srcOrd="10" destOrd="0" presId="urn:microsoft.com/office/officeart/2005/8/layout/list1"/>
    <dgm:cxn modelId="{37127C4E-DFC4-4622-ADF6-B7D31B99080D}" type="presParOf" srcId="{C99897FD-1DB7-45D7-959F-BF53BDB290EA}" destId="{4DABD317-D193-4BE9-9633-706B4E1DF78F}" srcOrd="11" destOrd="0" presId="urn:microsoft.com/office/officeart/2005/8/layout/list1"/>
    <dgm:cxn modelId="{B66EF3D8-1BE2-4F67-958C-4264E98BAEAE}" type="presParOf" srcId="{C99897FD-1DB7-45D7-959F-BF53BDB290EA}" destId="{BDC4346F-66CD-4074-BDC4-F18251A38191}" srcOrd="12" destOrd="0" presId="urn:microsoft.com/office/officeart/2005/8/layout/list1"/>
    <dgm:cxn modelId="{0D70D50D-3281-48B7-978E-8D7296360A79}" type="presParOf" srcId="{BDC4346F-66CD-4074-BDC4-F18251A38191}" destId="{581F13B4-BCEA-44D7-A610-338038FB50C8}" srcOrd="0" destOrd="0" presId="urn:microsoft.com/office/officeart/2005/8/layout/list1"/>
    <dgm:cxn modelId="{7AE35148-AABE-4DF1-A869-78F19963D74A}" type="presParOf" srcId="{BDC4346F-66CD-4074-BDC4-F18251A38191}" destId="{C6F5FD4F-FFB5-47FA-8F1F-B4F0615B537A}" srcOrd="1" destOrd="0" presId="urn:microsoft.com/office/officeart/2005/8/layout/list1"/>
    <dgm:cxn modelId="{B589E0E1-78E8-429C-9FB3-93A927744CA7}" type="presParOf" srcId="{C99897FD-1DB7-45D7-959F-BF53BDB290EA}" destId="{67166C0F-E4B6-4975-B01C-EB8427581A89}" srcOrd="13" destOrd="0" presId="urn:microsoft.com/office/officeart/2005/8/layout/list1"/>
    <dgm:cxn modelId="{2B32B58F-4F0C-482B-9B0B-56F136A22FF3}" type="presParOf" srcId="{C99897FD-1DB7-45D7-959F-BF53BDB290EA}" destId="{D6B4B65A-B2CC-4138-8F95-9C9D6C27EF8D}" srcOrd="14" destOrd="0" presId="urn:microsoft.com/office/officeart/2005/8/layout/list1"/>
    <dgm:cxn modelId="{E3BE32CD-06FE-4807-83D0-F04BCF56DCC4}" type="presParOf" srcId="{C99897FD-1DB7-45D7-959F-BF53BDB290EA}" destId="{A4A263B3-7801-456D-94B7-E841EF832BF1}" srcOrd="15" destOrd="0" presId="urn:microsoft.com/office/officeart/2005/8/layout/list1"/>
    <dgm:cxn modelId="{AB124FF0-DE6C-4327-8BD4-A4A9DC8FFB83}" type="presParOf" srcId="{C99897FD-1DB7-45D7-959F-BF53BDB290EA}" destId="{5B7B305F-D72C-4E3D-ADE7-8FA4F52F90B9}" srcOrd="16" destOrd="0" presId="urn:microsoft.com/office/officeart/2005/8/layout/list1"/>
    <dgm:cxn modelId="{D87480F5-8475-4A0B-B9E1-F5E828C3A53F}" type="presParOf" srcId="{5B7B305F-D72C-4E3D-ADE7-8FA4F52F90B9}" destId="{703D2C3A-6FC9-4D02-924C-F7A88A0410EC}" srcOrd="0" destOrd="0" presId="urn:microsoft.com/office/officeart/2005/8/layout/list1"/>
    <dgm:cxn modelId="{CD6084EF-DE31-4243-9232-A671094E4B17}" type="presParOf" srcId="{5B7B305F-D72C-4E3D-ADE7-8FA4F52F90B9}" destId="{29BC25CA-394F-489E-A2B6-A06B1A3B5269}" srcOrd="1" destOrd="0" presId="urn:microsoft.com/office/officeart/2005/8/layout/list1"/>
    <dgm:cxn modelId="{CA87ADFC-EFF0-468D-9D4C-D36931CD46C3}" type="presParOf" srcId="{C99897FD-1DB7-45D7-959F-BF53BDB290EA}" destId="{969D88E3-A92E-41DA-A880-26A0A6E350D4}" srcOrd="17" destOrd="0" presId="urn:microsoft.com/office/officeart/2005/8/layout/list1"/>
    <dgm:cxn modelId="{A88B2FAE-C1A9-4918-A436-BD64ED48CEAC}" type="presParOf" srcId="{C99897FD-1DB7-45D7-959F-BF53BDB290EA}" destId="{B7E95FFA-3845-4BF7-A8E7-3CEC47F7931C}" srcOrd="18" destOrd="0" presId="urn:microsoft.com/office/officeart/2005/8/layout/list1"/>
    <dgm:cxn modelId="{CCF74951-4EBD-4D69-BCD3-FC98C5B7861E}" type="presParOf" srcId="{C99897FD-1DB7-45D7-959F-BF53BDB290EA}" destId="{F6C0A074-FF47-4298-B0FE-DB52A1EA60B8}" srcOrd="19" destOrd="0" presId="urn:microsoft.com/office/officeart/2005/8/layout/list1"/>
    <dgm:cxn modelId="{6F1C634A-6F34-4229-8855-6BEB4B80DFA8}" type="presParOf" srcId="{C99897FD-1DB7-45D7-959F-BF53BDB290EA}" destId="{F9A17E36-0ED5-4E0A-80E0-1509855698CE}" srcOrd="20" destOrd="0" presId="urn:microsoft.com/office/officeart/2005/8/layout/list1"/>
    <dgm:cxn modelId="{0407F530-B79D-4D97-8E19-9795E99C9329}" type="presParOf" srcId="{F9A17E36-0ED5-4E0A-80E0-1509855698CE}" destId="{80E8B51A-532C-4E2F-8155-96C7C7AF59DB}" srcOrd="0" destOrd="0" presId="urn:microsoft.com/office/officeart/2005/8/layout/list1"/>
    <dgm:cxn modelId="{553C025C-63E1-4376-AA95-E5817B3C0421}" type="presParOf" srcId="{F9A17E36-0ED5-4E0A-80E0-1509855698CE}" destId="{4CCED2E9-E4CF-40BA-94D1-522E49F8E383}" srcOrd="1" destOrd="0" presId="urn:microsoft.com/office/officeart/2005/8/layout/list1"/>
    <dgm:cxn modelId="{34A84465-C869-4643-8B3F-456FB1216042}" type="presParOf" srcId="{C99897FD-1DB7-45D7-959F-BF53BDB290EA}" destId="{F2EED452-19C0-49E5-9B2C-16E6BB429B67}" srcOrd="21" destOrd="0" presId="urn:microsoft.com/office/officeart/2005/8/layout/list1"/>
    <dgm:cxn modelId="{850534EF-3F9B-4601-97B0-38523CCC625B}" type="presParOf" srcId="{C99897FD-1DB7-45D7-959F-BF53BDB290EA}" destId="{99A30680-5A47-4166-8274-D95F85EB6294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C125C3F-464E-49D1-B411-EF5AA0CF939E}" type="doc">
      <dgm:prSet loTypeId="urn:microsoft.com/office/officeart/2005/8/layout/hierarchy1" loCatId="hierarchy" qsTypeId="urn:microsoft.com/office/officeart/2005/8/quickstyle/3d1" qsCatId="3D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0664F1C4-7F9C-4649-A4BC-00F27D976CFD}">
      <dgm:prSet phldrT="[Texto]" phldr="0"/>
      <dgm:spPr>
        <a:solidFill>
          <a:schemeClr val="bg2">
            <a:lumMod val="50000"/>
            <a:alpha val="90000"/>
          </a:scheme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Sistema para gestión y monitoreo de inventario</a:t>
          </a:r>
        </a:p>
      </dgm:t>
    </dgm:pt>
    <dgm:pt modelId="{C2B32EFF-9EFB-46E4-B979-898D0AB32FAD}" type="parTrans" cxnId="{35EFF060-BFCD-4E61-872A-D1C66142132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C64514E2-4D71-447C-9278-F399F847BE6F}" type="sibTrans" cxnId="{35EFF060-BFCD-4E61-872A-D1C66142132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333DDDF3-AE1F-4340-99CA-16F987AAEB09}">
      <dgm:prSet phldrT="[Texto]" phldr="0"/>
      <dgm:spPr>
        <a:solidFill>
          <a:srgbClr val="00B050">
            <a:alpha val="90000"/>
          </a:srgb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Robot móvil</a:t>
          </a:r>
        </a:p>
      </dgm:t>
    </dgm:pt>
    <dgm:pt modelId="{A7F7F6B8-94D3-49B3-9D3E-9684F6ADEFFA}" type="parTrans" cxnId="{51CEFDA8-698F-48E3-A803-DCDD825696CA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6834361A-87A7-4638-AA88-16DEC248A745}" type="sibTrans" cxnId="{51CEFDA8-698F-48E3-A803-DCDD825696CA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057AFC59-027E-4BD2-A568-F11F73299257}">
      <dgm:prSet phldrT="[Texto]" phldr="0"/>
      <dgm:spPr>
        <a:solidFill>
          <a:srgbClr val="8F45C7">
            <a:alpha val="89804"/>
          </a:srgb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Distribución de la bodega</a:t>
          </a:r>
        </a:p>
      </dgm:t>
    </dgm:pt>
    <dgm:pt modelId="{84804AA7-FB67-482A-B1EF-65DB5195D3CD}" type="parTrans" cxnId="{48F7AAB1-4269-4B96-9F30-23EC23B6A85C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A3BC63CF-A4F3-48A9-82A8-B8563A077C86}" type="sibTrans" cxnId="{48F7AAB1-4269-4B96-9F30-23EC23B6A85C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BD30BA7D-1EB8-4311-9D50-83E945124035}">
      <dgm:prSet phldrT="[Texto]" phldr="0"/>
      <dgm:spPr>
        <a:solidFill>
          <a:schemeClr val="bg1">
            <a:lumMod val="50000"/>
            <a:alpha val="90000"/>
          </a:scheme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Base de datos</a:t>
          </a:r>
        </a:p>
      </dgm:t>
    </dgm:pt>
    <dgm:pt modelId="{719605AA-E2EE-4361-9406-6607C60267FE}" type="parTrans" cxnId="{09D61B77-C975-4CD4-9E0F-032CB527884F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1BD1C678-D270-4901-8BE4-22511AC3AC77}" type="sibTrans" cxnId="{09D61B77-C975-4CD4-9E0F-032CB527884F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D239BE8B-6323-4727-9E76-3ADAFEEB07AE}">
      <dgm:prSet phldrT="[Texto]" phldr="0"/>
      <dgm:spPr>
        <a:solidFill>
          <a:srgbClr val="FFC000">
            <a:alpha val="90000"/>
          </a:srgb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Protocolo de pruebas</a:t>
          </a:r>
        </a:p>
      </dgm:t>
    </dgm:pt>
    <dgm:pt modelId="{587D0EFE-0C05-413A-8FA1-A890390FB7DB}" type="parTrans" cxnId="{112AE1BF-C5F2-43B1-91B0-A5AE8F751085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7EC83337-B969-4D3D-AE3C-359F7FAC76E4}" type="sibTrans" cxnId="{112AE1BF-C5F2-43B1-91B0-A5AE8F751085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F3685155-2662-450B-A698-15E973F8A057}" type="pres">
      <dgm:prSet presAssocID="{2C125C3F-464E-49D1-B411-EF5AA0CF939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714DC9-9067-48D6-9930-72B4143F3EE7}" type="pres">
      <dgm:prSet presAssocID="{0664F1C4-7F9C-4649-A4BC-00F27D976CFD}" presName="hierRoot1" presStyleCnt="0"/>
      <dgm:spPr/>
    </dgm:pt>
    <dgm:pt modelId="{3A30B852-2A67-4C30-B490-D5DFD5436A4C}" type="pres">
      <dgm:prSet presAssocID="{0664F1C4-7F9C-4649-A4BC-00F27D976CFD}" presName="composite" presStyleCnt="0"/>
      <dgm:spPr/>
    </dgm:pt>
    <dgm:pt modelId="{6BB455FD-BFB6-4092-AA50-ED869D1FA300}" type="pres">
      <dgm:prSet presAssocID="{0664F1C4-7F9C-4649-A4BC-00F27D976CFD}" presName="background" presStyleLbl="node0" presStyleIdx="0" presStyleCnt="1"/>
      <dgm:spPr>
        <a:solidFill>
          <a:schemeClr val="bg2"/>
        </a:solidFill>
      </dgm:spPr>
    </dgm:pt>
    <dgm:pt modelId="{FA057414-238A-4D06-A4DF-1F3D9ECC9AE0}" type="pres">
      <dgm:prSet presAssocID="{0664F1C4-7F9C-4649-A4BC-00F27D976CFD}" presName="text" presStyleLbl="fgAcc0" presStyleIdx="0" presStyleCnt="1">
        <dgm:presLayoutVars>
          <dgm:chPref val="3"/>
        </dgm:presLayoutVars>
      </dgm:prSet>
      <dgm:spPr/>
    </dgm:pt>
    <dgm:pt modelId="{67793DD5-060E-4C79-859A-3A7582E298D4}" type="pres">
      <dgm:prSet presAssocID="{0664F1C4-7F9C-4649-A4BC-00F27D976CFD}" presName="hierChild2" presStyleCnt="0"/>
      <dgm:spPr/>
    </dgm:pt>
    <dgm:pt modelId="{BA57819D-B26C-4A84-9BDF-E4872F71EBD6}" type="pres">
      <dgm:prSet presAssocID="{A7F7F6B8-94D3-49B3-9D3E-9684F6ADEFFA}" presName="Name10" presStyleLbl="parChTrans1D2" presStyleIdx="0" presStyleCnt="4"/>
      <dgm:spPr/>
    </dgm:pt>
    <dgm:pt modelId="{99744B5A-F531-463F-AE1C-80D4B77EACC7}" type="pres">
      <dgm:prSet presAssocID="{333DDDF3-AE1F-4340-99CA-16F987AAEB09}" presName="hierRoot2" presStyleCnt="0"/>
      <dgm:spPr/>
    </dgm:pt>
    <dgm:pt modelId="{0DAC17CB-4CDC-4890-BD11-57536BE8A818}" type="pres">
      <dgm:prSet presAssocID="{333DDDF3-AE1F-4340-99CA-16F987AAEB09}" presName="composite2" presStyleCnt="0"/>
      <dgm:spPr/>
    </dgm:pt>
    <dgm:pt modelId="{3008E7CD-F265-46A8-AF5C-88F6EEC3C3F4}" type="pres">
      <dgm:prSet presAssocID="{333DDDF3-AE1F-4340-99CA-16F987AAEB09}" presName="background2" presStyleLbl="node2" presStyleIdx="0" presStyleCnt="4"/>
      <dgm:spPr>
        <a:solidFill>
          <a:schemeClr val="bg2"/>
        </a:solidFill>
      </dgm:spPr>
    </dgm:pt>
    <dgm:pt modelId="{8B781CE5-6375-4846-9B96-23199D5E2C2D}" type="pres">
      <dgm:prSet presAssocID="{333DDDF3-AE1F-4340-99CA-16F987AAEB09}" presName="text2" presStyleLbl="fgAcc2" presStyleIdx="0" presStyleCnt="4">
        <dgm:presLayoutVars>
          <dgm:chPref val="3"/>
        </dgm:presLayoutVars>
      </dgm:prSet>
      <dgm:spPr/>
    </dgm:pt>
    <dgm:pt modelId="{1DA8FF9A-0DB2-41E9-BA02-A19851A16F4F}" type="pres">
      <dgm:prSet presAssocID="{333DDDF3-AE1F-4340-99CA-16F987AAEB09}" presName="hierChild3" presStyleCnt="0"/>
      <dgm:spPr/>
    </dgm:pt>
    <dgm:pt modelId="{A0D5E0F9-5E92-4827-9582-A0F473E8CE69}" type="pres">
      <dgm:prSet presAssocID="{84804AA7-FB67-482A-B1EF-65DB5195D3CD}" presName="Name10" presStyleLbl="parChTrans1D2" presStyleIdx="1" presStyleCnt="4"/>
      <dgm:spPr/>
    </dgm:pt>
    <dgm:pt modelId="{CB41B74D-BAC1-4DC2-915F-EE9C68A7CC96}" type="pres">
      <dgm:prSet presAssocID="{057AFC59-027E-4BD2-A568-F11F73299257}" presName="hierRoot2" presStyleCnt="0"/>
      <dgm:spPr/>
    </dgm:pt>
    <dgm:pt modelId="{E6CBFF6A-9EC4-4F78-98E7-D2C2863BEAD1}" type="pres">
      <dgm:prSet presAssocID="{057AFC59-027E-4BD2-A568-F11F73299257}" presName="composite2" presStyleCnt="0"/>
      <dgm:spPr/>
    </dgm:pt>
    <dgm:pt modelId="{ABE72333-4FCC-417C-A51E-877FAAF5D395}" type="pres">
      <dgm:prSet presAssocID="{057AFC59-027E-4BD2-A568-F11F73299257}" presName="background2" presStyleLbl="node2" presStyleIdx="1" presStyleCnt="4"/>
      <dgm:spPr>
        <a:solidFill>
          <a:schemeClr val="bg2"/>
        </a:solidFill>
      </dgm:spPr>
    </dgm:pt>
    <dgm:pt modelId="{3DD09B1D-F7AD-445E-8A04-77B55A7B003C}" type="pres">
      <dgm:prSet presAssocID="{057AFC59-027E-4BD2-A568-F11F73299257}" presName="text2" presStyleLbl="fgAcc2" presStyleIdx="1" presStyleCnt="4">
        <dgm:presLayoutVars>
          <dgm:chPref val="3"/>
        </dgm:presLayoutVars>
      </dgm:prSet>
      <dgm:spPr/>
    </dgm:pt>
    <dgm:pt modelId="{5C0193AE-0C5F-4301-A2DA-762D661BF70D}" type="pres">
      <dgm:prSet presAssocID="{057AFC59-027E-4BD2-A568-F11F73299257}" presName="hierChild3" presStyleCnt="0"/>
      <dgm:spPr/>
    </dgm:pt>
    <dgm:pt modelId="{1B906E09-0C27-4649-8CFC-9939E486431B}" type="pres">
      <dgm:prSet presAssocID="{719605AA-E2EE-4361-9406-6607C60267FE}" presName="Name10" presStyleLbl="parChTrans1D2" presStyleIdx="2" presStyleCnt="4"/>
      <dgm:spPr/>
    </dgm:pt>
    <dgm:pt modelId="{077C781D-C061-46D5-9228-B0ADA67687DE}" type="pres">
      <dgm:prSet presAssocID="{BD30BA7D-1EB8-4311-9D50-83E945124035}" presName="hierRoot2" presStyleCnt="0"/>
      <dgm:spPr/>
    </dgm:pt>
    <dgm:pt modelId="{74ED510D-E754-40BA-BD45-02184FFE6DA1}" type="pres">
      <dgm:prSet presAssocID="{BD30BA7D-1EB8-4311-9D50-83E945124035}" presName="composite2" presStyleCnt="0"/>
      <dgm:spPr/>
    </dgm:pt>
    <dgm:pt modelId="{A80E332D-A839-46B6-BBF8-E5E1B2ACF3B5}" type="pres">
      <dgm:prSet presAssocID="{BD30BA7D-1EB8-4311-9D50-83E945124035}" presName="background2" presStyleLbl="node2" presStyleIdx="2" presStyleCnt="4"/>
      <dgm:spPr>
        <a:solidFill>
          <a:schemeClr val="bg2"/>
        </a:solidFill>
      </dgm:spPr>
    </dgm:pt>
    <dgm:pt modelId="{216AC45A-8B5C-42C6-8553-04B2AB58F071}" type="pres">
      <dgm:prSet presAssocID="{BD30BA7D-1EB8-4311-9D50-83E945124035}" presName="text2" presStyleLbl="fgAcc2" presStyleIdx="2" presStyleCnt="4">
        <dgm:presLayoutVars>
          <dgm:chPref val="3"/>
        </dgm:presLayoutVars>
      </dgm:prSet>
      <dgm:spPr/>
    </dgm:pt>
    <dgm:pt modelId="{D8543C6D-4AB9-4455-82BE-475231D74D12}" type="pres">
      <dgm:prSet presAssocID="{BD30BA7D-1EB8-4311-9D50-83E945124035}" presName="hierChild3" presStyleCnt="0"/>
      <dgm:spPr/>
    </dgm:pt>
    <dgm:pt modelId="{9DE238D9-7839-4798-9B8E-BAFB7403265F}" type="pres">
      <dgm:prSet presAssocID="{587D0EFE-0C05-413A-8FA1-A890390FB7DB}" presName="Name10" presStyleLbl="parChTrans1D2" presStyleIdx="3" presStyleCnt="4"/>
      <dgm:spPr/>
    </dgm:pt>
    <dgm:pt modelId="{CA739C35-AB23-40CD-9F7B-75891AA4BBB8}" type="pres">
      <dgm:prSet presAssocID="{D239BE8B-6323-4727-9E76-3ADAFEEB07AE}" presName="hierRoot2" presStyleCnt="0"/>
      <dgm:spPr/>
    </dgm:pt>
    <dgm:pt modelId="{8555676D-2DB2-4292-B1E4-19B55A675AD3}" type="pres">
      <dgm:prSet presAssocID="{D239BE8B-6323-4727-9E76-3ADAFEEB07AE}" presName="composite2" presStyleCnt="0"/>
      <dgm:spPr/>
    </dgm:pt>
    <dgm:pt modelId="{C669F5C1-2A93-47F9-8F9E-01A5162F9716}" type="pres">
      <dgm:prSet presAssocID="{D239BE8B-6323-4727-9E76-3ADAFEEB07AE}" presName="background2" presStyleLbl="node2" presStyleIdx="3" presStyleCnt="4"/>
      <dgm:spPr>
        <a:solidFill>
          <a:schemeClr val="bg2"/>
        </a:solidFill>
      </dgm:spPr>
    </dgm:pt>
    <dgm:pt modelId="{DCDB813F-E29D-427D-9FDA-7F9DC0F58329}" type="pres">
      <dgm:prSet presAssocID="{D239BE8B-6323-4727-9E76-3ADAFEEB07AE}" presName="text2" presStyleLbl="fgAcc2" presStyleIdx="3" presStyleCnt="4">
        <dgm:presLayoutVars>
          <dgm:chPref val="3"/>
        </dgm:presLayoutVars>
      </dgm:prSet>
      <dgm:spPr/>
    </dgm:pt>
    <dgm:pt modelId="{7542555D-C551-47C2-81B2-7C5019F236F8}" type="pres">
      <dgm:prSet presAssocID="{D239BE8B-6323-4727-9E76-3ADAFEEB07AE}" presName="hierChild3" presStyleCnt="0"/>
      <dgm:spPr/>
    </dgm:pt>
  </dgm:ptLst>
  <dgm:cxnLst>
    <dgm:cxn modelId="{9E556138-6DEA-4F9A-9459-724B6B8A2A64}" type="presOf" srcId="{719605AA-E2EE-4361-9406-6607C60267FE}" destId="{1B906E09-0C27-4649-8CFC-9939E486431B}" srcOrd="0" destOrd="0" presId="urn:microsoft.com/office/officeart/2005/8/layout/hierarchy1"/>
    <dgm:cxn modelId="{84E84B3C-9A13-42D4-9D3D-8062A4CE4ED7}" type="presOf" srcId="{587D0EFE-0C05-413A-8FA1-A890390FB7DB}" destId="{9DE238D9-7839-4798-9B8E-BAFB7403265F}" srcOrd="0" destOrd="0" presId="urn:microsoft.com/office/officeart/2005/8/layout/hierarchy1"/>
    <dgm:cxn modelId="{FA95743C-088B-47DD-A0BA-DE6FB7826174}" type="presOf" srcId="{333DDDF3-AE1F-4340-99CA-16F987AAEB09}" destId="{8B781CE5-6375-4846-9B96-23199D5E2C2D}" srcOrd="0" destOrd="0" presId="urn:microsoft.com/office/officeart/2005/8/layout/hierarchy1"/>
    <dgm:cxn modelId="{35EFF060-BFCD-4E61-872A-D1C661421321}" srcId="{2C125C3F-464E-49D1-B411-EF5AA0CF939E}" destId="{0664F1C4-7F9C-4649-A4BC-00F27D976CFD}" srcOrd="0" destOrd="0" parTransId="{C2B32EFF-9EFB-46E4-B979-898D0AB32FAD}" sibTransId="{C64514E2-4D71-447C-9278-F399F847BE6F}"/>
    <dgm:cxn modelId="{09D61B77-C975-4CD4-9E0F-032CB527884F}" srcId="{0664F1C4-7F9C-4649-A4BC-00F27D976CFD}" destId="{BD30BA7D-1EB8-4311-9D50-83E945124035}" srcOrd="2" destOrd="0" parTransId="{719605AA-E2EE-4361-9406-6607C60267FE}" sibTransId="{1BD1C678-D270-4901-8BE4-22511AC3AC77}"/>
    <dgm:cxn modelId="{F5288887-F04C-4027-9AFB-DAF0475A25BF}" type="presOf" srcId="{2C125C3F-464E-49D1-B411-EF5AA0CF939E}" destId="{F3685155-2662-450B-A698-15E973F8A057}" srcOrd="0" destOrd="0" presId="urn:microsoft.com/office/officeart/2005/8/layout/hierarchy1"/>
    <dgm:cxn modelId="{744B958D-3C2C-451D-B15B-A5D824BA4A92}" type="presOf" srcId="{0664F1C4-7F9C-4649-A4BC-00F27D976CFD}" destId="{FA057414-238A-4D06-A4DF-1F3D9ECC9AE0}" srcOrd="0" destOrd="0" presId="urn:microsoft.com/office/officeart/2005/8/layout/hierarchy1"/>
    <dgm:cxn modelId="{EEEA398E-0470-43E3-BDE1-4DE8539CBEE9}" type="presOf" srcId="{A7F7F6B8-94D3-49B3-9D3E-9684F6ADEFFA}" destId="{BA57819D-B26C-4A84-9BDF-E4872F71EBD6}" srcOrd="0" destOrd="0" presId="urn:microsoft.com/office/officeart/2005/8/layout/hierarchy1"/>
    <dgm:cxn modelId="{0CC42C95-B401-475F-BB5A-4D02C357B494}" type="presOf" srcId="{D239BE8B-6323-4727-9E76-3ADAFEEB07AE}" destId="{DCDB813F-E29D-427D-9FDA-7F9DC0F58329}" srcOrd="0" destOrd="0" presId="urn:microsoft.com/office/officeart/2005/8/layout/hierarchy1"/>
    <dgm:cxn modelId="{51CEFDA8-698F-48E3-A803-DCDD825696CA}" srcId="{0664F1C4-7F9C-4649-A4BC-00F27D976CFD}" destId="{333DDDF3-AE1F-4340-99CA-16F987AAEB09}" srcOrd="0" destOrd="0" parTransId="{A7F7F6B8-94D3-49B3-9D3E-9684F6ADEFFA}" sibTransId="{6834361A-87A7-4638-AA88-16DEC248A745}"/>
    <dgm:cxn modelId="{7F2A36B0-0A75-4368-809B-4C93022D079A}" type="presOf" srcId="{84804AA7-FB67-482A-B1EF-65DB5195D3CD}" destId="{A0D5E0F9-5E92-4827-9582-A0F473E8CE69}" srcOrd="0" destOrd="0" presId="urn:microsoft.com/office/officeart/2005/8/layout/hierarchy1"/>
    <dgm:cxn modelId="{48F7AAB1-4269-4B96-9F30-23EC23B6A85C}" srcId="{0664F1C4-7F9C-4649-A4BC-00F27D976CFD}" destId="{057AFC59-027E-4BD2-A568-F11F73299257}" srcOrd="1" destOrd="0" parTransId="{84804AA7-FB67-482A-B1EF-65DB5195D3CD}" sibTransId="{A3BC63CF-A4F3-48A9-82A8-B8563A077C86}"/>
    <dgm:cxn modelId="{112AE1BF-C5F2-43B1-91B0-A5AE8F751085}" srcId="{0664F1C4-7F9C-4649-A4BC-00F27D976CFD}" destId="{D239BE8B-6323-4727-9E76-3ADAFEEB07AE}" srcOrd="3" destOrd="0" parTransId="{587D0EFE-0C05-413A-8FA1-A890390FB7DB}" sibTransId="{7EC83337-B969-4D3D-AE3C-359F7FAC76E4}"/>
    <dgm:cxn modelId="{723CB0F0-A4F1-42B6-A566-0E1483DCD077}" type="presOf" srcId="{057AFC59-027E-4BD2-A568-F11F73299257}" destId="{3DD09B1D-F7AD-445E-8A04-77B55A7B003C}" srcOrd="0" destOrd="0" presId="urn:microsoft.com/office/officeart/2005/8/layout/hierarchy1"/>
    <dgm:cxn modelId="{634810FD-288B-4DFD-8822-6E7DF262E19A}" type="presOf" srcId="{BD30BA7D-1EB8-4311-9D50-83E945124035}" destId="{216AC45A-8B5C-42C6-8553-04B2AB58F071}" srcOrd="0" destOrd="0" presId="urn:microsoft.com/office/officeart/2005/8/layout/hierarchy1"/>
    <dgm:cxn modelId="{9F58ADF4-89C3-46E7-96C8-A83D640CDD47}" type="presParOf" srcId="{F3685155-2662-450B-A698-15E973F8A057}" destId="{A8714DC9-9067-48D6-9930-72B4143F3EE7}" srcOrd="0" destOrd="0" presId="urn:microsoft.com/office/officeart/2005/8/layout/hierarchy1"/>
    <dgm:cxn modelId="{B35692AF-FB84-4A40-B91E-C678710310BF}" type="presParOf" srcId="{A8714DC9-9067-48D6-9930-72B4143F3EE7}" destId="{3A30B852-2A67-4C30-B490-D5DFD5436A4C}" srcOrd="0" destOrd="0" presId="urn:microsoft.com/office/officeart/2005/8/layout/hierarchy1"/>
    <dgm:cxn modelId="{6725B94D-A019-4801-8362-318BCB14AC64}" type="presParOf" srcId="{3A30B852-2A67-4C30-B490-D5DFD5436A4C}" destId="{6BB455FD-BFB6-4092-AA50-ED869D1FA300}" srcOrd="0" destOrd="0" presId="urn:microsoft.com/office/officeart/2005/8/layout/hierarchy1"/>
    <dgm:cxn modelId="{F2FC47B7-279F-4BFE-B548-3B5C6E7EB81C}" type="presParOf" srcId="{3A30B852-2A67-4C30-B490-D5DFD5436A4C}" destId="{FA057414-238A-4D06-A4DF-1F3D9ECC9AE0}" srcOrd="1" destOrd="0" presId="urn:microsoft.com/office/officeart/2005/8/layout/hierarchy1"/>
    <dgm:cxn modelId="{56A1C897-140D-4A70-B785-352F31144EB8}" type="presParOf" srcId="{A8714DC9-9067-48D6-9930-72B4143F3EE7}" destId="{67793DD5-060E-4C79-859A-3A7582E298D4}" srcOrd="1" destOrd="0" presId="urn:microsoft.com/office/officeart/2005/8/layout/hierarchy1"/>
    <dgm:cxn modelId="{328CCDFF-13AE-42B8-9A17-F0599E750D65}" type="presParOf" srcId="{67793DD5-060E-4C79-859A-3A7582E298D4}" destId="{BA57819D-B26C-4A84-9BDF-E4872F71EBD6}" srcOrd="0" destOrd="0" presId="urn:microsoft.com/office/officeart/2005/8/layout/hierarchy1"/>
    <dgm:cxn modelId="{BB59FB2F-89DE-4648-8217-28028D173261}" type="presParOf" srcId="{67793DD5-060E-4C79-859A-3A7582E298D4}" destId="{99744B5A-F531-463F-AE1C-80D4B77EACC7}" srcOrd="1" destOrd="0" presId="urn:microsoft.com/office/officeart/2005/8/layout/hierarchy1"/>
    <dgm:cxn modelId="{592CC489-F452-4284-B532-9A106998686B}" type="presParOf" srcId="{99744B5A-F531-463F-AE1C-80D4B77EACC7}" destId="{0DAC17CB-4CDC-4890-BD11-57536BE8A818}" srcOrd="0" destOrd="0" presId="urn:microsoft.com/office/officeart/2005/8/layout/hierarchy1"/>
    <dgm:cxn modelId="{BFC53EEB-26AB-4CB1-A2BC-A8BF8752C11A}" type="presParOf" srcId="{0DAC17CB-4CDC-4890-BD11-57536BE8A818}" destId="{3008E7CD-F265-46A8-AF5C-88F6EEC3C3F4}" srcOrd="0" destOrd="0" presId="urn:microsoft.com/office/officeart/2005/8/layout/hierarchy1"/>
    <dgm:cxn modelId="{3AE17F44-2657-4F1E-BDB8-4F285910D522}" type="presParOf" srcId="{0DAC17CB-4CDC-4890-BD11-57536BE8A818}" destId="{8B781CE5-6375-4846-9B96-23199D5E2C2D}" srcOrd="1" destOrd="0" presId="urn:microsoft.com/office/officeart/2005/8/layout/hierarchy1"/>
    <dgm:cxn modelId="{5DDAEE11-F13D-43FB-B510-B057E55BBFD4}" type="presParOf" srcId="{99744B5A-F531-463F-AE1C-80D4B77EACC7}" destId="{1DA8FF9A-0DB2-41E9-BA02-A19851A16F4F}" srcOrd="1" destOrd="0" presId="urn:microsoft.com/office/officeart/2005/8/layout/hierarchy1"/>
    <dgm:cxn modelId="{53D1F6B7-08A4-48B6-87F9-43C35BCA40A2}" type="presParOf" srcId="{67793DD5-060E-4C79-859A-3A7582E298D4}" destId="{A0D5E0F9-5E92-4827-9582-A0F473E8CE69}" srcOrd="2" destOrd="0" presId="urn:microsoft.com/office/officeart/2005/8/layout/hierarchy1"/>
    <dgm:cxn modelId="{833CA002-B092-4858-8236-0FE75C54E359}" type="presParOf" srcId="{67793DD5-060E-4C79-859A-3A7582E298D4}" destId="{CB41B74D-BAC1-4DC2-915F-EE9C68A7CC96}" srcOrd="3" destOrd="0" presId="urn:microsoft.com/office/officeart/2005/8/layout/hierarchy1"/>
    <dgm:cxn modelId="{5DB740CD-3538-491A-B686-7713DB89A020}" type="presParOf" srcId="{CB41B74D-BAC1-4DC2-915F-EE9C68A7CC96}" destId="{E6CBFF6A-9EC4-4F78-98E7-D2C2863BEAD1}" srcOrd="0" destOrd="0" presId="urn:microsoft.com/office/officeart/2005/8/layout/hierarchy1"/>
    <dgm:cxn modelId="{7920D834-3434-4609-AB05-438D5348B9E1}" type="presParOf" srcId="{E6CBFF6A-9EC4-4F78-98E7-D2C2863BEAD1}" destId="{ABE72333-4FCC-417C-A51E-877FAAF5D395}" srcOrd="0" destOrd="0" presId="urn:microsoft.com/office/officeart/2005/8/layout/hierarchy1"/>
    <dgm:cxn modelId="{2864444B-08A2-49EA-8625-212B4BB37201}" type="presParOf" srcId="{E6CBFF6A-9EC4-4F78-98E7-D2C2863BEAD1}" destId="{3DD09B1D-F7AD-445E-8A04-77B55A7B003C}" srcOrd="1" destOrd="0" presId="urn:microsoft.com/office/officeart/2005/8/layout/hierarchy1"/>
    <dgm:cxn modelId="{A3FE9A50-695F-4757-A729-27CEB99E6ED0}" type="presParOf" srcId="{CB41B74D-BAC1-4DC2-915F-EE9C68A7CC96}" destId="{5C0193AE-0C5F-4301-A2DA-762D661BF70D}" srcOrd="1" destOrd="0" presId="urn:microsoft.com/office/officeart/2005/8/layout/hierarchy1"/>
    <dgm:cxn modelId="{61E0C017-47FF-4E23-AF97-48AE2B52AE04}" type="presParOf" srcId="{67793DD5-060E-4C79-859A-3A7582E298D4}" destId="{1B906E09-0C27-4649-8CFC-9939E486431B}" srcOrd="4" destOrd="0" presId="urn:microsoft.com/office/officeart/2005/8/layout/hierarchy1"/>
    <dgm:cxn modelId="{3BDF9A43-0D11-47C4-9856-A36C54F41521}" type="presParOf" srcId="{67793DD5-060E-4C79-859A-3A7582E298D4}" destId="{077C781D-C061-46D5-9228-B0ADA67687DE}" srcOrd="5" destOrd="0" presId="urn:microsoft.com/office/officeart/2005/8/layout/hierarchy1"/>
    <dgm:cxn modelId="{0FF300BD-9D05-4DA7-BC11-F845A04D471D}" type="presParOf" srcId="{077C781D-C061-46D5-9228-B0ADA67687DE}" destId="{74ED510D-E754-40BA-BD45-02184FFE6DA1}" srcOrd="0" destOrd="0" presId="urn:microsoft.com/office/officeart/2005/8/layout/hierarchy1"/>
    <dgm:cxn modelId="{F8DF6A99-E42B-4905-AF08-E431B1034B6E}" type="presParOf" srcId="{74ED510D-E754-40BA-BD45-02184FFE6DA1}" destId="{A80E332D-A839-46B6-BBF8-E5E1B2ACF3B5}" srcOrd="0" destOrd="0" presId="urn:microsoft.com/office/officeart/2005/8/layout/hierarchy1"/>
    <dgm:cxn modelId="{9A677DF5-C401-4B84-A5D1-D2E6EDFE8FB1}" type="presParOf" srcId="{74ED510D-E754-40BA-BD45-02184FFE6DA1}" destId="{216AC45A-8B5C-42C6-8553-04B2AB58F071}" srcOrd="1" destOrd="0" presId="urn:microsoft.com/office/officeart/2005/8/layout/hierarchy1"/>
    <dgm:cxn modelId="{74C522FC-7D9E-4F4E-AE5F-73ECF29B79CB}" type="presParOf" srcId="{077C781D-C061-46D5-9228-B0ADA67687DE}" destId="{D8543C6D-4AB9-4455-82BE-475231D74D12}" srcOrd="1" destOrd="0" presId="urn:microsoft.com/office/officeart/2005/8/layout/hierarchy1"/>
    <dgm:cxn modelId="{D8D9F5E9-76B6-462D-9EB9-F406FD10636D}" type="presParOf" srcId="{67793DD5-060E-4C79-859A-3A7582E298D4}" destId="{9DE238D9-7839-4798-9B8E-BAFB7403265F}" srcOrd="6" destOrd="0" presId="urn:microsoft.com/office/officeart/2005/8/layout/hierarchy1"/>
    <dgm:cxn modelId="{D129369C-DEF5-466F-8CFB-448CA86CD8A7}" type="presParOf" srcId="{67793DD5-060E-4C79-859A-3A7582E298D4}" destId="{CA739C35-AB23-40CD-9F7B-75891AA4BBB8}" srcOrd="7" destOrd="0" presId="urn:microsoft.com/office/officeart/2005/8/layout/hierarchy1"/>
    <dgm:cxn modelId="{0677D612-E9AA-4655-97B7-2C25E5BA741A}" type="presParOf" srcId="{CA739C35-AB23-40CD-9F7B-75891AA4BBB8}" destId="{8555676D-2DB2-4292-B1E4-19B55A675AD3}" srcOrd="0" destOrd="0" presId="urn:microsoft.com/office/officeart/2005/8/layout/hierarchy1"/>
    <dgm:cxn modelId="{CEA74E2F-E133-4218-BF01-E13F315A1063}" type="presParOf" srcId="{8555676D-2DB2-4292-B1E4-19B55A675AD3}" destId="{C669F5C1-2A93-47F9-8F9E-01A5162F9716}" srcOrd="0" destOrd="0" presId="urn:microsoft.com/office/officeart/2005/8/layout/hierarchy1"/>
    <dgm:cxn modelId="{49406C13-8F5B-44DC-B1E6-7807377BD6E0}" type="presParOf" srcId="{8555676D-2DB2-4292-B1E4-19B55A675AD3}" destId="{DCDB813F-E29D-427D-9FDA-7F9DC0F58329}" srcOrd="1" destOrd="0" presId="urn:microsoft.com/office/officeart/2005/8/layout/hierarchy1"/>
    <dgm:cxn modelId="{6279A083-451A-48E5-8A7E-A47A7B40623D}" type="presParOf" srcId="{CA739C35-AB23-40CD-9F7B-75891AA4BBB8}" destId="{7542555D-C551-47C2-81B2-7C5019F236F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CFBD202-B275-4CAE-8914-7B7E89E108EE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129407-3577-4758-ADCC-BD0BA58891AA}">
      <dgm:prSet phldrT="[Texto]" phldr="0"/>
      <dgm:spPr>
        <a:solidFill>
          <a:srgbClr val="00B050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Etapa 1</a:t>
          </a:r>
        </a:p>
      </dgm:t>
    </dgm:pt>
    <dgm:pt modelId="{7220DB00-9E8A-4924-8ED0-914953DDB660}" type="parTrans" cxnId="{41134FAC-0CDD-4093-8492-A743A601C0B7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8482184A-0073-4288-9315-38E8DD0EC55C}" type="sibTrans" cxnId="{41134FAC-0CDD-4093-8492-A743A601C0B7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2556EC95-C979-4849-82E0-7B0D1A72B9BA}">
      <dgm:prSet phldrT="[Texto]" phldr="0"/>
      <dgm:spPr>
        <a:solidFill>
          <a:srgbClr val="05DD38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Requisitos y Dimensiones</a:t>
          </a:r>
        </a:p>
      </dgm:t>
    </dgm:pt>
    <dgm:pt modelId="{EB4E1A0D-8099-424E-8C02-85119CC2537D}" type="parTrans" cxnId="{6A2D2DEF-17BA-4928-A4B1-D70F61F61571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5C0F9E5C-4845-492F-AC8D-ABF2255E0411}" type="sibTrans" cxnId="{6A2D2DEF-17BA-4928-A4B1-D70F61F6157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241C21C9-70D8-4D9A-94FA-B578E3CA0C2B}">
      <dgm:prSet phldrT="[Texto]" phldr="0"/>
      <dgm:spPr>
        <a:solidFill>
          <a:srgbClr val="05DD38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Diseño y Fabricación</a:t>
          </a:r>
        </a:p>
      </dgm:t>
    </dgm:pt>
    <dgm:pt modelId="{90466797-77F9-48A4-907A-CC3AA4EEC9C2}" type="parTrans" cxnId="{60100B5C-9E33-4FD7-AF72-C88721001016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9EEB6878-3E7C-46D0-B347-29429889EC72}" type="sibTrans" cxnId="{60100B5C-9E33-4FD7-AF72-C88721001016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44ACED2E-547C-43EB-AFE8-3FE57353B439}">
      <dgm:prSet phldrT="[Texto]" phldr="0"/>
      <dgm:spPr>
        <a:solidFill>
          <a:srgbClr val="05DD38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Energía y Potencia</a:t>
          </a:r>
        </a:p>
      </dgm:t>
    </dgm:pt>
    <dgm:pt modelId="{CFF5E305-B54C-4F2F-82C3-D3D16E494D66}" type="parTrans" cxnId="{61654CEA-690D-49CC-9B10-FBBD72EE35D1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8A78B416-4EFD-4683-B112-B41960FFF82D}" type="sibTrans" cxnId="{61654CEA-690D-49CC-9B10-FBBD72EE35D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B3CA42BA-6234-4339-8883-038C125CB825}">
      <dgm:prSet phldrT="[Texto]" phldr="0"/>
      <dgm:spPr>
        <a:solidFill>
          <a:srgbClr val="05DD38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Electrónica y Control</a:t>
          </a:r>
        </a:p>
      </dgm:t>
    </dgm:pt>
    <dgm:pt modelId="{87E9427A-FEA0-499A-B838-A55AC7185CB0}" type="parTrans" cxnId="{97C37CC0-7707-4290-8BC9-D1C7CEF595A7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A9413519-2A7E-40F3-8772-C28351266710}" type="sibTrans" cxnId="{97C37CC0-7707-4290-8BC9-D1C7CEF595A7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3CB4CD42-C778-4EFB-A01A-8CAF5DBFC03D}">
      <dgm:prSet phldrT="[Texto]" phldr="0"/>
      <dgm:spPr>
        <a:solidFill>
          <a:srgbClr val="05DD38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Firmware y Software</a:t>
          </a:r>
        </a:p>
      </dgm:t>
    </dgm:pt>
    <dgm:pt modelId="{ED0B582C-21A2-444B-82C0-77891F98DA96}" type="parTrans" cxnId="{D7C3FC09-E5EA-48E7-B7F0-A23D5FB0C145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99021191-47F8-4AE8-B3CC-C69300236920}" type="sibTrans" cxnId="{D7C3FC09-E5EA-48E7-B7F0-A23D5FB0C145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745FF355-603A-41CE-9016-91F02D37DFCB}">
      <dgm:prSet phldrT="[Texto]" phldr="0"/>
      <dgm:spPr>
        <a:solidFill>
          <a:srgbClr val="05DD38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Conectividad</a:t>
          </a:r>
        </a:p>
      </dgm:t>
    </dgm:pt>
    <dgm:pt modelId="{A42F3D59-88A0-40C2-9C16-74A34DA05169}" type="parTrans" cxnId="{FC000FB6-D2F2-4176-8780-4B789CA10496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5EBEB084-54AE-4A3C-ADFA-F47276CFB44C}" type="sibTrans" cxnId="{FC000FB6-D2F2-4176-8780-4B789CA10496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9FB39EF9-AF13-42C5-9993-AEEEE056E8C6}">
      <dgm:prSet phldrT="[Texto]" phldr="0"/>
      <dgm:spPr>
        <a:solidFill>
          <a:srgbClr val="05DD38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Navegación</a:t>
          </a:r>
        </a:p>
      </dgm:t>
    </dgm:pt>
    <dgm:pt modelId="{9B75D67E-9A19-4A60-81A9-7991755C3CCA}" type="parTrans" cxnId="{8D49F335-5E44-48C2-A863-826EA07B9E01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B4D52D5D-FAA0-41A2-A4F8-5A27F81AE653}" type="sibTrans" cxnId="{8D49F335-5E44-48C2-A863-826EA07B9E0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10714A24-2171-469B-8B99-62C275734590}">
      <dgm:prSet phldrT="[Texto]" phldr="0"/>
      <dgm:spPr>
        <a:solidFill>
          <a:srgbClr val="05DD38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Integración y Pruebas</a:t>
          </a:r>
        </a:p>
      </dgm:t>
    </dgm:pt>
    <dgm:pt modelId="{23CF6B76-7EF7-4DE1-A8F0-12507A8F5A35}" type="parTrans" cxnId="{3016C895-2293-41F9-953F-4FAB30EFB2FC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90148CC6-50F4-4BE1-AD67-9C65B55FAE9F}" type="sibTrans" cxnId="{3016C895-2293-41F9-953F-4FAB30EFB2FC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647E0EE1-E0FB-4C90-9517-5FCD7C26B9D8}" type="pres">
      <dgm:prSet presAssocID="{ECFBD202-B275-4CAE-8914-7B7E89E108EE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07F7242-DDB3-47C3-8C91-9422B7B8C473}" type="pres">
      <dgm:prSet presAssocID="{86129407-3577-4758-ADCC-BD0BA58891AA}" presName="root1" presStyleCnt="0"/>
      <dgm:spPr/>
    </dgm:pt>
    <dgm:pt modelId="{00AB0F25-9CDF-4937-9A55-C9CBA31F1A3B}" type="pres">
      <dgm:prSet presAssocID="{86129407-3577-4758-ADCC-BD0BA58891AA}" presName="LevelOneTextNode" presStyleLbl="node0" presStyleIdx="0" presStyleCnt="1">
        <dgm:presLayoutVars>
          <dgm:chPref val="3"/>
        </dgm:presLayoutVars>
      </dgm:prSet>
      <dgm:spPr/>
    </dgm:pt>
    <dgm:pt modelId="{60F4C695-E081-418F-A045-F80D236D3956}" type="pres">
      <dgm:prSet presAssocID="{86129407-3577-4758-ADCC-BD0BA58891AA}" presName="level2hierChild" presStyleCnt="0"/>
      <dgm:spPr/>
    </dgm:pt>
    <dgm:pt modelId="{9F5D1681-C826-4461-B59F-27FC7EFA17CA}" type="pres">
      <dgm:prSet presAssocID="{EB4E1A0D-8099-424E-8C02-85119CC2537D}" presName="conn2-1" presStyleLbl="parChTrans1D2" presStyleIdx="0" presStyleCnt="8"/>
      <dgm:spPr/>
    </dgm:pt>
    <dgm:pt modelId="{A651B001-28CA-46C6-9D28-A517B7B3B422}" type="pres">
      <dgm:prSet presAssocID="{EB4E1A0D-8099-424E-8C02-85119CC2537D}" presName="connTx" presStyleLbl="parChTrans1D2" presStyleIdx="0" presStyleCnt="8"/>
      <dgm:spPr/>
    </dgm:pt>
    <dgm:pt modelId="{6AFFA917-C82A-4027-974F-3305D215519E}" type="pres">
      <dgm:prSet presAssocID="{2556EC95-C979-4849-82E0-7B0D1A72B9BA}" presName="root2" presStyleCnt="0"/>
      <dgm:spPr/>
    </dgm:pt>
    <dgm:pt modelId="{DEC77B91-4AF6-4097-B9D6-8A6C8E1C8B2E}" type="pres">
      <dgm:prSet presAssocID="{2556EC95-C979-4849-82E0-7B0D1A72B9BA}" presName="LevelTwoTextNode" presStyleLbl="node2" presStyleIdx="0" presStyleCnt="8">
        <dgm:presLayoutVars>
          <dgm:chPref val="3"/>
        </dgm:presLayoutVars>
      </dgm:prSet>
      <dgm:spPr/>
    </dgm:pt>
    <dgm:pt modelId="{294DB631-ABBA-4ED2-97F6-109A01FA6163}" type="pres">
      <dgm:prSet presAssocID="{2556EC95-C979-4849-82E0-7B0D1A72B9BA}" presName="level3hierChild" presStyleCnt="0"/>
      <dgm:spPr/>
    </dgm:pt>
    <dgm:pt modelId="{A8F9C0ED-6289-4441-8FB3-D427A785E72E}" type="pres">
      <dgm:prSet presAssocID="{90466797-77F9-48A4-907A-CC3AA4EEC9C2}" presName="conn2-1" presStyleLbl="parChTrans1D2" presStyleIdx="1" presStyleCnt="8"/>
      <dgm:spPr/>
    </dgm:pt>
    <dgm:pt modelId="{185AE182-ABD1-440D-8EF9-A13A65C606D6}" type="pres">
      <dgm:prSet presAssocID="{90466797-77F9-48A4-907A-CC3AA4EEC9C2}" presName="connTx" presStyleLbl="parChTrans1D2" presStyleIdx="1" presStyleCnt="8"/>
      <dgm:spPr/>
    </dgm:pt>
    <dgm:pt modelId="{C536F16E-211B-4D98-A927-CBD02902DA2D}" type="pres">
      <dgm:prSet presAssocID="{241C21C9-70D8-4D9A-94FA-B578E3CA0C2B}" presName="root2" presStyleCnt="0"/>
      <dgm:spPr/>
    </dgm:pt>
    <dgm:pt modelId="{5926E740-7C1C-40B3-B14F-E403BC33CE0B}" type="pres">
      <dgm:prSet presAssocID="{241C21C9-70D8-4D9A-94FA-B578E3CA0C2B}" presName="LevelTwoTextNode" presStyleLbl="node2" presStyleIdx="1" presStyleCnt="8">
        <dgm:presLayoutVars>
          <dgm:chPref val="3"/>
        </dgm:presLayoutVars>
      </dgm:prSet>
      <dgm:spPr/>
    </dgm:pt>
    <dgm:pt modelId="{475C5327-0363-4718-8A6D-E5639354A670}" type="pres">
      <dgm:prSet presAssocID="{241C21C9-70D8-4D9A-94FA-B578E3CA0C2B}" presName="level3hierChild" presStyleCnt="0"/>
      <dgm:spPr/>
    </dgm:pt>
    <dgm:pt modelId="{0FBCFCCE-21A7-46E2-B73D-65ABE5145C61}" type="pres">
      <dgm:prSet presAssocID="{CFF5E305-B54C-4F2F-82C3-D3D16E494D66}" presName="conn2-1" presStyleLbl="parChTrans1D2" presStyleIdx="2" presStyleCnt="8"/>
      <dgm:spPr/>
    </dgm:pt>
    <dgm:pt modelId="{B9CC4FC3-FEBE-4412-B17C-3A4907803B18}" type="pres">
      <dgm:prSet presAssocID="{CFF5E305-B54C-4F2F-82C3-D3D16E494D66}" presName="connTx" presStyleLbl="parChTrans1D2" presStyleIdx="2" presStyleCnt="8"/>
      <dgm:spPr/>
    </dgm:pt>
    <dgm:pt modelId="{04C2D7B4-F81D-4C5D-899A-39254C97EE48}" type="pres">
      <dgm:prSet presAssocID="{44ACED2E-547C-43EB-AFE8-3FE57353B439}" presName="root2" presStyleCnt="0"/>
      <dgm:spPr/>
    </dgm:pt>
    <dgm:pt modelId="{3993C299-B931-41B5-8A78-8303B87F9A18}" type="pres">
      <dgm:prSet presAssocID="{44ACED2E-547C-43EB-AFE8-3FE57353B439}" presName="LevelTwoTextNode" presStyleLbl="node2" presStyleIdx="2" presStyleCnt="8">
        <dgm:presLayoutVars>
          <dgm:chPref val="3"/>
        </dgm:presLayoutVars>
      </dgm:prSet>
      <dgm:spPr/>
    </dgm:pt>
    <dgm:pt modelId="{2B43AF4E-2EA8-4B80-8040-341AE22C635B}" type="pres">
      <dgm:prSet presAssocID="{44ACED2E-547C-43EB-AFE8-3FE57353B439}" presName="level3hierChild" presStyleCnt="0"/>
      <dgm:spPr/>
    </dgm:pt>
    <dgm:pt modelId="{4D483E2E-E0F9-4A38-ABC2-7FC2AD1B541D}" type="pres">
      <dgm:prSet presAssocID="{87E9427A-FEA0-499A-B838-A55AC7185CB0}" presName="conn2-1" presStyleLbl="parChTrans1D2" presStyleIdx="3" presStyleCnt="8"/>
      <dgm:spPr/>
    </dgm:pt>
    <dgm:pt modelId="{D4FDE994-231D-4C4B-A283-9D527BE761E1}" type="pres">
      <dgm:prSet presAssocID="{87E9427A-FEA0-499A-B838-A55AC7185CB0}" presName="connTx" presStyleLbl="parChTrans1D2" presStyleIdx="3" presStyleCnt="8"/>
      <dgm:spPr/>
    </dgm:pt>
    <dgm:pt modelId="{CE290995-C30B-4F3B-9A45-7F3317A5511E}" type="pres">
      <dgm:prSet presAssocID="{B3CA42BA-6234-4339-8883-038C125CB825}" presName="root2" presStyleCnt="0"/>
      <dgm:spPr/>
    </dgm:pt>
    <dgm:pt modelId="{E2101074-0611-4EA7-87FE-4EE9CBD2C1DC}" type="pres">
      <dgm:prSet presAssocID="{B3CA42BA-6234-4339-8883-038C125CB825}" presName="LevelTwoTextNode" presStyleLbl="node2" presStyleIdx="3" presStyleCnt="8">
        <dgm:presLayoutVars>
          <dgm:chPref val="3"/>
        </dgm:presLayoutVars>
      </dgm:prSet>
      <dgm:spPr/>
    </dgm:pt>
    <dgm:pt modelId="{AA63CBB8-870F-4973-86FE-781501ABC317}" type="pres">
      <dgm:prSet presAssocID="{B3CA42BA-6234-4339-8883-038C125CB825}" presName="level3hierChild" presStyleCnt="0"/>
      <dgm:spPr/>
    </dgm:pt>
    <dgm:pt modelId="{A6A65B83-C930-4DB2-8B86-CCD011E58046}" type="pres">
      <dgm:prSet presAssocID="{ED0B582C-21A2-444B-82C0-77891F98DA96}" presName="conn2-1" presStyleLbl="parChTrans1D2" presStyleIdx="4" presStyleCnt="8"/>
      <dgm:spPr/>
    </dgm:pt>
    <dgm:pt modelId="{DCE3C839-01DD-4795-85DA-85C8588951D9}" type="pres">
      <dgm:prSet presAssocID="{ED0B582C-21A2-444B-82C0-77891F98DA96}" presName="connTx" presStyleLbl="parChTrans1D2" presStyleIdx="4" presStyleCnt="8"/>
      <dgm:spPr/>
    </dgm:pt>
    <dgm:pt modelId="{18DFAC25-6EEC-4752-9708-F6B600E06D49}" type="pres">
      <dgm:prSet presAssocID="{3CB4CD42-C778-4EFB-A01A-8CAF5DBFC03D}" presName="root2" presStyleCnt="0"/>
      <dgm:spPr/>
    </dgm:pt>
    <dgm:pt modelId="{8F2C77B4-D1AA-4573-B0E5-83ACBEB1F925}" type="pres">
      <dgm:prSet presAssocID="{3CB4CD42-C778-4EFB-A01A-8CAF5DBFC03D}" presName="LevelTwoTextNode" presStyleLbl="node2" presStyleIdx="4" presStyleCnt="8">
        <dgm:presLayoutVars>
          <dgm:chPref val="3"/>
        </dgm:presLayoutVars>
      </dgm:prSet>
      <dgm:spPr/>
    </dgm:pt>
    <dgm:pt modelId="{A3493F03-C74A-43DB-9DFA-F58DE01F5627}" type="pres">
      <dgm:prSet presAssocID="{3CB4CD42-C778-4EFB-A01A-8CAF5DBFC03D}" presName="level3hierChild" presStyleCnt="0"/>
      <dgm:spPr/>
    </dgm:pt>
    <dgm:pt modelId="{D9DC8CA7-7D84-47CC-9385-C1B94661224C}" type="pres">
      <dgm:prSet presAssocID="{A42F3D59-88A0-40C2-9C16-74A34DA05169}" presName="conn2-1" presStyleLbl="parChTrans1D2" presStyleIdx="5" presStyleCnt="8"/>
      <dgm:spPr/>
    </dgm:pt>
    <dgm:pt modelId="{AF2F7D8C-81EC-4071-AC33-1831C1565FCD}" type="pres">
      <dgm:prSet presAssocID="{A42F3D59-88A0-40C2-9C16-74A34DA05169}" presName="connTx" presStyleLbl="parChTrans1D2" presStyleIdx="5" presStyleCnt="8"/>
      <dgm:spPr/>
    </dgm:pt>
    <dgm:pt modelId="{C6204ECA-9F2E-4250-B115-B3655A6AEB75}" type="pres">
      <dgm:prSet presAssocID="{745FF355-603A-41CE-9016-91F02D37DFCB}" presName="root2" presStyleCnt="0"/>
      <dgm:spPr/>
    </dgm:pt>
    <dgm:pt modelId="{618DC724-4127-421D-A4E1-1F4A53C97DC0}" type="pres">
      <dgm:prSet presAssocID="{745FF355-603A-41CE-9016-91F02D37DFCB}" presName="LevelTwoTextNode" presStyleLbl="node2" presStyleIdx="5" presStyleCnt="8">
        <dgm:presLayoutVars>
          <dgm:chPref val="3"/>
        </dgm:presLayoutVars>
      </dgm:prSet>
      <dgm:spPr/>
    </dgm:pt>
    <dgm:pt modelId="{3550C398-0BBD-42B2-886C-3F49EF8B6459}" type="pres">
      <dgm:prSet presAssocID="{745FF355-603A-41CE-9016-91F02D37DFCB}" presName="level3hierChild" presStyleCnt="0"/>
      <dgm:spPr/>
    </dgm:pt>
    <dgm:pt modelId="{AC15A966-A153-44B4-80A9-FFE0905D33B8}" type="pres">
      <dgm:prSet presAssocID="{9B75D67E-9A19-4A60-81A9-7991755C3CCA}" presName="conn2-1" presStyleLbl="parChTrans1D2" presStyleIdx="6" presStyleCnt="8"/>
      <dgm:spPr/>
    </dgm:pt>
    <dgm:pt modelId="{77375BB4-5AF5-4F4F-B310-D8D34D109712}" type="pres">
      <dgm:prSet presAssocID="{9B75D67E-9A19-4A60-81A9-7991755C3CCA}" presName="connTx" presStyleLbl="parChTrans1D2" presStyleIdx="6" presStyleCnt="8"/>
      <dgm:spPr/>
    </dgm:pt>
    <dgm:pt modelId="{ED931BEB-63D4-4F9C-8617-F9E8EB4FD825}" type="pres">
      <dgm:prSet presAssocID="{9FB39EF9-AF13-42C5-9993-AEEEE056E8C6}" presName="root2" presStyleCnt="0"/>
      <dgm:spPr/>
    </dgm:pt>
    <dgm:pt modelId="{DFB2B8B4-CF28-44A1-804A-539C923E0BB6}" type="pres">
      <dgm:prSet presAssocID="{9FB39EF9-AF13-42C5-9993-AEEEE056E8C6}" presName="LevelTwoTextNode" presStyleLbl="node2" presStyleIdx="6" presStyleCnt="8">
        <dgm:presLayoutVars>
          <dgm:chPref val="3"/>
        </dgm:presLayoutVars>
      </dgm:prSet>
      <dgm:spPr/>
    </dgm:pt>
    <dgm:pt modelId="{918635FC-5037-4996-845A-A365A7F362EC}" type="pres">
      <dgm:prSet presAssocID="{9FB39EF9-AF13-42C5-9993-AEEEE056E8C6}" presName="level3hierChild" presStyleCnt="0"/>
      <dgm:spPr/>
    </dgm:pt>
    <dgm:pt modelId="{BA32B446-C459-4573-B6BE-FE6A7E3977D3}" type="pres">
      <dgm:prSet presAssocID="{23CF6B76-7EF7-4DE1-A8F0-12507A8F5A35}" presName="conn2-1" presStyleLbl="parChTrans1D2" presStyleIdx="7" presStyleCnt="8"/>
      <dgm:spPr/>
    </dgm:pt>
    <dgm:pt modelId="{C5C0F6A1-D10A-4F56-849F-4B81479DCD6E}" type="pres">
      <dgm:prSet presAssocID="{23CF6B76-7EF7-4DE1-A8F0-12507A8F5A35}" presName="connTx" presStyleLbl="parChTrans1D2" presStyleIdx="7" presStyleCnt="8"/>
      <dgm:spPr/>
    </dgm:pt>
    <dgm:pt modelId="{490259EC-B7A0-4FB8-BD8D-F23CDB709666}" type="pres">
      <dgm:prSet presAssocID="{10714A24-2171-469B-8B99-62C275734590}" presName="root2" presStyleCnt="0"/>
      <dgm:spPr/>
    </dgm:pt>
    <dgm:pt modelId="{26EF79BC-32E2-4BF7-9355-4A340F4EE2ED}" type="pres">
      <dgm:prSet presAssocID="{10714A24-2171-469B-8B99-62C275734590}" presName="LevelTwoTextNode" presStyleLbl="node2" presStyleIdx="7" presStyleCnt="8">
        <dgm:presLayoutVars>
          <dgm:chPref val="3"/>
        </dgm:presLayoutVars>
      </dgm:prSet>
      <dgm:spPr/>
    </dgm:pt>
    <dgm:pt modelId="{6902DBD4-62A5-4E1B-9C7E-9CE6CB730925}" type="pres">
      <dgm:prSet presAssocID="{10714A24-2171-469B-8B99-62C275734590}" presName="level3hierChild" presStyleCnt="0"/>
      <dgm:spPr/>
    </dgm:pt>
  </dgm:ptLst>
  <dgm:cxnLst>
    <dgm:cxn modelId="{D7C3FC09-E5EA-48E7-B7F0-A23D5FB0C145}" srcId="{86129407-3577-4758-ADCC-BD0BA58891AA}" destId="{3CB4CD42-C778-4EFB-A01A-8CAF5DBFC03D}" srcOrd="4" destOrd="0" parTransId="{ED0B582C-21A2-444B-82C0-77891F98DA96}" sibTransId="{99021191-47F8-4AE8-B3CC-C69300236920}"/>
    <dgm:cxn modelId="{B55BBD0F-00F0-4E81-A88E-1084271AF0B6}" type="presOf" srcId="{B3CA42BA-6234-4339-8883-038C125CB825}" destId="{E2101074-0611-4EA7-87FE-4EE9CBD2C1DC}" srcOrd="0" destOrd="0" presId="urn:microsoft.com/office/officeart/2008/layout/HorizontalMultiLevelHierarchy"/>
    <dgm:cxn modelId="{F7206714-A05F-4012-838C-D065040B516E}" type="presOf" srcId="{A42F3D59-88A0-40C2-9C16-74A34DA05169}" destId="{D9DC8CA7-7D84-47CC-9385-C1B94661224C}" srcOrd="0" destOrd="0" presId="urn:microsoft.com/office/officeart/2008/layout/HorizontalMultiLevelHierarchy"/>
    <dgm:cxn modelId="{2B82742E-F958-4813-830E-451FBDC3C1C1}" type="presOf" srcId="{90466797-77F9-48A4-907A-CC3AA4EEC9C2}" destId="{185AE182-ABD1-440D-8EF9-A13A65C606D6}" srcOrd="1" destOrd="0" presId="urn:microsoft.com/office/officeart/2008/layout/HorizontalMultiLevelHierarchy"/>
    <dgm:cxn modelId="{8D49F335-5E44-48C2-A863-826EA07B9E01}" srcId="{86129407-3577-4758-ADCC-BD0BA58891AA}" destId="{9FB39EF9-AF13-42C5-9993-AEEEE056E8C6}" srcOrd="6" destOrd="0" parTransId="{9B75D67E-9A19-4A60-81A9-7991755C3CCA}" sibTransId="{B4D52D5D-FAA0-41A2-A4F8-5A27F81AE653}"/>
    <dgm:cxn modelId="{60100B5C-9E33-4FD7-AF72-C88721001016}" srcId="{86129407-3577-4758-ADCC-BD0BA58891AA}" destId="{241C21C9-70D8-4D9A-94FA-B578E3CA0C2B}" srcOrd="1" destOrd="0" parTransId="{90466797-77F9-48A4-907A-CC3AA4EEC9C2}" sibTransId="{9EEB6878-3E7C-46D0-B347-29429889EC72}"/>
    <dgm:cxn modelId="{DE2CA95C-73CA-400E-A596-0D49DF32CA0C}" type="presOf" srcId="{9B75D67E-9A19-4A60-81A9-7991755C3CCA}" destId="{77375BB4-5AF5-4F4F-B310-D8D34D109712}" srcOrd="1" destOrd="0" presId="urn:microsoft.com/office/officeart/2008/layout/HorizontalMultiLevelHierarchy"/>
    <dgm:cxn modelId="{58FDF163-EB05-4DA4-BFB3-D8C651FA2C8C}" type="presOf" srcId="{EB4E1A0D-8099-424E-8C02-85119CC2537D}" destId="{9F5D1681-C826-4461-B59F-27FC7EFA17CA}" srcOrd="0" destOrd="0" presId="urn:microsoft.com/office/officeart/2008/layout/HorizontalMultiLevelHierarchy"/>
    <dgm:cxn modelId="{6B85F56F-7BE7-4811-B0D1-095DE60A5B62}" type="presOf" srcId="{87E9427A-FEA0-499A-B838-A55AC7185CB0}" destId="{D4FDE994-231D-4C4B-A283-9D527BE761E1}" srcOrd="1" destOrd="0" presId="urn:microsoft.com/office/officeart/2008/layout/HorizontalMultiLevelHierarchy"/>
    <dgm:cxn modelId="{545A3978-3851-403C-B51D-297FD3D7D9EF}" type="presOf" srcId="{241C21C9-70D8-4D9A-94FA-B578E3CA0C2B}" destId="{5926E740-7C1C-40B3-B14F-E403BC33CE0B}" srcOrd="0" destOrd="0" presId="urn:microsoft.com/office/officeart/2008/layout/HorizontalMultiLevelHierarchy"/>
    <dgm:cxn modelId="{AE722B7C-E316-42F7-BCB4-2078CEC90E34}" type="presOf" srcId="{745FF355-603A-41CE-9016-91F02D37DFCB}" destId="{618DC724-4127-421D-A4E1-1F4A53C97DC0}" srcOrd="0" destOrd="0" presId="urn:microsoft.com/office/officeart/2008/layout/HorizontalMultiLevelHierarchy"/>
    <dgm:cxn modelId="{5C870682-52EF-4ADA-A7B4-D32A9A81FB90}" type="presOf" srcId="{A42F3D59-88A0-40C2-9C16-74A34DA05169}" destId="{AF2F7D8C-81EC-4071-AC33-1831C1565FCD}" srcOrd="1" destOrd="0" presId="urn:microsoft.com/office/officeart/2008/layout/HorizontalMultiLevelHierarchy"/>
    <dgm:cxn modelId="{EE349D8F-E68C-4F95-90E1-726D0E047972}" type="presOf" srcId="{23CF6B76-7EF7-4DE1-A8F0-12507A8F5A35}" destId="{C5C0F6A1-D10A-4F56-849F-4B81479DCD6E}" srcOrd="1" destOrd="0" presId="urn:microsoft.com/office/officeart/2008/layout/HorizontalMultiLevelHierarchy"/>
    <dgm:cxn modelId="{2135F68F-62D1-4FD6-9E3D-157D588F41C2}" type="presOf" srcId="{ED0B582C-21A2-444B-82C0-77891F98DA96}" destId="{DCE3C839-01DD-4795-85DA-85C8588951D9}" srcOrd="1" destOrd="0" presId="urn:microsoft.com/office/officeart/2008/layout/HorizontalMultiLevelHierarchy"/>
    <dgm:cxn modelId="{3016C895-2293-41F9-953F-4FAB30EFB2FC}" srcId="{86129407-3577-4758-ADCC-BD0BA58891AA}" destId="{10714A24-2171-469B-8B99-62C275734590}" srcOrd="7" destOrd="0" parTransId="{23CF6B76-7EF7-4DE1-A8F0-12507A8F5A35}" sibTransId="{90148CC6-50F4-4BE1-AD67-9C65B55FAE9F}"/>
    <dgm:cxn modelId="{5FE44897-F618-4A94-A665-043B9CE50752}" type="presOf" srcId="{87E9427A-FEA0-499A-B838-A55AC7185CB0}" destId="{4D483E2E-E0F9-4A38-ABC2-7FC2AD1B541D}" srcOrd="0" destOrd="0" presId="urn:microsoft.com/office/officeart/2008/layout/HorizontalMultiLevelHierarchy"/>
    <dgm:cxn modelId="{924D1F9F-C5AC-4445-BEC8-218108B964A0}" type="presOf" srcId="{9FB39EF9-AF13-42C5-9993-AEEEE056E8C6}" destId="{DFB2B8B4-CF28-44A1-804A-539C923E0BB6}" srcOrd="0" destOrd="0" presId="urn:microsoft.com/office/officeart/2008/layout/HorizontalMultiLevelHierarchy"/>
    <dgm:cxn modelId="{761CD9A4-F6A1-403F-8354-1B02C2E2BF2D}" type="presOf" srcId="{23CF6B76-7EF7-4DE1-A8F0-12507A8F5A35}" destId="{BA32B446-C459-4573-B6BE-FE6A7E3977D3}" srcOrd="0" destOrd="0" presId="urn:microsoft.com/office/officeart/2008/layout/HorizontalMultiLevelHierarchy"/>
    <dgm:cxn modelId="{BD39E1A5-B832-4E36-AEC3-53674FF840FD}" type="presOf" srcId="{86129407-3577-4758-ADCC-BD0BA58891AA}" destId="{00AB0F25-9CDF-4937-9A55-C9CBA31F1A3B}" srcOrd="0" destOrd="0" presId="urn:microsoft.com/office/officeart/2008/layout/HorizontalMultiLevelHierarchy"/>
    <dgm:cxn modelId="{75C440A7-CBDF-4A8A-A390-5D0C593B8426}" type="presOf" srcId="{2556EC95-C979-4849-82E0-7B0D1A72B9BA}" destId="{DEC77B91-4AF6-4097-B9D6-8A6C8E1C8B2E}" srcOrd="0" destOrd="0" presId="urn:microsoft.com/office/officeart/2008/layout/HorizontalMultiLevelHierarchy"/>
    <dgm:cxn modelId="{41134FAC-0CDD-4093-8492-A743A601C0B7}" srcId="{ECFBD202-B275-4CAE-8914-7B7E89E108EE}" destId="{86129407-3577-4758-ADCC-BD0BA58891AA}" srcOrd="0" destOrd="0" parTransId="{7220DB00-9E8A-4924-8ED0-914953DDB660}" sibTransId="{8482184A-0073-4288-9315-38E8DD0EC55C}"/>
    <dgm:cxn modelId="{157AC5B2-56F5-48D0-97AF-DF44C0F07C7F}" type="presOf" srcId="{ECFBD202-B275-4CAE-8914-7B7E89E108EE}" destId="{647E0EE1-E0FB-4C90-9517-5FCD7C26B9D8}" srcOrd="0" destOrd="0" presId="urn:microsoft.com/office/officeart/2008/layout/HorizontalMultiLevelHierarchy"/>
    <dgm:cxn modelId="{FC000FB6-D2F2-4176-8780-4B789CA10496}" srcId="{86129407-3577-4758-ADCC-BD0BA58891AA}" destId="{745FF355-603A-41CE-9016-91F02D37DFCB}" srcOrd="5" destOrd="0" parTransId="{A42F3D59-88A0-40C2-9C16-74A34DA05169}" sibTransId="{5EBEB084-54AE-4A3C-ADFA-F47276CFB44C}"/>
    <dgm:cxn modelId="{C737DFBA-60CD-40D2-8014-DE2F9E93450C}" type="presOf" srcId="{EB4E1A0D-8099-424E-8C02-85119CC2537D}" destId="{A651B001-28CA-46C6-9D28-A517B7B3B422}" srcOrd="1" destOrd="0" presId="urn:microsoft.com/office/officeart/2008/layout/HorizontalMultiLevelHierarchy"/>
    <dgm:cxn modelId="{1F1A45BC-AD83-4975-BA51-85744497237F}" type="presOf" srcId="{CFF5E305-B54C-4F2F-82C3-D3D16E494D66}" destId="{B9CC4FC3-FEBE-4412-B17C-3A4907803B18}" srcOrd="1" destOrd="0" presId="urn:microsoft.com/office/officeart/2008/layout/HorizontalMultiLevelHierarchy"/>
    <dgm:cxn modelId="{76DAB7BD-B310-4B1F-9529-A04D0E0ED526}" type="presOf" srcId="{10714A24-2171-469B-8B99-62C275734590}" destId="{26EF79BC-32E2-4BF7-9355-4A340F4EE2ED}" srcOrd="0" destOrd="0" presId="urn:microsoft.com/office/officeart/2008/layout/HorizontalMultiLevelHierarchy"/>
    <dgm:cxn modelId="{58B55EBE-5274-43A6-83EE-9CFC77A4F08F}" type="presOf" srcId="{90466797-77F9-48A4-907A-CC3AA4EEC9C2}" destId="{A8F9C0ED-6289-4441-8FB3-D427A785E72E}" srcOrd="0" destOrd="0" presId="urn:microsoft.com/office/officeart/2008/layout/HorizontalMultiLevelHierarchy"/>
    <dgm:cxn modelId="{97C37CC0-7707-4290-8BC9-D1C7CEF595A7}" srcId="{86129407-3577-4758-ADCC-BD0BA58891AA}" destId="{B3CA42BA-6234-4339-8883-038C125CB825}" srcOrd="3" destOrd="0" parTransId="{87E9427A-FEA0-499A-B838-A55AC7185CB0}" sibTransId="{A9413519-2A7E-40F3-8772-C28351266710}"/>
    <dgm:cxn modelId="{59BDBFD7-F4E8-438B-BA01-69340E379C10}" type="presOf" srcId="{3CB4CD42-C778-4EFB-A01A-8CAF5DBFC03D}" destId="{8F2C77B4-D1AA-4573-B0E5-83ACBEB1F925}" srcOrd="0" destOrd="0" presId="urn:microsoft.com/office/officeart/2008/layout/HorizontalMultiLevelHierarchy"/>
    <dgm:cxn modelId="{61654CEA-690D-49CC-9B10-FBBD72EE35D1}" srcId="{86129407-3577-4758-ADCC-BD0BA58891AA}" destId="{44ACED2E-547C-43EB-AFE8-3FE57353B439}" srcOrd="2" destOrd="0" parTransId="{CFF5E305-B54C-4F2F-82C3-D3D16E494D66}" sibTransId="{8A78B416-4EFD-4683-B112-B41960FFF82D}"/>
    <dgm:cxn modelId="{6CA6F8EB-108A-4CB8-96D5-FF1030540E33}" type="presOf" srcId="{CFF5E305-B54C-4F2F-82C3-D3D16E494D66}" destId="{0FBCFCCE-21A7-46E2-B73D-65ABE5145C61}" srcOrd="0" destOrd="0" presId="urn:microsoft.com/office/officeart/2008/layout/HorizontalMultiLevelHierarchy"/>
    <dgm:cxn modelId="{6A2D2DEF-17BA-4928-A4B1-D70F61F61571}" srcId="{86129407-3577-4758-ADCC-BD0BA58891AA}" destId="{2556EC95-C979-4849-82E0-7B0D1A72B9BA}" srcOrd="0" destOrd="0" parTransId="{EB4E1A0D-8099-424E-8C02-85119CC2537D}" sibTransId="{5C0F9E5C-4845-492F-AC8D-ABF2255E0411}"/>
    <dgm:cxn modelId="{25B517F2-359F-433E-BFE6-4272F2E05462}" type="presOf" srcId="{44ACED2E-547C-43EB-AFE8-3FE57353B439}" destId="{3993C299-B931-41B5-8A78-8303B87F9A18}" srcOrd="0" destOrd="0" presId="urn:microsoft.com/office/officeart/2008/layout/HorizontalMultiLevelHierarchy"/>
    <dgm:cxn modelId="{5AD058FD-B84E-4089-8083-123B4BC2731E}" type="presOf" srcId="{ED0B582C-21A2-444B-82C0-77891F98DA96}" destId="{A6A65B83-C930-4DB2-8B86-CCD011E58046}" srcOrd="0" destOrd="0" presId="urn:microsoft.com/office/officeart/2008/layout/HorizontalMultiLevelHierarchy"/>
    <dgm:cxn modelId="{B3AEB4FE-978C-4996-98DF-7DE8E3AC5E5B}" type="presOf" srcId="{9B75D67E-9A19-4A60-81A9-7991755C3CCA}" destId="{AC15A966-A153-44B4-80A9-FFE0905D33B8}" srcOrd="0" destOrd="0" presId="urn:microsoft.com/office/officeart/2008/layout/HorizontalMultiLevelHierarchy"/>
    <dgm:cxn modelId="{42D915FE-10C7-40E1-A03A-B23834122A9D}" type="presParOf" srcId="{647E0EE1-E0FB-4C90-9517-5FCD7C26B9D8}" destId="{607F7242-DDB3-47C3-8C91-9422B7B8C473}" srcOrd="0" destOrd="0" presId="urn:microsoft.com/office/officeart/2008/layout/HorizontalMultiLevelHierarchy"/>
    <dgm:cxn modelId="{A168D99A-443E-41C2-8416-9E5AD383E2DB}" type="presParOf" srcId="{607F7242-DDB3-47C3-8C91-9422B7B8C473}" destId="{00AB0F25-9CDF-4937-9A55-C9CBA31F1A3B}" srcOrd="0" destOrd="0" presId="urn:microsoft.com/office/officeart/2008/layout/HorizontalMultiLevelHierarchy"/>
    <dgm:cxn modelId="{883FD44B-1363-4B20-8ACC-9A8235E398FF}" type="presParOf" srcId="{607F7242-DDB3-47C3-8C91-9422B7B8C473}" destId="{60F4C695-E081-418F-A045-F80D236D3956}" srcOrd="1" destOrd="0" presId="urn:microsoft.com/office/officeart/2008/layout/HorizontalMultiLevelHierarchy"/>
    <dgm:cxn modelId="{F34242B4-FD88-493B-898B-99F917CB68F9}" type="presParOf" srcId="{60F4C695-E081-418F-A045-F80D236D3956}" destId="{9F5D1681-C826-4461-B59F-27FC7EFA17CA}" srcOrd="0" destOrd="0" presId="urn:microsoft.com/office/officeart/2008/layout/HorizontalMultiLevelHierarchy"/>
    <dgm:cxn modelId="{AD650EC1-AAE7-4089-B496-2B8EBF429D68}" type="presParOf" srcId="{9F5D1681-C826-4461-B59F-27FC7EFA17CA}" destId="{A651B001-28CA-46C6-9D28-A517B7B3B422}" srcOrd="0" destOrd="0" presId="urn:microsoft.com/office/officeart/2008/layout/HorizontalMultiLevelHierarchy"/>
    <dgm:cxn modelId="{944629B6-B799-4F8C-BEE2-42BDAC1F7D00}" type="presParOf" srcId="{60F4C695-E081-418F-A045-F80D236D3956}" destId="{6AFFA917-C82A-4027-974F-3305D215519E}" srcOrd="1" destOrd="0" presId="urn:microsoft.com/office/officeart/2008/layout/HorizontalMultiLevelHierarchy"/>
    <dgm:cxn modelId="{DB2285AD-6A89-4114-B1D6-0A208D13AA1F}" type="presParOf" srcId="{6AFFA917-C82A-4027-974F-3305D215519E}" destId="{DEC77B91-4AF6-4097-B9D6-8A6C8E1C8B2E}" srcOrd="0" destOrd="0" presId="urn:microsoft.com/office/officeart/2008/layout/HorizontalMultiLevelHierarchy"/>
    <dgm:cxn modelId="{3BB5845D-994B-49D5-B14F-C79209625290}" type="presParOf" srcId="{6AFFA917-C82A-4027-974F-3305D215519E}" destId="{294DB631-ABBA-4ED2-97F6-109A01FA6163}" srcOrd="1" destOrd="0" presId="urn:microsoft.com/office/officeart/2008/layout/HorizontalMultiLevelHierarchy"/>
    <dgm:cxn modelId="{80E44F98-57EE-4F44-BDD5-A630A7452DE7}" type="presParOf" srcId="{60F4C695-E081-418F-A045-F80D236D3956}" destId="{A8F9C0ED-6289-4441-8FB3-D427A785E72E}" srcOrd="2" destOrd="0" presId="urn:microsoft.com/office/officeart/2008/layout/HorizontalMultiLevelHierarchy"/>
    <dgm:cxn modelId="{3376BC20-B354-4010-B8F2-CF0E9064B8CF}" type="presParOf" srcId="{A8F9C0ED-6289-4441-8FB3-D427A785E72E}" destId="{185AE182-ABD1-440D-8EF9-A13A65C606D6}" srcOrd="0" destOrd="0" presId="urn:microsoft.com/office/officeart/2008/layout/HorizontalMultiLevelHierarchy"/>
    <dgm:cxn modelId="{6E3CDF79-CF5A-4A8E-811E-5659E249253C}" type="presParOf" srcId="{60F4C695-E081-418F-A045-F80D236D3956}" destId="{C536F16E-211B-4D98-A927-CBD02902DA2D}" srcOrd="3" destOrd="0" presId="urn:microsoft.com/office/officeart/2008/layout/HorizontalMultiLevelHierarchy"/>
    <dgm:cxn modelId="{8A8DA33B-60FB-4C07-BFF2-6CC2CD091DCB}" type="presParOf" srcId="{C536F16E-211B-4D98-A927-CBD02902DA2D}" destId="{5926E740-7C1C-40B3-B14F-E403BC33CE0B}" srcOrd="0" destOrd="0" presId="urn:microsoft.com/office/officeart/2008/layout/HorizontalMultiLevelHierarchy"/>
    <dgm:cxn modelId="{00E81A71-DE2A-4520-B64A-B84271069EB2}" type="presParOf" srcId="{C536F16E-211B-4D98-A927-CBD02902DA2D}" destId="{475C5327-0363-4718-8A6D-E5639354A670}" srcOrd="1" destOrd="0" presId="urn:microsoft.com/office/officeart/2008/layout/HorizontalMultiLevelHierarchy"/>
    <dgm:cxn modelId="{FF383947-DF8F-433B-900E-E97A055A04D4}" type="presParOf" srcId="{60F4C695-E081-418F-A045-F80D236D3956}" destId="{0FBCFCCE-21A7-46E2-B73D-65ABE5145C61}" srcOrd="4" destOrd="0" presId="urn:microsoft.com/office/officeart/2008/layout/HorizontalMultiLevelHierarchy"/>
    <dgm:cxn modelId="{B344FC7F-CA61-4A0C-8C11-0D8CD060EAE6}" type="presParOf" srcId="{0FBCFCCE-21A7-46E2-B73D-65ABE5145C61}" destId="{B9CC4FC3-FEBE-4412-B17C-3A4907803B18}" srcOrd="0" destOrd="0" presId="urn:microsoft.com/office/officeart/2008/layout/HorizontalMultiLevelHierarchy"/>
    <dgm:cxn modelId="{40119E13-85CA-4412-8B89-EFB6268A514D}" type="presParOf" srcId="{60F4C695-E081-418F-A045-F80D236D3956}" destId="{04C2D7B4-F81D-4C5D-899A-39254C97EE48}" srcOrd="5" destOrd="0" presId="urn:microsoft.com/office/officeart/2008/layout/HorizontalMultiLevelHierarchy"/>
    <dgm:cxn modelId="{D9F6DAEB-EFA0-4D43-9C3E-511A3FE4594A}" type="presParOf" srcId="{04C2D7B4-F81D-4C5D-899A-39254C97EE48}" destId="{3993C299-B931-41B5-8A78-8303B87F9A18}" srcOrd="0" destOrd="0" presId="urn:microsoft.com/office/officeart/2008/layout/HorizontalMultiLevelHierarchy"/>
    <dgm:cxn modelId="{48291677-8C3E-4BE3-8781-160FA084DA2D}" type="presParOf" srcId="{04C2D7B4-F81D-4C5D-899A-39254C97EE48}" destId="{2B43AF4E-2EA8-4B80-8040-341AE22C635B}" srcOrd="1" destOrd="0" presId="urn:microsoft.com/office/officeart/2008/layout/HorizontalMultiLevelHierarchy"/>
    <dgm:cxn modelId="{CBDBD845-8D59-4574-8ACD-400DA93CA8EE}" type="presParOf" srcId="{60F4C695-E081-418F-A045-F80D236D3956}" destId="{4D483E2E-E0F9-4A38-ABC2-7FC2AD1B541D}" srcOrd="6" destOrd="0" presId="urn:microsoft.com/office/officeart/2008/layout/HorizontalMultiLevelHierarchy"/>
    <dgm:cxn modelId="{C4DF800F-6380-4145-9A62-DADB764E0C2F}" type="presParOf" srcId="{4D483E2E-E0F9-4A38-ABC2-7FC2AD1B541D}" destId="{D4FDE994-231D-4C4B-A283-9D527BE761E1}" srcOrd="0" destOrd="0" presId="urn:microsoft.com/office/officeart/2008/layout/HorizontalMultiLevelHierarchy"/>
    <dgm:cxn modelId="{FCFD82DF-C766-4B61-826C-1994AE729EB8}" type="presParOf" srcId="{60F4C695-E081-418F-A045-F80D236D3956}" destId="{CE290995-C30B-4F3B-9A45-7F3317A5511E}" srcOrd="7" destOrd="0" presId="urn:microsoft.com/office/officeart/2008/layout/HorizontalMultiLevelHierarchy"/>
    <dgm:cxn modelId="{F10FBE4C-22AA-4AC2-89C4-830769A81067}" type="presParOf" srcId="{CE290995-C30B-4F3B-9A45-7F3317A5511E}" destId="{E2101074-0611-4EA7-87FE-4EE9CBD2C1DC}" srcOrd="0" destOrd="0" presId="urn:microsoft.com/office/officeart/2008/layout/HorizontalMultiLevelHierarchy"/>
    <dgm:cxn modelId="{CB4AA507-4787-432C-BE07-EE93EB1BF543}" type="presParOf" srcId="{CE290995-C30B-4F3B-9A45-7F3317A5511E}" destId="{AA63CBB8-870F-4973-86FE-781501ABC317}" srcOrd="1" destOrd="0" presId="urn:microsoft.com/office/officeart/2008/layout/HorizontalMultiLevelHierarchy"/>
    <dgm:cxn modelId="{58D6ACB9-FA0A-4C77-A1E0-9363457C8BC8}" type="presParOf" srcId="{60F4C695-E081-418F-A045-F80D236D3956}" destId="{A6A65B83-C930-4DB2-8B86-CCD011E58046}" srcOrd="8" destOrd="0" presId="urn:microsoft.com/office/officeart/2008/layout/HorizontalMultiLevelHierarchy"/>
    <dgm:cxn modelId="{6FD515E3-0EFF-48F6-9D69-E07C7681999E}" type="presParOf" srcId="{A6A65B83-C930-4DB2-8B86-CCD011E58046}" destId="{DCE3C839-01DD-4795-85DA-85C8588951D9}" srcOrd="0" destOrd="0" presId="urn:microsoft.com/office/officeart/2008/layout/HorizontalMultiLevelHierarchy"/>
    <dgm:cxn modelId="{3B8A3F06-6E5C-48BC-9F6E-77FB0F1231CD}" type="presParOf" srcId="{60F4C695-E081-418F-A045-F80D236D3956}" destId="{18DFAC25-6EEC-4752-9708-F6B600E06D49}" srcOrd="9" destOrd="0" presId="urn:microsoft.com/office/officeart/2008/layout/HorizontalMultiLevelHierarchy"/>
    <dgm:cxn modelId="{ABC5979B-39CB-4BD1-BDD5-97AC29306520}" type="presParOf" srcId="{18DFAC25-6EEC-4752-9708-F6B600E06D49}" destId="{8F2C77B4-D1AA-4573-B0E5-83ACBEB1F925}" srcOrd="0" destOrd="0" presId="urn:microsoft.com/office/officeart/2008/layout/HorizontalMultiLevelHierarchy"/>
    <dgm:cxn modelId="{D4EEED2B-D22A-4DA8-A998-F535D58992A7}" type="presParOf" srcId="{18DFAC25-6EEC-4752-9708-F6B600E06D49}" destId="{A3493F03-C74A-43DB-9DFA-F58DE01F5627}" srcOrd="1" destOrd="0" presId="urn:microsoft.com/office/officeart/2008/layout/HorizontalMultiLevelHierarchy"/>
    <dgm:cxn modelId="{AB76FC9D-E830-4718-90A5-35C4AAF45523}" type="presParOf" srcId="{60F4C695-E081-418F-A045-F80D236D3956}" destId="{D9DC8CA7-7D84-47CC-9385-C1B94661224C}" srcOrd="10" destOrd="0" presId="urn:microsoft.com/office/officeart/2008/layout/HorizontalMultiLevelHierarchy"/>
    <dgm:cxn modelId="{D0E227C5-4D2B-4965-9213-C745A9E85425}" type="presParOf" srcId="{D9DC8CA7-7D84-47CC-9385-C1B94661224C}" destId="{AF2F7D8C-81EC-4071-AC33-1831C1565FCD}" srcOrd="0" destOrd="0" presId="urn:microsoft.com/office/officeart/2008/layout/HorizontalMultiLevelHierarchy"/>
    <dgm:cxn modelId="{1B8FAB30-2867-4B12-B40A-D640B20D9D44}" type="presParOf" srcId="{60F4C695-E081-418F-A045-F80D236D3956}" destId="{C6204ECA-9F2E-4250-B115-B3655A6AEB75}" srcOrd="11" destOrd="0" presId="urn:microsoft.com/office/officeart/2008/layout/HorizontalMultiLevelHierarchy"/>
    <dgm:cxn modelId="{E47DA778-70D8-4B9B-BEDA-8B7A7401B254}" type="presParOf" srcId="{C6204ECA-9F2E-4250-B115-B3655A6AEB75}" destId="{618DC724-4127-421D-A4E1-1F4A53C97DC0}" srcOrd="0" destOrd="0" presId="urn:microsoft.com/office/officeart/2008/layout/HorizontalMultiLevelHierarchy"/>
    <dgm:cxn modelId="{893344D9-D2AB-445C-9B68-7C6A11D9D270}" type="presParOf" srcId="{C6204ECA-9F2E-4250-B115-B3655A6AEB75}" destId="{3550C398-0BBD-42B2-886C-3F49EF8B6459}" srcOrd="1" destOrd="0" presId="urn:microsoft.com/office/officeart/2008/layout/HorizontalMultiLevelHierarchy"/>
    <dgm:cxn modelId="{190C9566-C811-4A45-8F9A-478101FDE64B}" type="presParOf" srcId="{60F4C695-E081-418F-A045-F80D236D3956}" destId="{AC15A966-A153-44B4-80A9-FFE0905D33B8}" srcOrd="12" destOrd="0" presId="urn:microsoft.com/office/officeart/2008/layout/HorizontalMultiLevelHierarchy"/>
    <dgm:cxn modelId="{C69A93B3-EF9D-403B-9929-6DCA54401D5B}" type="presParOf" srcId="{AC15A966-A153-44B4-80A9-FFE0905D33B8}" destId="{77375BB4-5AF5-4F4F-B310-D8D34D109712}" srcOrd="0" destOrd="0" presId="urn:microsoft.com/office/officeart/2008/layout/HorizontalMultiLevelHierarchy"/>
    <dgm:cxn modelId="{77635344-1801-4134-9DC3-23014EA07E05}" type="presParOf" srcId="{60F4C695-E081-418F-A045-F80D236D3956}" destId="{ED931BEB-63D4-4F9C-8617-F9E8EB4FD825}" srcOrd="13" destOrd="0" presId="urn:microsoft.com/office/officeart/2008/layout/HorizontalMultiLevelHierarchy"/>
    <dgm:cxn modelId="{A4AE1B47-87CE-47E9-93A0-1A0788AB6DB1}" type="presParOf" srcId="{ED931BEB-63D4-4F9C-8617-F9E8EB4FD825}" destId="{DFB2B8B4-CF28-44A1-804A-539C923E0BB6}" srcOrd="0" destOrd="0" presId="urn:microsoft.com/office/officeart/2008/layout/HorizontalMultiLevelHierarchy"/>
    <dgm:cxn modelId="{4E7CB234-92AE-4A4D-A30A-C13E9AA36892}" type="presParOf" srcId="{ED931BEB-63D4-4F9C-8617-F9E8EB4FD825}" destId="{918635FC-5037-4996-845A-A365A7F362EC}" srcOrd="1" destOrd="0" presId="urn:microsoft.com/office/officeart/2008/layout/HorizontalMultiLevelHierarchy"/>
    <dgm:cxn modelId="{8AA7126B-B888-45DF-81A9-099A32202A70}" type="presParOf" srcId="{60F4C695-E081-418F-A045-F80D236D3956}" destId="{BA32B446-C459-4573-B6BE-FE6A7E3977D3}" srcOrd="14" destOrd="0" presId="urn:microsoft.com/office/officeart/2008/layout/HorizontalMultiLevelHierarchy"/>
    <dgm:cxn modelId="{D49E0D45-610A-469D-ADD5-30ACCF789D11}" type="presParOf" srcId="{BA32B446-C459-4573-B6BE-FE6A7E3977D3}" destId="{C5C0F6A1-D10A-4F56-849F-4B81479DCD6E}" srcOrd="0" destOrd="0" presId="urn:microsoft.com/office/officeart/2008/layout/HorizontalMultiLevelHierarchy"/>
    <dgm:cxn modelId="{240CC80E-49B2-41EC-B9A8-CF4165094DA8}" type="presParOf" srcId="{60F4C695-E081-418F-A045-F80D236D3956}" destId="{490259EC-B7A0-4FB8-BD8D-F23CDB709666}" srcOrd="15" destOrd="0" presId="urn:microsoft.com/office/officeart/2008/layout/HorizontalMultiLevelHierarchy"/>
    <dgm:cxn modelId="{89F60BA8-0CA5-4B65-87F7-E53E59242659}" type="presParOf" srcId="{490259EC-B7A0-4FB8-BD8D-F23CDB709666}" destId="{26EF79BC-32E2-4BF7-9355-4A340F4EE2ED}" srcOrd="0" destOrd="0" presId="urn:microsoft.com/office/officeart/2008/layout/HorizontalMultiLevelHierarchy"/>
    <dgm:cxn modelId="{0C3D07B6-6768-4EA0-8153-BB53052B0DB6}" type="presParOf" srcId="{490259EC-B7A0-4FB8-BD8D-F23CDB709666}" destId="{6902DBD4-62A5-4E1B-9C7E-9CE6CB730925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C125C3F-464E-49D1-B411-EF5AA0CF939E}" type="doc">
      <dgm:prSet loTypeId="urn:microsoft.com/office/officeart/2005/8/layout/hierarchy1" loCatId="hierarchy" qsTypeId="urn:microsoft.com/office/officeart/2005/8/quickstyle/3d1" qsCatId="3D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0664F1C4-7F9C-4649-A4BC-00F27D976CFD}">
      <dgm:prSet phldrT="[Texto]" phldr="0"/>
      <dgm:spPr>
        <a:solidFill>
          <a:schemeClr val="bg2">
            <a:lumMod val="50000"/>
            <a:alpha val="90000"/>
          </a:scheme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Sistema para gestión y monitoreo de inventario</a:t>
          </a:r>
        </a:p>
      </dgm:t>
    </dgm:pt>
    <dgm:pt modelId="{C2B32EFF-9EFB-46E4-B979-898D0AB32FAD}" type="parTrans" cxnId="{35EFF060-BFCD-4E61-872A-D1C66142132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C64514E2-4D71-447C-9278-F399F847BE6F}" type="sibTrans" cxnId="{35EFF060-BFCD-4E61-872A-D1C66142132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333DDDF3-AE1F-4340-99CA-16F987AAEB09}">
      <dgm:prSet phldrT="[Texto]" phldr="0"/>
      <dgm:spPr>
        <a:solidFill>
          <a:srgbClr val="00B050">
            <a:alpha val="90000"/>
          </a:srgb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Robot móvil</a:t>
          </a:r>
        </a:p>
      </dgm:t>
    </dgm:pt>
    <dgm:pt modelId="{A7F7F6B8-94D3-49B3-9D3E-9684F6ADEFFA}" type="parTrans" cxnId="{51CEFDA8-698F-48E3-A803-DCDD825696CA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6834361A-87A7-4638-AA88-16DEC248A745}" type="sibTrans" cxnId="{51CEFDA8-698F-48E3-A803-DCDD825696CA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057AFC59-027E-4BD2-A568-F11F73299257}">
      <dgm:prSet phldrT="[Texto]" phldr="0"/>
      <dgm:spPr>
        <a:solidFill>
          <a:srgbClr val="8F45C7">
            <a:alpha val="89804"/>
          </a:srgb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Distribución de la bodega</a:t>
          </a:r>
        </a:p>
      </dgm:t>
    </dgm:pt>
    <dgm:pt modelId="{84804AA7-FB67-482A-B1EF-65DB5195D3CD}" type="parTrans" cxnId="{48F7AAB1-4269-4B96-9F30-23EC23B6A85C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A3BC63CF-A4F3-48A9-82A8-B8563A077C86}" type="sibTrans" cxnId="{48F7AAB1-4269-4B96-9F30-23EC23B6A85C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BD30BA7D-1EB8-4311-9D50-83E945124035}">
      <dgm:prSet phldrT="[Texto]" phldr="0"/>
      <dgm:spPr>
        <a:solidFill>
          <a:schemeClr val="bg1">
            <a:lumMod val="50000"/>
            <a:alpha val="90000"/>
          </a:scheme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Base de datos</a:t>
          </a:r>
        </a:p>
      </dgm:t>
    </dgm:pt>
    <dgm:pt modelId="{719605AA-E2EE-4361-9406-6607C60267FE}" type="parTrans" cxnId="{09D61B77-C975-4CD4-9E0F-032CB527884F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1BD1C678-D270-4901-8BE4-22511AC3AC77}" type="sibTrans" cxnId="{09D61B77-C975-4CD4-9E0F-032CB527884F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D239BE8B-6323-4727-9E76-3ADAFEEB07AE}">
      <dgm:prSet phldrT="[Texto]" phldr="0"/>
      <dgm:spPr>
        <a:solidFill>
          <a:srgbClr val="FFC000">
            <a:alpha val="90000"/>
          </a:srgb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Protocolo de pruebas</a:t>
          </a:r>
        </a:p>
      </dgm:t>
    </dgm:pt>
    <dgm:pt modelId="{587D0EFE-0C05-413A-8FA1-A890390FB7DB}" type="parTrans" cxnId="{112AE1BF-C5F2-43B1-91B0-A5AE8F751085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7EC83337-B969-4D3D-AE3C-359F7FAC76E4}" type="sibTrans" cxnId="{112AE1BF-C5F2-43B1-91B0-A5AE8F751085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F3685155-2662-450B-A698-15E973F8A057}" type="pres">
      <dgm:prSet presAssocID="{2C125C3F-464E-49D1-B411-EF5AA0CF939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714DC9-9067-48D6-9930-72B4143F3EE7}" type="pres">
      <dgm:prSet presAssocID="{0664F1C4-7F9C-4649-A4BC-00F27D976CFD}" presName="hierRoot1" presStyleCnt="0"/>
      <dgm:spPr/>
    </dgm:pt>
    <dgm:pt modelId="{3A30B852-2A67-4C30-B490-D5DFD5436A4C}" type="pres">
      <dgm:prSet presAssocID="{0664F1C4-7F9C-4649-A4BC-00F27D976CFD}" presName="composite" presStyleCnt="0"/>
      <dgm:spPr/>
    </dgm:pt>
    <dgm:pt modelId="{6BB455FD-BFB6-4092-AA50-ED869D1FA300}" type="pres">
      <dgm:prSet presAssocID="{0664F1C4-7F9C-4649-A4BC-00F27D976CFD}" presName="background" presStyleLbl="node0" presStyleIdx="0" presStyleCnt="1"/>
      <dgm:spPr>
        <a:solidFill>
          <a:schemeClr val="bg2"/>
        </a:solidFill>
      </dgm:spPr>
    </dgm:pt>
    <dgm:pt modelId="{FA057414-238A-4D06-A4DF-1F3D9ECC9AE0}" type="pres">
      <dgm:prSet presAssocID="{0664F1C4-7F9C-4649-A4BC-00F27D976CFD}" presName="text" presStyleLbl="fgAcc0" presStyleIdx="0" presStyleCnt="1">
        <dgm:presLayoutVars>
          <dgm:chPref val="3"/>
        </dgm:presLayoutVars>
      </dgm:prSet>
      <dgm:spPr/>
    </dgm:pt>
    <dgm:pt modelId="{67793DD5-060E-4C79-859A-3A7582E298D4}" type="pres">
      <dgm:prSet presAssocID="{0664F1C4-7F9C-4649-A4BC-00F27D976CFD}" presName="hierChild2" presStyleCnt="0"/>
      <dgm:spPr/>
    </dgm:pt>
    <dgm:pt modelId="{BA57819D-B26C-4A84-9BDF-E4872F71EBD6}" type="pres">
      <dgm:prSet presAssocID="{A7F7F6B8-94D3-49B3-9D3E-9684F6ADEFFA}" presName="Name10" presStyleLbl="parChTrans1D2" presStyleIdx="0" presStyleCnt="4"/>
      <dgm:spPr/>
    </dgm:pt>
    <dgm:pt modelId="{99744B5A-F531-463F-AE1C-80D4B77EACC7}" type="pres">
      <dgm:prSet presAssocID="{333DDDF3-AE1F-4340-99CA-16F987AAEB09}" presName="hierRoot2" presStyleCnt="0"/>
      <dgm:spPr/>
    </dgm:pt>
    <dgm:pt modelId="{0DAC17CB-4CDC-4890-BD11-57536BE8A818}" type="pres">
      <dgm:prSet presAssocID="{333DDDF3-AE1F-4340-99CA-16F987AAEB09}" presName="composite2" presStyleCnt="0"/>
      <dgm:spPr/>
    </dgm:pt>
    <dgm:pt modelId="{3008E7CD-F265-46A8-AF5C-88F6EEC3C3F4}" type="pres">
      <dgm:prSet presAssocID="{333DDDF3-AE1F-4340-99CA-16F987AAEB09}" presName="background2" presStyleLbl="node2" presStyleIdx="0" presStyleCnt="4"/>
      <dgm:spPr>
        <a:solidFill>
          <a:schemeClr val="bg2"/>
        </a:solidFill>
      </dgm:spPr>
    </dgm:pt>
    <dgm:pt modelId="{8B781CE5-6375-4846-9B96-23199D5E2C2D}" type="pres">
      <dgm:prSet presAssocID="{333DDDF3-AE1F-4340-99CA-16F987AAEB09}" presName="text2" presStyleLbl="fgAcc2" presStyleIdx="0" presStyleCnt="4">
        <dgm:presLayoutVars>
          <dgm:chPref val="3"/>
        </dgm:presLayoutVars>
      </dgm:prSet>
      <dgm:spPr/>
    </dgm:pt>
    <dgm:pt modelId="{1DA8FF9A-0DB2-41E9-BA02-A19851A16F4F}" type="pres">
      <dgm:prSet presAssocID="{333DDDF3-AE1F-4340-99CA-16F987AAEB09}" presName="hierChild3" presStyleCnt="0"/>
      <dgm:spPr/>
    </dgm:pt>
    <dgm:pt modelId="{A0D5E0F9-5E92-4827-9582-A0F473E8CE69}" type="pres">
      <dgm:prSet presAssocID="{84804AA7-FB67-482A-B1EF-65DB5195D3CD}" presName="Name10" presStyleLbl="parChTrans1D2" presStyleIdx="1" presStyleCnt="4"/>
      <dgm:spPr/>
    </dgm:pt>
    <dgm:pt modelId="{CB41B74D-BAC1-4DC2-915F-EE9C68A7CC96}" type="pres">
      <dgm:prSet presAssocID="{057AFC59-027E-4BD2-A568-F11F73299257}" presName="hierRoot2" presStyleCnt="0"/>
      <dgm:spPr/>
    </dgm:pt>
    <dgm:pt modelId="{E6CBFF6A-9EC4-4F78-98E7-D2C2863BEAD1}" type="pres">
      <dgm:prSet presAssocID="{057AFC59-027E-4BD2-A568-F11F73299257}" presName="composite2" presStyleCnt="0"/>
      <dgm:spPr/>
    </dgm:pt>
    <dgm:pt modelId="{ABE72333-4FCC-417C-A51E-877FAAF5D395}" type="pres">
      <dgm:prSet presAssocID="{057AFC59-027E-4BD2-A568-F11F73299257}" presName="background2" presStyleLbl="node2" presStyleIdx="1" presStyleCnt="4"/>
      <dgm:spPr>
        <a:solidFill>
          <a:schemeClr val="bg2"/>
        </a:solidFill>
      </dgm:spPr>
    </dgm:pt>
    <dgm:pt modelId="{3DD09B1D-F7AD-445E-8A04-77B55A7B003C}" type="pres">
      <dgm:prSet presAssocID="{057AFC59-027E-4BD2-A568-F11F73299257}" presName="text2" presStyleLbl="fgAcc2" presStyleIdx="1" presStyleCnt="4">
        <dgm:presLayoutVars>
          <dgm:chPref val="3"/>
        </dgm:presLayoutVars>
      </dgm:prSet>
      <dgm:spPr/>
    </dgm:pt>
    <dgm:pt modelId="{5C0193AE-0C5F-4301-A2DA-762D661BF70D}" type="pres">
      <dgm:prSet presAssocID="{057AFC59-027E-4BD2-A568-F11F73299257}" presName="hierChild3" presStyleCnt="0"/>
      <dgm:spPr/>
    </dgm:pt>
    <dgm:pt modelId="{1B906E09-0C27-4649-8CFC-9939E486431B}" type="pres">
      <dgm:prSet presAssocID="{719605AA-E2EE-4361-9406-6607C60267FE}" presName="Name10" presStyleLbl="parChTrans1D2" presStyleIdx="2" presStyleCnt="4"/>
      <dgm:spPr/>
    </dgm:pt>
    <dgm:pt modelId="{077C781D-C061-46D5-9228-B0ADA67687DE}" type="pres">
      <dgm:prSet presAssocID="{BD30BA7D-1EB8-4311-9D50-83E945124035}" presName="hierRoot2" presStyleCnt="0"/>
      <dgm:spPr/>
    </dgm:pt>
    <dgm:pt modelId="{74ED510D-E754-40BA-BD45-02184FFE6DA1}" type="pres">
      <dgm:prSet presAssocID="{BD30BA7D-1EB8-4311-9D50-83E945124035}" presName="composite2" presStyleCnt="0"/>
      <dgm:spPr/>
    </dgm:pt>
    <dgm:pt modelId="{A80E332D-A839-46B6-BBF8-E5E1B2ACF3B5}" type="pres">
      <dgm:prSet presAssocID="{BD30BA7D-1EB8-4311-9D50-83E945124035}" presName="background2" presStyleLbl="node2" presStyleIdx="2" presStyleCnt="4"/>
      <dgm:spPr>
        <a:solidFill>
          <a:schemeClr val="bg2"/>
        </a:solidFill>
      </dgm:spPr>
    </dgm:pt>
    <dgm:pt modelId="{216AC45A-8B5C-42C6-8553-04B2AB58F071}" type="pres">
      <dgm:prSet presAssocID="{BD30BA7D-1EB8-4311-9D50-83E945124035}" presName="text2" presStyleLbl="fgAcc2" presStyleIdx="2" presStyleCnt="4">
        <dgm:presLayoutVars>
          <dgm:chPref val="3"/>
        </dgm:presLayoutVars>
      </dgm:prSet>
      <dgm:spPr/>
    </dgm:pt>
    <dgm:pt modelId="{D8543C6D-4AB9-4455-82BE-475231D74D12}" type="pres">
      <dgm:prSet presAssocID="{BD30BA7D-1EB8-4311-9D50-83E945124035}" presName="hierChild3" presStyleCnt="0"/>
      <dgm:spPr/>
    </dgm:pt>
    <dgm:pt modelId="{9DE238D9-7839-4798-9B8E-BAFB7403265F}" type="pres">
      <dgm:prSet presAssocID="{587D0EFE-0C05-413A-8FA1-A890390FB7DB}" presName="Name10" presStyleLbl="parChTrans1D2" presStyleIdx="3" presStyleCnt="4"/>
      <dgm:spPr/>
    </dgm:pt>
    <dgm:pt modelId="{CA739C35-AB23-40CD-9F7B-75891AA4BBB8}" type="pres">
      <dgm:prSet presAssocID="{D239BE8B-6323-4727-9E76-3ADAFEEB07AE}" presName="hierRoot2" presStyleCnt="0"/>
      <dgm:spPr/>
    </dgm:pt>
    <dgm:pt modelId="{8555676D-2DB2-4292-B1E4-19B55A675AD3}" type="pres">
      <dgm:prSet presAssocID="{D239BE8B-6323-4727-9E76-3ADAFEEB07AE}" presName="composite2" presStyleCnt="0"/>
      <dgm:spPr/>
    </dgm:pt>
    <dgm:pt modelId="{C669F5C1-2A93-47F9-8F9E-01A5162F9716}" type="pres">
      <dgm:prSet presAssocID="{D239BE8B-6323-4727-9E76-3ADAFEEB07AE}" presName="background2" presStyleLbl="node2" presStyleIdx="3" presStyleCnt="4"/>
      <dgm:spPr>
        <a:solidFill>
          <a:schemeClr val="bg2"/>
        </a:solidFill>
      </dgm:spPr>
    </dgm:pt>
    <dgm:pt modelId="{DCDB813F-E29D-427D-9FDA-7F9DC0F58329}" type="pres">
      <dgm:prSet presAssocID="{D239BE8B-6323-4727-9E76-3ADAFEEB07AE}" presName="text2" presStyleLbl="fgAcc2" presStyleIdx="3" presStyleCnt="4">
        <dgm:presLayoutVars>
          <dgm:chPref val="3"/>
        </dgm:presLayoutVars>
      </dgm:prSet>
      <dgm:spPr/>
    </dgm:pt>
    <dgm:pt modelId="{7542555D-C551-47C2-81B2-7C5019F236F8}" type="pres">
      <dgm:prSet presAssocID="{D239BE8B-6323-4727-9E76-3ADAFEEB07AE}" presName="hierChild3" presStyleCnt="0"/>
      <dgm:spPr/>
    </dgm:pt>
  </dgm:ptLst>
  <dgm:cxnLst>
    <dgm:cxn modelId="{9E556138-6DEA-4F9A-9459-724B6B8A2A64}" type="presOf" srcId="{719605AA-E2EE-4361-9406-6607C60267FE}" destId="{1B906E09-0C27-4649-8CFC-9939E486431B}" srcOrd="0" destOrd="0" presId="urn:microsoft.com/office/officeart/2005/8/layout/hierarchy1"/>
    <dgm:cxn modelId="{84E84B3C-9A13-42D4-9D3D-8062A4CE4ED7}" type="presOf" srcId="{587D0EFE-0C05-413A-8FA1-A890390FB7DB}" destId="{9DE238D9-7839-4798-9B8E-BAFB7403265F}" srcOrd="0" destOrd="0" presId="urn:microsoft.com/office/officeart/2005/8/layout/hierarchy1"/>
    <dgm:cxn modelId="{FA95743C-088B-47DD-A0BA-DE6FB7826174}" type="presOf" srcId="{333DDDF3-AE1F-4340-99CA-16F987AAEB09}" destId="{8B781CE5-6375-4846-9B96-23199D5E2C2D}" srcOrd="0" destOrd="0" presId="urn:microsoft.com/office/officeart/2005/8/layout/hierarchy1"/>
    <dgm:cxn modelId="{35EFF060-BFCD-4E61-872A-D1C661421321}" srcId="{2C125C3F-464E-49D1-B411-EF5AA0CF939E}" destId="{0664F1C4-7F9C-4649-A4BC-00F27D976CFD}" srcOrd="0" destOrd="0" parTransId="{C2B32EFF-9EFB-46E4-B979-898D0AB32FAD}" sibTransId="{C64514E2-4D71-447C-9278-F399F847BE6F}"/>
    <dgm:cxn modelId="{09D61B77-C975-4CD4-9E0F-032CB527884F}" srcId="{0664F1C4-7F9C-4649-A4BC-00F27D976CFD}" destId="{BD30BA7D-1EB8-4311-9D50-83E945124035}" srcOrd="2" destOrd="0" parTransId="{719605AA-E2EE-4361-9406-6607C60267FE}" sibTransId="{1BD1C678-D270-4901-8BE4-22511AC3AC77}"/>
    <dgm:cxn modelId="{F5288887-F04C-4027-9AFB-DAF0475A25BF}" type="presOf" srcId="{2C125C3F-464E-49D1-B411-EF5AA0CF939E}" destId="{F3685155-2662-450B-A698-15E973F8A057}" srcOrd="0" destOrd="0" presId="urn:microsoft.com/office/officeart/2005/8/layout/hierarchy1"/>
    <dgm:cxn modelId="{744B958D-3C2C-451D-B15B-A5D824BA4A92}" type="presOf" srcId="{0664F1C4-7F9C-4649-A4BC-00F27D976CFD}" destId="{FA057414-238A-4D06-A4DF-1F3D9ECC9AE0}" srcOrd="0" destOrd="0" presId="urn:microsoft.com/office/officeart/2005/8/layout/hierarchy1"/>
    <dgm:cxn modelId="{EEEA398E-0470-43E3-BDE1-4DE8539CBEE9}" type="presOf" srcId="{A7F7F6B8-94D3-49B3-9D3E-9684F6ADEFFA}" destId="{BA57819D-B26C-4A84-9BDF-E4872F71EBD6}" srcOrd="0" destOrd="0" presId="urn:microsoft.com/office/officeart/2005/8/layout/hierarchy1"/>
    <dgm:cxn modelId="{0CC42C95-B401-475F-BB5A-4D02C357B494}" type="presOf" srcId="{D239BE8B-6323-4727-9E76-3ADAFEEB07AE}" destId="{DCDB813F-E29D-427D-9FDA-7F9DC0F58329}" srcOrd="0" destOrd="0" presId="urn:microsoft.com/office/officeart/2005/8/layout/hierarchy1"/>
    <dgm:cxn modelId="{51CEFDA8-698F-48E3-A803-DCDD825696CA}" srcId="{0664F1C4-7F9C-4649-A4BC-00F27D976CFD}" destId="{333DDDF3-AE1F-4340-99CA-16F987AAEB09}" srcOrd="0" destOrd="0" parTransId="{A7F7F6B8-94D3-49B3-9D3E-9684F6ADEFFA}" sibTransId="{6834361A-87A7-4638-AA88-16DEC248A745}"/>
    <dgm:cxn modelId="{7F2A36B0-0A75-4368-809B-4C93022D079A}" type="presOf" srcId="{84804AA7-FB67-482A-B1EF-65DB5195D3CD}" destId="{A0D5E0F9-5E92-4827-9582-A0F473E8CE69}" srcOrd="0" destOrd="0" presId="urn:microsoft.com/office/officeart/2005/8/layout/hierarchy1"/>
    <dgm:cxn modelId="{48F7AAB1-4269-4B96-9F30-23EC23B6A85C}" srcId="{0664F1C4-7F9C-4649-A4BC-00F27D976CFD}" destId="{057AFC59-027E-4BD2-A568-F11F73299257}" srcOrd="1" destOrd="0" parTransId="{84804AA7-FB67-482A-B1EF-65DB5195D3CD}" sibTransId="{A3BC63CF-A4F3-48A9-82A8-B8563A077C86}"/>
    <dgm:cxn modelId="{112AE1BF-C5F2-43B1-91B0-A5AE8F751085}" srcId="{0664F1C4-7F9C-4649-A4BC-00F27D976CFD}" destId="{D239BE8B-6323-4727-9E76-3ADAFEEB07AE}" srcOrd="3" destOrd="0" parTransId="{587D0EFE-0C05-413A-8FA1-A890390FB7DB}" sibTransId="{7EC83337-B969-4D3D-AE3C-359F7FAC76E4}"/>
    <dgm:cxn modelId="{723CB0F0-A4F1-42B6-A566-0E1483DCD077}" type="presOf" srcId="{057AFC59-027E-4BD2-A568-F11F73299257}" destId="{3DD09B1D-F7AD-445E-8A04-77B55A7B003C}" srcOrd="0" destOrd="0" presId="urn:microsoft.com/office/officeart/2005/8/layout/hierarchy1"/>
    <dgm:cxn modelId="{634810FD-288B-4DFD-8822-6E7DF262E19A}" type="presOf" srcId="{BD30BA7D-1EB8-4311-9D50-83E945124035}" destId="{216AC45A-8B5C-42C6-8553-04B2AB58F071}" srcOrd="0" destOrd="0" presId="urn:microsoft.com/office/officeart/2005/8/layout/hierarchy1"/>
    <dgm:cxn modelId="{9F58ADF4-89C3-46E7-96C8-A83D640CDD47}" type="presParOf" srcId="{F3685155-2662-450B-A698-15E973F8A057}" destId="{A8714DC9-9067-48D6-9930-72B4143F3EE7}" srcOrd="0" destOrd="0" presId="urn:microsoft.com/office/officeart/2005/8/layout/hierarchy1"/>
    <dgm:cxn modelId="{B35692AF-FB84-4A40-B91E-C678710310BF}" type="presParOf" srcId="{A8714DC9-9067-48D6-9930-72B4143F3EE7}" destId="{3A30B852-2A67-4C30-B490-D5DFD5436A4C}" srcOrd="0" destOrd="0" presId="urn:microsoft.com/office/officeart/2005/8/layout/hierarchy1"/>
    <dgm:cxn modelId="{6725B94D-A019-4801-8362-318BCB14AC64}" type="presParOf" srcId="{3A30B852-2A67-4C30-B490-D5DFD5436A4C}" destId="{6BB455FD-BFB6-4092-AA50-ED869D1FA300}" srcOrd="0" destOrd="0" presId="urn:microsoft.com/office/officeart/2005/8/layout/hierarchy1"/>
    <dgm:cxn modelId="{F2FC47B7-279F-4BFE-B548-3B5C6E7EB81C}" type="presParOf" srcId="{3A30B852-2A67-4C30-B490-D5DFD5436A4C}" destId="{FA057414-238A-4D06-A4DF-1F3D9ECC9AE0}" srcOrd="1" destOrd="0" presId="urn:microsoft.com/office/officeart/2005/8/layout/hierarchy1"/>
    <dgm:cxn modelId="{56A1C897-140D-4A70-B785-352F31144EB8}" type="presParOf" srcId="{A8714DC9-9067-48D6-9930-72B4143F3EE7}" destId="{67793DD5-060E-4C79-859A-3A7582E298D4}" srcOrd="1" destOrd="0" presId="urn:microsoft.com/office/officeart/2005/8/layout/hierarchy1"/>
    <dgm:cxn modelId="{328CCDFF-13AE-42B8-9A17-F0599E750D65}" type="presParOf" srcId="{67793DD5-060E-4C79-859A-3A7582E298D4}" destId="{BA57819D-B26C-4A84-9BDF-E4872F71EBD6}" srcOrd="0" destOrd="0" presId="urn:microsoft.com/office/officeart/2005/8/layout/hierarchy1"/>
    <dgm:cxn modelId="{BB59FB2F-89DE-4648-8217-28028D173261}" type="presParOf" srcId="{67793DD5-060E-4C79-859A-3A7582E298D4}" destId="{99744B5A-F531-463F-AE1C-80D4B77EACC7}" srcOrd="1" destOrd="0" presId="urn:microsoft.com/office/officeart/2005/8/layout/hierarchy1"/>
    <dgm:cxn modelId="{592CC489-F452-4284-B532-9A106998686B}" type="presParOf" srcId="{99744B5A-F531-463F-AE1C-80D4B77EACC7}" destId="{0DAC17CB-4CDC-4890-BD11-57536BE8A818}" srcOrd="0" destOrd="0" presId="urn:microsoft.com/office/officeart/2005/8/layout/hierarchy1"/>
    <dgm:cxn modelId="{BFC53EEB-26AB-4CB1-A2BC-A8BF8752C11A}" type="presParOf" srcId="{0DAC17CB-4CDC-4890-BD11-57536BE8A818}" destId="{3008E7CD-F265-46A8-AF5C-88F6EEC3C3F4}" srcOrd="0" destOrd="0" presId="urn:microsoft.com/office/officeart/2005/8/layout/hierarchy1"/>
    <dgm:cxn modelId="{3AE17F44-2657-4F1E-BDB8-4F285910D522}" type="presParOf" srcId="{0DAC17CB-4CDC-4890-BD11-57536BE8A818}" destId="{8B781CE5-6375-4846-9B96-23199D5E2C2D}" srcOrd="1" destOrd="0" presId="urn:microsoft.com/office/officeart/2005/8/layout/hierarchy1"/>
    <dgm:cxn modelId="{5DDAEE11-F13D-43FB-B510-B057E55BBFD4}" type="presParOf" srcId="{99744B5A-F531-463F-AE1C-80D4B77EACC7}" destId="{1DA8FF9A-0DB2-41E9-BA02-A19851A16F4F}" srcOrd="1" destOrd="0" presId="urn:microsoft.com/office/officeart/2005/8/layout/hierarchy1"/>
    <dgm:cxn modelId="{53D1F6B7-08A4-48B6-87F9-43C35BCA40A2}" type="presParOf" srcId="{67793DD5-060E-4C79-859A-3A7582E298D4}" destId="{A0D5E0F9-5E92-4827-9582-A0F473E8CE69}" srcOrd="2" destOrd="0" presId="urn:microsoft.com/office/officeart/2005/8/layout/hierarchy1"/>
    <dgm:cxn modelId="{833CA002-B092-4858-8236-0FE75C54E359}" type="presParOf" srcId="{67793DD5-060E-4C79-859A-3A7582E298D4}" destId="{CB41B74D-BAC1-4DC2-915F-EE9C68A7CC96}" srcOrd="3" destOrd="0" presId="urn:microsoft.com/office/officeart/2005/8/layout/hierarchy1"/>
    <dgm:cxn modelId="{5DB740CD-3538-491A-B686-7713DB89A020}" type="presParOf" srcId="{CB41B74D-BAC1-4DC2-915F-EE9C68A7CC96}" destId="{E6CBFF6A-9EC4-4F78-98E7-D2C2863BEAD1}" srcOrd="0" destOrd="0" presId="urn:microsoft.com/office/officeart/2005/8/layout/hierarchy1"/>
    <dgm:cxn modelId="{7920D834-3434-4609-AB05-438D5348B9E1}" type="presParOf" srcId="{E6CBFF6A-9EC4-4F78-98E7-D2C2863BEAD1}" destId="{ABE72333-4FCC-417C-A51E-877FAAF5D395}" srcOrd="0" destOrd="0" presId="urn:microsoft.com/office/officeart/2005/8/layout/hierarchy1"/>
    <dgm:cxn modelId="{2864444B-08A2-49EA-8625-212B4BB37201}" type="presParOf" srcId="{E6CBFF6A-9EC4-4F78-98E7-D2C2863BEAD1}" destId="{3DD09B1D-F7AD-445E-8A04-77B55A7B003C}" srcOrd="1" destOrd="0" presId="urn:microsoft.com/office/officeart/2005/8/layout/hierarchy1"/>
    <dgm:cxn modelId="{A3FE9A50-695F-4757-A729-27CEB99E6ED0}" type="presParOf" srcId="{CB41B74D-BAC1-4DC2-915F-EE9C68A7CC96}" destId="{5C0193AE-0C5F-4301-A2DA-762D661BF70D}" srcOrd="1" destOrd="0" presId="urn:microsoft.com/office/officeart/2005/8/layout/hierarchy1"/>
    <dgm:cxn modelId="{61E0C017-47FF-4E23-AF97-48AE2B52AE04}" type="presParOf" srcId="{67793DD5-060E-4C79-859A-3A7582E298D4}" destId="{1B906E09-0C27-4649-8CFC-9939E486431B}" srcOrd="4" destOrd="0" presId="urn:microsoft.com/office/officeart/2005/8/layout/hierarchy1"/>
    <dgm:cxn modelId="{3BDF9A43-0D11-47C4-9856-A36C54F41521}" type="presParOf" srcId="{67793DD5-060E-4C79-859A-3A7582E298D4}" destId="{077C781D-C061-46D5-9228-B0ADA67687DE}" srcOrd="5" destOrd="0" presId="urn:microsoft.com/office/officeart/2005/8/layout/hierarchy1"/>
    <dgm:cxn modelId="{0FF300BD-9D05-4DA7-BC11-F845A04D471D}" type="presParOf" srcId="{077C781D-C061-46D5-9228-B0ADA67687DE}" destId="{74ED510D-E754-40BA-BD45-02184FFE6DA1}" srcOrd="0" destOrd="0" presId="urn:microsoft.com/office/officeart/2005/8/layout/hierarchy1"/>
    <dgm:cxn modelId="{F8DF6A99-E42B-4905-AF08-E431B1034B6E}" type="presParOf" srcId="{74ED510D-E754-40BA-BD45-02184FFE6DA1}" destId="{A80E332D-A839-46B6-BBF8-E5E1B2ACF3B5}" srcOrd="0" destOrd="0" presId="urn:microsoft.com/office/officeart/2005/8/layout/hierarchy1"/>
    <dgm:cxn modelId="{9A677DF5-C401-4B84-A5D1-D2E6EDFE8FB1}" type="presParOf" srcId="{74ED510D-E754-40BA-BD45-02184FFE6DA1}" destId="{216AC45A-8B5C-42C6-8553-04B2AB58F071}" srcOrd="1" destOrd="0" presId="urn:microsoft.com/office/officeart/2005/8/layout/hierarchy1"/>
    <dgm:cxn modelId="{74C522FC-7D9E-4F4E-AE5F-73ECF29B79CB}" type="presParOf" srcId="{077C781D-C061-46D5-9228-B0ADA67687DE}" destId="{D8543C6D-4AB9-4455-82BE-475231D74D12}" srcOrd="1" destOrd="0" presId="urn:microsoft.com/office/officeart/2005/8/layout/hierarchy1"/>
    <dgm:cxn modelId="{D8D9F5E9-76B6-462D-9EB9-F406FD10636D}" type="presParOf" srcId="{67793DD5-060E-4C79-859A-3A7582E298D4}" destId="{9DE238D9-7839-4798-9B8E-BAFB7403265F}" srcOrd="6" destOrd="0" presId="urn:microsoft.com/office/officeart/2005/8/layout/hierarchy1"/>
    <dgm:cxn modelId="{D129369C-DEF5-466F-8CFB-448CA86CD8A7}" type="presParOf" srcId="{67793DD5-060E-4C79-859A-3A7582E298D4}" destId="{CA739C35-AB23-40CD-9F7B-75891AA4BBB8}" srcOrd="7" destOrd="0" presId="urn:microsoft.com/office/officeart/2005/8/layout/hierarchy1"/>
    <dgm:cxn modelId="{0677D612-E9AA-4655-97B7-2C25E5BA741A}" type="presParOf" srcId="{CA739C35-AB23-40CD-9F7B-75891AA4BBB8}" destId="{8555676D-2DB2-4292-B1E4-19B55A675AD3}" srcOrd="0" destOrd="0" presId="urn:microsoft.com/office/officeart/2005/8/layout/hierarchy1"/>
    <dgm:cxn modelId="{CEA74E2F-E133-4218-BF01-E13F315A1063}" type="presParOf" srcId="{8555676D-2DB2-4292-B1E4-19B55A675AD3}" destId="{C669F5C1-2A93-47F9-8F9E-01A5162F9716}" srcOrd="0" destOrd="0" presId="urn:microsoft.com/office/officeart/2005/8/layout/hierarchy1"/>
    <dgm:cxn modelId="{49406C13-8F5B-44DC-B1E6-7807377BD6E0}" type="presParOf" srcId="{8555676D-2DB2-4292-B1E4-19B55A675AD3}" destId="{DCDB813F-E29D-427D-9FDA-7F9DC0F58329}" srcOrd="1" destOrd="0" presId="urn:microsoft.com/office/officeart/2005/8/layout/hierarchy1"/>
    <dgm:cxn modelId="{6279A083-451A-48E5-8A7E-A47A7B40623D}" type="presParOf" srcId="{CA739C35-AB23-40CD-9F7B-75891AA4BBB8}" destId="{7542555D-C551-47C2-81B2-7C5019F236F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CFBD202-B275-4CAE-8914-7B7E89E108EE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129407-3577-4758-ADCC-BD0BA58891AA}">
      <dgm:prSet phldrT="[Texto]" phldr="0"/>
      <dgm:spPr>
        <a:solidFill>
          <a:srgbClr val="7030A0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Etapa 2</a:t>
          </a:r>
        </a:p>
      </dgm:t>
    </dgm:pt>
    <dgm:pt modelId="{7220DB00-9E8A-4924-8ED0-914953DDB660}" type="parTrans" cxnId="{41134FAC-0CDD-4093-8492-A743A601C0B7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8482184A-0073-4288-9315-38E8DD0EC55C}" type="sibTrans" cxnId="{41134FAC-0CDD-4093-8492-A743A601C0B7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2556EC95-C979-4849-82E0-7B0D1A72B9BA}">
      <dgm:prSet phldrT="[Texto]" phldr="0"/>
      <dgm:spPr>
        <a:solidFill>
          <a:srgbClr val="C198E0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Clasificación de productos</a:t>
          </a:r>
        </a:p>
      </dgm:t>
    </dgm:pt>
    <dgm:pt modelId="{EB4E1A0D-8099-424E-8C02-85119CC2537D}" type="parTrans" cxnId="{6A2D2DEF-17BA-4928-A4B1-D70F61F61571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5C0F9E5C-4845-492F-AC8D-ABF2255E0411}" type="sibTrans" cxnId="{6A2D2DEF-17BA-4928-A4B1-D70F61F6157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241C21C9-70D8-4D9A-94FA-B578E3CA0C2B}">
      <dgm:prSet phldrT="[Texto]" phldr="0"/>
      <dgm:spPr>
        <a:solidFill>
          <a:srgbClr val="C198E0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Mapeo de la distribución</a:t>
          </a:r>
        </a:p>
      </dgm:t>
    </dgm:pt>
    <dgm:pt modelId="{90466797-77F9-48A4-907A-CC3AA4EEC9C2}" type="parTrans" cxnId="{60100B5C-9E33-4FD7-AF72-C88721001016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9EEB6878-3E7C-46D0-B347-29429889EC72}" type="sibTrans" cxnId="{60100B5C-9E33-4FD7-AF72-C88721001016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44ACED2E-547C-43EB-AFE8-3FE57353B439}">
      <dgm:prSet phldrT="[Texto]" phldr="0"/>
      <dgm:spPr>
        <a:solidFill>
          <a:srgbClr val="C198E0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Implementación del diseño</a:t>
          </a:r>
        </a:p>
      </dgm:t>
    </dgm:pt>
    <dgm:pt modelId="{CFF5E305-B54C-4F2F-82C3-D3D16E494D66}" type="parTrans" cxnId="{61654CEA-690D-49CC-9B10-FBBD72EE35D1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8A78B416-4EFD-4683-B112-B41960FFF82D}" type="sibTrans" cxnId="{61654CEA-690D-49CC-9B10-FBBD72EE35D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647E0EE1-E0FB-4C90-9517-5FCD7C26B9D8}" type="pres">
      <dgm:prSet presAssocID="{ECFBD202-B275-4CAE-8914-7B7E89E108EE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07F7242-DDB3-47C3-8C91-9422B7B8C473}" type="pres">
      <dgm:prSet presAssocID="{86129407-3577-4758-ADCC-BD0BA58891AA}" presName="root1" presStyleCnt="0"/>
      <dgm:spPr/>
    </dgm:pt>
    <dgm:pt modelId="{00AB0F25-9CDF-4937-9A55-C9CBA31F1A3B}" type="pres">
      <dgm:prSet presAssocID="{86129407-3577-4758-ADCC-BD0BA58891AA}" presName="LevelOneTextNode" presStyleLbl="node0" presStyleIdx="0" presStyleCnt="1">
        <dgm:presLayoutVars>
          <dgm:chPref val="3"/>
        </dgm:presLayoutVars>
      </dgm:prSet>
      <dgm:spPr/>
    </dgm:pt>
    <dgm:pt modelId="{60F4C695-E081-418F-A045-F80D236D3956}" type="pres">
      <dgm:prSet presAssocID="{86129407-3577-4758-ADCC-BD0BA58891AA}" presName="level2hierChild" presStyleCnt="0"/>
      <dgm:spPr/>
    </dgm:pt>
    <dgm:pt modelId="{9F5D1681-C826-4461-B59F-27FC7EFA17CA}" type="pres">
      <dgm:prSet presAssocID="{EB4E1A0D-8099-424E-8C02-85119CC2537D}" presName="conn2-1" presStyleLbl="parChTrans1D2" presStyleIdx="0" presStyleCnt="3"/>
      <dgm:spPr/>
    </dgm:pt>
    <dgm:pt modelId="{A651B001-28CA-46C6-9D28-A517B7B3B422}" type="pres">
      <dgm:prSet presAssocID="{EB4E1A0D-8099-424E-8C02-85119CC2537D}" presName="connTx" presStyleLbl="parChTrans1D2" presStyleIdx="0" presStyleCnt="3"/>
      <dgm:spPr/>
    </dgm:pt>
    <dgm:pt modelId="{6AFFA917-C82A-4027-974F-3305D215519E}" type="pres">
      <dgm:prSet presAssocID="{2556EC95-C979-4849-82E0-7B0D1A72B9BA}" presName="root2" presStyleCnt="0"/>
      <dgm:spPr/>
    </dgm:pt>
    <dgm:pt modelId="{DEC77B91-4AF6-4097-B9D6-8A6C8E1C8B2E}" type="pres">
      <dgm:prSet presAssocID="{2556EC95-C979-4849-82E0-7B0D1A72B9BA}" presName="LevelTwoTextNode" presStyleLbl="node2" presStyleIdx="0" presStyleCnt="3">
        <dgm:presLayoutVars>
          <dgm:chPref val="3"/>
        </dgm:presLayoutVars>
      </dgm:prSet>
      <dgm:spPr/>
    </dgm:pt>
    <dgm:pt modelId="{294DB631-ABBA-4ED2-97F6-109A01FA6163}" type="pres">
      <dgm:prSet presAssocID="{2556EC95-C979-4849-82E0-7B0D1A72B9BA}" presName="level3hierChild" presStyleCnt="0"/>
      <dgm:spPr/>
    </dgm:pt>
    <dgm:pt modelId="{A8F9C0ED-6289-4441-8FB3-D427A785E72E}" type="pres">
      <dgm:prSet presAssocID="{90466797-77F9-48A4-907A-CC3AA4EEC9C2}" presName="conn2-1" presStyleLbl="parChTrans1D2" presStyleIdx="1" presStyleCnt="3"/>
      <dgm:spPr/>
    </dgm:pt>
    <dgm:pt modelId="{185AE182-ABD1-440D-8EF9-A13A65C606D6}" type="pres">
      <dgm:prSet presAssocID="{90466797-77F9-48A4-907A-CC3AA4EEC9C2}" presName="connTx" presStyleLbl="parChTrans1D2" presStyleIdx="1" presStyleCnt="3"/>
      <dgm:spPr/>
    </dgm:pt>
    <dgm:pt modelId="{C536F16E-211B-4D98-A927-CBD02902DA2D}" type="pres">
      <dgm:prSet presAssocID="{241C21C9-70D8-4D9A-94FA-B578E3CA0C2B}" presName="root2" presStyleCnt="0"/>
      <dgm:spPr/>
    </dgm:pt>
    <dgm:pt modelId="{5926E740-7C1C-40B3-B14F-E403BC33CE0B}" type="pres">
      <dgm:prSet presAssocID="{241C21C9-70D8-4D9A-94FA-B578E3CA0C2B}" presName="LevelTwoTextNode" presStyleLbl="node2" presStyleIdx="1" presStyleCnt="3">
        <dgm:presLayoutVars>
          <dgm:chPref val="3"/>
        </dgm:presLayoutVars>
      </dgm:prSet>
      <dgm:spPr/>
    </dgm:pt>
    <dgm:pt modelId="{475C5327-0363-4718-8A6D-E5639354A670}" type="pres">
      <dgm:prSet presAssocID="{241C21C9-70D8-4D9A-94FA-B578E3CA0C2B}" presName="level3hierChild" presStyleCnt="0"/>
      <dgm:spPr/>
    </dgm:pt>
    <dgm:pt modelId="{0FBCFCCE-21A7-46E2-B73D-65ABE5145C61}" type="pres">
      <dgm:prSet presAssocID="{CFF5E305-B54C-4F2F-82C3-D3D16E494D66}" presName="conn2-1" presStyleLbl="parChTrans1D2" presStyleIdx="2" presStyleCnt="3"/>
      <dgm:spPr/>
    </dgm:pt>
    <dgm:pt modelId="{B9CC4FC3-FEBE-4412-B17C-3A4907803B18}" type="pres">
      <dgm:prSet presAssocID="{CFF5E305-B54C-4F2F-82C3-D3D16E494D66}" presName="connTx" presStyleLbl="parChTrans1D2" presStyleIdx="2" presStyleCnt="3"/>
      <dgm:spPr/>
    </dgm:pt>
    <dgm:pt modelId="{04C2D7B4-F81D-4C5D-899A-39254C97EE48}" type="pres">
      <dgm:prSet presAssocID="{44ACED2E-547C-43EB-AFE8-3FE57353B439}" presName="root2" presStyleCnt="0"/>
      <dgm:spPr/>
    </dgm:pt>
    <dgm:pt modelId="{3993C299-B931-41B5-8A78-8303B87F9A18}" type="pres">
      <dgm:prSet presAssocID="{44ACED2E-547C-43EB-AFE8-3FE57353B439}" presName="LevelTwoTextNode" presStyleLbl="node2" presStyleIdx="2" presStyleCnt="3">
        <dgm:presLayoutVars>
          <dgm:chPref val="3"/>
        </dgm:presLayoutVars>
      </dgm:prSet>
      <dgm:spPr/>
    </dgm:pt>
    <dgm:pt modelId="{2B43AF4E-2EA8-4B80-8040-341AE22C635B}" type="pres">
      <dgm:prSet presAssocID="{44ACED2E-547C-43EB-AFE8-3FE57353B439}" presName="level3hierChild" presStyleCnt="0"/>
      <dgm:spPr/>
    </dgm:pt>
  </dgm:ptLst>
  <dgm:cxnLst>
    <dgm:cxn modelId="{2B82742E-F958-4813-830E-451FBDC3C1C1}" type="presOf" srcId="{90466797-77F9-48A4-907A-CC3AA4EEC9C2}" destId="{185AE182-ABD1-440D-8EF9-A13A65C606D6}" srcOrd="1" destOrd="0" presId="urn:microsoft.com/office/officeart/2008/layout/HorizontalMultiLevelHierarchy"/>
    <dgm:cxn modelId="{60100B5C-9E33-4FD7-AF72-C88721001016}" srcId="{86129407-3577-4758-ADCC-BD0BA58891AA}" destId="{241C21C9-70D8-4D9A-94FA-B578E3CA0C2B}" srcOrd="1" destOrd="0" parTransId="{90466797-77F9-48A4-907A-CC3AA4EEC9C2}" sibTransId="{9EEB6878-3E7C-46D0-B347-29429889EC72}"/>
    <dgm:cxn modelId="{58FDF163-EB05-4DA4-BFB3-D8C651FA2C8C}" type="presOf" srcId="{EB4E1A0D-8099-424E-8C02-85119CC2537D}" destId="{9F5D1681-C826-4461-B59F-27FC7EFA17CA}" srcOrd="0" destOrd="0" presId="urn:microsoft.com/office/officeart/2008/layout/HorizontalMultiLevelHierarchy"/>
    <dgm:cxn modelId="{545A3978-3851-403C-B51D-297FD3D7D9EF}" type="presOf" srcId="{241C21C9-70D8-4D9A-94FA-B578E3CA0C2B}" destId="{5926E740-7C1C-40B3-B14F-E403BC33CE0B}" srcOrd="0" destOrd="0" presId="urn:microsoft.com/office/officeart/2008/layout/HorizontalMultiLevelHierarchy"/>
    <dgm:cxn modelId="{BD39E1A5-B832-4E36-AEC3-53674FF840FD}" type="presOf" srcId="{86129407-3577-4758-ADCC-BD0BA58891AA}" destId="{00AB0F25-9CDF-4937-9A55-C9CBA31F1A3B}" srcOrd="0" destOrd="0" presId="urn:microsoft.com/office/officeart/2008/layout/HorizontalMultiLevelHierarchy"/>
    <dgm:cxn modelId="{75C440A7-CBDF-4A8A-A390-5D0C593B8426}" type="presOf" srcId="{2556EC95-C979-4849-82E0-7B0D1A72B9BA}" destId="{DEC77B91-4AF6-4097-B9D6-8A6C8E1C8B2E}" srcOrd="0" destOrd="0" presId="urn:microsoft.com/office/officeart/2008/layout/HorizontalMultiLevelHierarchy"/>
    <dgm:cxn modelId="{41134FAC-0CDD-4093-8492-A743A601C0B7}" srcId="{ECFBD202-B275-4CAE-8914-7B7E89E108EE}" destId="{86129407-3577-4758-ADCC-BD0BA58891AA}" srcOrd="0" destOrd="0" parTransId="{7220DB00-9E8A-4924-8ED0-914953DDB660}" sibTransId="{8482184A-0073-4288-9315-38E8DD0EC55C}"/>
    <dgm:cxn modelId="{157AC5B2-56F5-48D0-97AF-DF44C0F07C7F}" type="presOf" srcId="{ECFBD202-B275-4CAE-8914-7B7E89E108EE}" destId="{647E0EE1-E0FB-4C90-9517-5FCD7C26B9D8}" srcOrd="0" destOrd="0" presId="urn:microsoft.com/office/officeart/2008/layout/HorizontalMultiLevelHierarchy"/>
    <dgm:cxn modelId="{C737DFBA-60CD-40D2-8014-DE2F9E93450C}" type="presOf" srcId="{EB4E1A0D-8099-424E-8C02-85119CC2537D}" destId="{A651B001-28CA-46C6-9D28-A517B7B3B422}" srcOrd="1" destOrd="0" presId="urn:microsoft.com/office/officeart/2008/layout/HorizontalMultiLevelHierarchy"/>
    <dgm:cxn modelId="{1F1A45BC-AD83-4975-BA51-85744497237F}" type="presOf" srcId="{CFF5E305-B54C-4F2F-82C3-D3D16E494D66}" destId="{B9CC4FC3-FEBE-4412-B17C-3A4907803B18}" srcOrd="1" destOrd="0" presId="urn:microsoft.com/office/officeart/2008/layout/HorizontalMultiLevelHierarchy"/>
    <dgm:cxn modelId="{58B55EBE-5274-43A6-83EE-9CFC77A4F08F}" type="presOf" srcId="{90466797-77F9-48A4-907A-CC3AA4EEC9C2}" destId="{A8F9C0ED-6289-4441-8FB3-D427A785E72E}" srcOrd="0" destOrd="0" presId="urn:microsoft.com/office/officeart/2008/layout/HorizontalMultiLevelHierarchy"/>
    <dgm:cxn modelId="{61654CEA-690D-49CC-9B10-FBBD72EE35D1}" srcId="{86129407-3577-4758-ADCC-BD0BA58891AA}" destId="{44ACED2E-547C-43EB-AFE8-3FE57353B439}" srcOrd="2" destOrd="0" parTransId="{CFF5E305-B54C-4F2F-82C3-D3D16E494D66}" sibTransId="{8A78B416-4EFD-4683-B112-B41960FFF82D}"/>
    <dgm:cxn modelId="{6CA6F8EB-108A-4CB8-96D5-FF1030540E33}" type="presOf" srcId="{CFF5E305-B54C-4F2F-82C3-D3D16E494D66}" destId="{0FBCFCCE-21A7-46E2-B73D-65ABE5145C61}" srcOrd="0" destOrd="0" presId="urn:microsoft.com/office/officeart/2008/layout/HorizontalMultiLevelHierarchy"/>
    <dgm:cxn modelId="{6A2D2DEF-17BA-4928-A4B1-D70F61F61571}" srcId="{86129407-3577-4758-ADCC-BD0BA58891AA}" destId="{2556EC95-C979-4849-82E0-7B0D1A72B9BA}" srcOrd="0" destOrd="0" parTransId="{EB4E1A0D-8099-424E-8C02-85119CC2537D}" sibTransId="{5C0F9E5C-4845-492F-AC8D-ABF2255E0411}"/>
    <dgm:cxn modelId="{25B517F2-359F-433E-BFE6-4272F2E05462}" type="presOf" srcId="{44ACED2E-547C-43EB-AFE8-3FE57353B439}" destId="{3993C299-B931-41B5-8A78-8303B87F9A18}" srcOrd="0" destOrd="0" presId="urn:microsoft.com/office/officeart/2008/layout/HorizontalMultiLevelHierarchy"/>
    <dgm:cxn modelId="{42D915FE-10C7-40E1-A03A-B23834122A9D}" type="presParOf" srcId="{647E0EE1-E0FB-4C90-9517-5FCD7C26B9D8}" destId="{607F7242-DDB3-47C3-8C91-9422B7B8C473}" srcOrd="0" destOrd="0" presId="urn:microsoft.com/office/officeart/2008/layout/HorizontalMultiLevelHierarchy"/>
    <dgm:cxn modelId="{A168D99A-443E-41C2-8416-9E5AD383E2DB}" type="presParOf" srcId="{607F7242-DDB3-47C3-8C91-9422B7B8C473}" destId="{00AB0F25-9CDF-4937-9A55-C9CBA31F1A3B}" srcOrd="0" destOrd="0" presId="urn:microsoft.com/office/officeart/2008/layout/HorizontalMultiLevelHierarchy"/>
    <dgm:cxn modelId="{883FD44B-1363-4B20-8ACC-9A8235E398FF}" type="presParOf" srcId="{607F7242-DDB3-47C3-8C91-9422B7B8C473}" destId="{60F4C695-E081-418F-A045-F80D236D3956}" srcOrd="1" destOrd="0" presId="urn:microsoft.com/office/officeart/2008/layout/HorizontalMultiLevelHierarchy"/>
    <dgm:cxn modelId="{F34242B4-FD88-493B-898B-99F917CB68F9}" type="presParOf" srcId="{60F4C695-E081-418F-A045-F80D236D3956}" destId="{9F5D1681-C826-4461-B59F-27FC7EFA17CA}" srcOrd="0" destOrd="0" presId="urn:microsoft.com/office/officeart/2008/layout/HorizontalMultiLevelHierarchy"/>
    <dgm:cxn modelId="{AD650EC1-AAE7-4089-B496-2B8EBF429D68}" type="presParOf" srcId="{9F5D1681-C826-4461-B59F-27FC7EFA17CA}" destId="{A651B001-28CA-46C6-9D28-A517B7B3B422}" srcOrd="0" destOrd="0" presId="urn:microsoft.com/office/officeart/2008/layout/HorizontalMultiLevelHierarchy"/>
    <dgm:cxn modelId="{944629B6-B799-4F8C-BEE2-42BDAC1F7D00}" type="presParOf" srcId="{60F4C695-E081-418F-A045-F80D236D3956}" destId="{6AFFA917-C82A-4027-974F-3305D215519E}" srcOrd="1" destOrd="0" presId="urn:microsoft.com/office/officeart/2008/layout/HorizontalMultiLevelHierarchy"/>
    <dgm:cxn modelId="{DB2285AD-6A89-4114-B1D6-0A208D13AA1F}" type="presParOf" srcId="{6AFFA917-C82A-4027-974F-3305D215519E}" destId="{DEC77B91-4AF6-4097-B9D6-8A6C8E1C8B2E}" srcOrd="0" destOrd="0" presId="urn:microsoft.com/office/officeart/2008/layout/HorizontalMultiLevelHierarchy"/>
    <dgm:cxn modelId="{3BB5845D-994B-49D5-B14F-C79209625290}" type="presParOf" srcId="{6AFFA917-C82A-4027-974F-3305D215519E}" destId="{294DB631-ABBA-4ED2-97F6-109A01FA6163}" srcOrd="1" destOrd="0" presId="urn:microsoft.com/office/officeart/2008/layout/HorizontalMultiLevelHierarchy"/>
    <dgm:cxn modelId="{80E44F98-57EE-4F44-BDD5-A630A7452DE7}" type="presParOf" srcId="{60F4C695-E081-418F-A045-F80D236D3956}" destId="{A8F9C0ED-6289-4441-8FB3-D427A785E72E}" srcOrd="2" destOrd="0" presId="urn:microsoft.com/office/officeart/2008/layout/HorizontalMultiLevelHierarchy"/>
    <dgm:cxn modelId="{3376BC20-B354-4010-B8F2-CF0E9064B8CF}" type="presParOf" srcId="{A8F9C0ED-6289-4441-8FB3-D427A785E72E}" destId="{185AE182-ABD1-440D-8EF9-A13A65C606D6}" srcOrd="0" destOrd="0" presId="urn:microsoft.com/office/officeart/2008/layout/HorizontalMultiLevelHierarchy"/>
    <dgm:cxn modelId="{6E3CDF79-CF5A-4A8E-811E-5659E249253C}" type="presParOf" srcId="{60F4C695-E081-418F-A045-F80D236D3956}" destId="{C536F16E-211B-4D98-A927-CBD02902DA2D}" srcOrd="3" destOrd="0" presId="urn:microsoft.com/office/officeart/2008/layout/HorizontalMultiLevelHierarchy"/>
    <dgm:cxn modelId="{8A8DA33B-60FB-4C07-BFF2-6CC2CD091DCB}" type="presParOf" srcId="{C536F16E-211B-4D98-A927-CBD02902DA2D}" destId="{5926E740-7C1C-40B3-B14F-E403BC33CE0B}" srcOrd="0" destOrd="0" presId="urn:microsoft.com/office/officeart/2008/layout/HorizontalMultiLevelHierarchy"/>
    <dgm:cxn modelId="{00E81A71-DE2A-4520-B64A-B84271069EB2}" type="presParOf" srcId="{C536F16E-211B-4D98-A927-CBD02902DA2D}" destId="{475C5327-0363-4718-8A6D-E5639354A670}" srcOrd="1" destOrd="0" presId="urn:microsoft.com/office/officeart/2008/layout/HorizontalMultiLevelHierarchy"/>
    <dgm:cxn modelId="{FF383947-DF8F-433B-900E-E97A055A04D4}" type="presParOf" srcId="{60F4C695-E081-418F-A045-F80D236D3956}" destId="{0FBCFCCE-21A7-46E2-B73D-65ABE5145C61}" srcOrd="4" destOrd="0" presId="urn:microsoft.com/office/officeart/2008/layout/HorizontalMultiLevelHierarchy"/>
    <dgm:cxn modelId="{B344FC7F-CA61-4A0C-8C11-0D8CD060EAE6}" type="presParOf" srcId="{0FBCFCCE-21A7-46E2-B73D-65ABE5145C61}" destId="{B9CC4FC3-FEBE-4412-B17C-3A4907803B18}" srcOrd="0" destOrd="0" presId="urn:microsoft.com/office/officeart/2008/layout/HorizontalMultiLevelHierarchy"/>
    <dgm:cxn modelId="{40119E13-85CA-4412-8B89-EFB6268A514D}" type="presParOf" srcId="{60F4C695-E081-418F-A045-F80D236D3956}" destId="{04C2D7B4-F81D-4C5D-899A-39254C97EE48}" srcOrd="5" destOrd="0" presId="urn:microsoft.com/office/officeart/2008/layout/HorizontalMultiLevelHierarchy"/>
    <dgm:cxn modelId="{D9F6DAEB-EFA0-4D43-9C3E-511A3FE4594A}" type="presParOf" srcId="{04C2D7B4-F81D-4C5D-899A-39254C97EE48}" destId="{3993C299-B931-41B5-8A78-8303B87F9A18}" srcOrd="0" destOrd="0" presId="urn:microsoft.com/office/officeart/2008/layout/HorizontalMultiLevelHierarchy"/>
    <dgm:cxn modelId="{48291677-8C3E-4BE3-8781-160FA084DA2D}" type="presParOf" srcId="{04C2D7B4-F81D-4C5D-899A-39254C97EE48}" destId="{2B43AF4E-2EA8-4B80-8040-341AE22C635B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C125C3F-464E-49D1-B411-EF5AA0CF939E}" type="doc">
      <dgm:prSet loTypeId="urn:microsoft.com/office/officeart/2005/8/layout/hierarchy1" loCatId="hierarchy" qsTypeId="urn:microsoft.com/office/officeart/2005/8/quickstyle/3d1" qsCatId="3D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0664F1C4-7F9C-4649-A4BC-00F27D976CFD}">
      <dgm:prSet phldrT="[Texto]" phldr="0"/>
      <dgm:spPr>
        <a:solidFill>
          <a:schemeClr val="bg2">
            <a:lumMod val="50000"/>
            <a:alpha val="90000"/>
          </a:scheme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Sistema para gestión y monitoreo de inventario</a:t>
          </a:r>
        </a:p>
      </dgm:t>
    </dgm:pt>
    <dgm:pt modelId="{C2B32EFF-9EFB-46E4-B979-898D0AB32FAD}" type="parTrans" cxnId="{35EFF060-BFCD-4E61-872A-D1C66142132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C64514E2-4D71-447C-9278-F399F847BE6F}" type="sibTrans" cxnId="{35EFF060-BFCD-4E61-872A-D1C66142132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333DDDF3-AE1F-4340-99CA-16F987AAEB09}">
      <dgm:prSet phldrT="[Texto]" phldr="0"/>
      <dgm:spPr>
        <a:solidFill>
          <a:srgbClr val="00B050">
            <a:alpha val="90000"/>
          </a:srgb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Robot móvil</a:t>
          </a:r>
        </a:p>
      </dgm:t>
    </dgm:pt>
    <dgm:pt modelId="{A7F7F6B8-94D3-49B3-9D3E-9684F6ADEFFA}" type="parTrans" cxnId="{51CEFDA8-698F-48E3-A803-DCDD825696CA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6834361A-87A7-4638-AA88-16DEC248A745}" type="sibTrans" cxnId="{51CEFDA8-698F-48E3-A803-DCDD825696CA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057AFC59-027E-4BD2-A568-F11F73299257}">
      <dgm:prSet phldrT="[Texto]" phldr="0"/>
      <dgm:spPr>
        <a:solidFill>
          <a:srgbClr val="8F45C7">
            <a:alpha val="89804"/>
          </a:srgb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Distribución de la bodega</a:t>
          </a:r>
        </a:p>
      </dgm:t>
    </dgm:pt>
    <dgm:pt modelId="{84804AA7-FB67-482A-B1EF-65DB5195D3CD}" type="parTrans" cxnId="{48F7AAB1-4269-4B96-9F30-23EC23B6A85C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A3BC63CF-A4F3-48A9-82A8-B8563A077C86}" type="sibTrans" cxnId="{48F7AAB1-4269-4B96-9F30-23EC23B6A85C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BD30BA7D-1EB8-4311-9D50-83E945124035}">
      <dgm:prSet phldrT="[Texto]" phldr="0"/>
      <dgm:spPr>
        <a:solidFill>
          <a:schemeClr val="bg1">
            <a:lumMod val="50000"/>
            <a:alpha val="90000"/>
          </a:scheme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Base de datos</a:t>
          </a:r>
        </a:p>
      </dgm:t>
    </dgm:pt>
    <dgm:pt modelId="{719605AA-E2EE-4361-9406-6607C60267FE}" type="parTrans" cxnId="{09D61B77-C975-4CD4-9E0F-032CB527884F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1BD1C678-D270-4901-8BE4-22511AC3AC77}" type="sibTrans" cxnId="{09D61B77-C975-4CD4-9E0F-032CB527884F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D239BE8B-6323-4727-9E76-3ADAFEEB07AE}">
      <dgm:prSet phldrT="[Texto]" phldr="0"/>
      <dgm:spPr>
        <a:solidFill>
          <a:srgbClr val="FFC000">
            <a:alpha val="90000"/>
          </a:srgb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Protocolo de pruebas</a:t>
          </a:r>
        </a:p>
      </dgm:t>
    </dgm:pt>
    <dgm:pt modelId="{587D0EFE-0C05-413A-8FA1-A890390FB7DB}" type="parTrans" cxnId="{112AE1BF-C5F2-43B1-91B0-A5AE8F751085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7EC83337-B969-4D3D-AE3C-359F7FAC76E4}" type="sibTrans" cxnId="{112AE1BF-C5F2-43B1-91B0-A5AE8F751085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F3685155-2662-450B-A698-15E973F8A057}" type="pres">
      <dgm:prSet presAssocID="{2C125C3F-464E-49D1-B411-EF5AA0CF939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714DC9-9067-48D6-9930-72B4143F3EE7}" type="pres">
      <dgm:prSet presAssocID="{0664F1C4-7F9C-4649-A4BC-00F27D976CFD}" presName="hierRoot1" presStyleCnt="0"/>
      <dgm:spPr/>
    </dgm:pt>
    <dgm:pt modelId="{3A30B852-2A67-4C30-B490-D5DFD5436A4C}" type="pres">
      <dgm:prSet presAssocID="{0664F1C4-7F9C-4649-A4BC-00F27D976CFD}" presName="composite" presStyleCnt="0"/>
      <dgm:spPr/>
    </dgm:pt>
    <dgm:pt modelId="{6BB455FD-BFB6-4092-AA50-ED869D1FA300}" type="pres">
      <dgm:prSet presAssocID="{0664F1C4-7F9C-4649-A4BC-00F27D976CFD}" presName="background" presStyleLbl="node0" presStyleIdx="0" presStyleCnt="1"/>
      <dgm:spPr>
        <a:solidFill>
          <a:schemeClr val="bg2"/>
        </a:solidFill>
      </dgm:spPr>
    </dgm:pt>
    <dgm:pt modelId="{FA057414-238A-4D06-A4DF-1F3D9ECC9AE0}" type="pres">
      <dgm:prSet presAssocID="{0664F1C4-7F9C-4649-A4BC-00F27D976CFD}" presName="text" presStyleLbl="fgAcc0" presStyleIdx="0" presStyleCnt="1">
        <dgm:presLayoutVars>
          <dgm:chPref val="3"/>
        </dgm:presLayoutVars>
      </dgm:prSet>
      <dgm:spPr/>
    </dgm:pt>
    <dgm:pt modelId="{67793DD5-060E-4C79-859A-3A7582E298D4}" type="pres">
      <dgm:prSet presAssocID="{0664F1C4-7F9C-4649-A4BC-00F27D976CFD}" presName="hierChild2" presStyleCnt="0"/>
      <dgm:spPr/>
    </dgm:pt>
    <dgm:pt modelId="{BA57819D-B26C-4A84-9BDF-E4872F71EBD6}" type="pres">
      <dgm:prSet presAssocID="{A7F7F6B8-94D3-49B3-9D3E-9684F6ADEFFA}" presName="Name10" presStyleLbl="parChTrans1D2" presStyleIdx="0" presStyleCnt="4"/>
      <dgm:spPr/>
    </dgm:pt>
    <dgm:pt modelId="{99744B5A-F531-463F-AE1C-80D4B77EACC7}" type="pres">
      <dgm:prSet presAssocID="{333DDDF3-AE1F-4340-99CA-16F987AAEB09}" presName="hierRoot2" presStyleCnt="0"/>
      <dgm:spPr/>
    </dgm:pt>
    <dgm:pt modelId="{0DAC17CB-4CDC-4890-BD11-57536BE8A818}" type="pres">
      <dgm:prSet presAssocID="{333DDDF3-AE1F-4340-99CA-16F987AAEB09}" presName="composite2" presStyleCnt="0"/>
      <dgm:spPr/>
    </dgm:pt>
    <dgm:pt modelId="{3008E7CD-F265-46A8-AF5C-88F6EEC3C3F4}" type="pres">
      <dgm:prSet presAssocID="{333DDDF3-AE1F-4340-99CA-16F987AAEB09}" presName="background2" presStyleLbl="node2" presStyleIdx="0" presStyleCnt="4"/>
      <dgm:spPr>
        <a:solidFill>
          <a:schemeClr val="bg2"/>
        </a:solidFill>
      </dgm:spPr>
    </dgm:pt>
    <dgm:pt modelId="{8B781CE5-6375-4846-9B96-23199D5E2C2D}" type="pres">
      <dgm:prSet presAssocID="{333DDDF3-AE1F-4340-99CA-16F987AAEB09}" presName="text2" presStyleLbl="fgAcc2" presStyleIdx="0" presStyleCnt="4">
        <dgm:presLayoutVars>
          <dgm:chPref val="3"/>
        </dgm:presLayoutVars>
      </dgm:prSet>
      <dgm:spPr/>
    </dgm:pt>
    <dgm:pt modelId="{1DA8FF9A-0DB2-41E9-BA02-A19851A16F4F}" type="pres">
      <dgm:prSet presAssocID="{333DDDF3-AE1F-4340-99CA-16F987AAEB09}" presName="hierChild3" presStyleCnt="0"/>
      <dgm:spPr/>
    </dgm:pt>
    <dgm:pt modelId="{A0D5E0F9-5E92-4827-9582-A0F473E8CE69}" type="pres">
      <dgm:prSet presAssocID="{84804AA7-FB67-482A-B1EF-65DB5195D3CD}" presName="Name10" presStyleLbl="parChTrans1D2" presStyleIdx="1" presStyleCnt="4"/>
      <dgm:spPr/>
    </dgm:pt>
    <dgm:pt modelId="{CB41B74D-BAC1-4DC2-915F-EE9C68A7CC96}" type="pres">
      <dgm:prSet presAssocID="{057AFC59-027E-4BD2-A568-F11F73299257}" presName="hierRoot2" presStyleCnt="0"/>
      <dgm:spPr/>
    </dgm:pt>
    <dgm:pt modelId="{E6CBFF6A-9EC4-4F78-98E7-D2C2863BEAD1}" type="pres">
      <dgm:prSet presAssocID="{057AFC59-027E-4BD2-A568-F11F73299257}" presName="composite2" presStyleCnt="0"/>
      <dgm:spPr/>
    </dgm:pt>
    <dgm:pt modelId="{ABE72333-4FCC-417C-A51E-877FAAF5D395}" type="pres">
      <dgm:prSet presAssocID="{057AFC59-027E-4BD2-A568-F11F73299257}" presName="background2" presStyleLbl="node2" presStyleIdx="1" presStyleCnt="4"/>
      <dgm:spPr>
        <a:solidFill>
          <a:schemeClr val="bg2"/>
        </a:solidFill>
      </dgm:spPr>
    </dgm:pt>
    <dgm:pt modelId="{3DD09B1D-F7AD-445E-8A04-77B55A7B003C}" type="pres">
      <dgm:prSet presAssocID="{057AFC59-027E-4BD2-A568-F11F73299257}" presName="text2" presStyleLbl="fgAcc2" presStyleIdx="1" presStyleCnt="4">
        <dgm:presLayoutVars>
          <dgm:chPref val="3"/>
        </dgm:presLayoutVars>
      </dgm:prSet>
      <dgm:spPr/>
    </dgm:pt>
    <dgm:pt modelId="{5C0193AE-0C5F-4301-A2DA-762D661BF70D}" type="pres">
      <dgm:prSet presAssocID="{057AFC59-027E-4BD2-A568-F11F73299257}" presName="hierChild3" presStyleCnt="0"/>
      <dgm:spPr/>
    </dgm:pt>
    <dgm:pt modelId="{1B906E09-0C27-4649-8CFC-9939E486431B}" type="pres">
      <dgm:prSet presAssocID="{719605AA-E2EE-4361-9406-6607C60267FE}" presName="Name10" presStyleLbl="parChTrans1D2" presStyleIdx="2" presStyleCnt="4"/>
      <dgm:spPr/>
    </dgm:pt>
    <dgm:pt modelId="{077C781D-C061-46D5-9228-B0ADA67687DE}" type="pres">
      <dgm:prSet presAssocID="{BD30BA7D-1EB8-4311-9D50-83E945124035}" presName="hierRoot2" presStyleCnt="0"/>
      <dgm:spPr/>
    </dgm:pt>
    <dgm:pt modelId="{74ED510D-E754-40BA-BD45-02184FFE6DA1}" type="pres">
      <dgm:prSet presAssocID="{BD30BA7D-1EB8-4311-9D50-83E945124035}" presName="composite2" presStyleCnt="0"/>
      <dgm:spPr/>
    </dgm:pt>
    <dgm:pt modelId="{A80E332D-A839-46B6-BBF8-E5E1B2ACF3B5}" type="pres">
      <dgm:prSet presAssocID="{BD30BA7D-1EB8-4311-9D50-83E945124035}" presName="background2" presStyleLbl="node2" presStyleIdx="2" presStyleCnt="4"/>
      <dgm:spPr>
        <a:solidFill>
          <a:schemeClr val="bg2"/>
        </a:solidFill>
      </dgm:spPr>
    </dgm:pt>
    <dgm:pt modelId="{216AC45A-8B5C-42C6-8553-04B2AB58F071}" type="pres">
      <dgm:prSet presAssocID="{BD30BA7D-1EB8-4311-9D50-83E945124035}" presName="text2" presStyleLbl="fgAcc2" presStyleIdx="2" presStyleCnt="4">
        <dgm:presLayoutVars>
          <dgm:chPref val="3"/>
        </dgm:presLayoutVars>
      </dgm:prSet>
      <dgm:spPr/>
    </dgm:pt>
    <dgm:pt modelId="{D8543C6D-4AB9-4455-82BE-475231D74D12}" type="pres">
      <dgm:prSet presAssocID="{BD30BA7D-1EB8-4311-9D50-83E945124035}" presName="hierChild3" presStyleCnt="0"/>
      <dgm:spPr/>
    </dgm:pt>
    <dgm:pt modelId="{9DE238D9-7839-4798-9B8E-BAFB7403265F}" type="pres">
      <dgm:prSet presAssocID="{587D0EFE-0C05-413A-8FA1-A890390FB7DB}" presName="Name10" presStyleLbl="parChTrans1D2" presStyleIdx="3" presStyleCnt="4"/>
      <dgm:spPr/>
    </dgm:pt>
    <dgm:pt modelId="{CA739C35-AB23-40CD-9F7B-75891AA4BBB8}" type="pres">
      <dgm:prSet presAssocID="{D239BE8B-6323-4727-9E76-3ADAFEEB07AE}" presName="hierRoot2" presStyleCnt="0"/>
      <dgm:spPr/>
    </dgm:pt>
    <dgm:pt modelId="{8555676D-2DB2-4292-B1E4-19B55A675AD3}" type="pres">
      <dgm:prSet presAssocID="{D239BE8B-6323-4727-9E76-3ADAFEEB07AE}" presName="composite2" presStyleCnt="0"/>
      <dgm:spPr/>
    </dgm:pt>
    <dgm:pt modelId="{C669F5C1-2A93-47F9-8F9E-01A5162F9716}" type="pres">
      <dgm:prSet presAssocID="{D239BE8B-6323-4727-9E76-3ADAFEEB07AE}" presName="background2" presStyleLbl="node2" presStyleIdx="3" presStyleCnt="4"/>
      <dgm:spPr>
        <a:solidFill>
          <a:schemeClr val="bg2"/>
        </a:solidFill>
      </dgm:spPr>
    </dgm:pt>
    <dgm:pt modelId="{DCDB813F-E29D-427D-9FDA-7F9DC0F58329}" type="pres">
      <dgm:prSet presAssocID="{D239BE8B-6323-4727-9E76-3ADAFEEB07AE}" presName="text2" presStyleLbl="fgAcc2" presStyleIdx="3" presStyleCnt="4">
        <dgm:presLayoutVars>
          <dgm:chPref val="3"/>
        </dgm:presLayoutVars>
      </dgm:prSet>
      <dgm:spPr/>
    </dgm:pt>
    <dgm:pt modelId="{7542555D-C551-47C2-81B2-7C5019F236F8}" type="pres">
      <dgm:prSet presAssocID="{D239BE8B-6323-4727-9E76-3ADAFEEB07AE}" presName="hierChild3" presStyleCnt="0"/>
      <dgm:spPr/>
    </dgm:pt>
  </dgm:ptLst>
  <dgm:cxnLst>
    <dgm:cxn modelId="{9E556138-6DEA-4F9A-9459-724B6B8A2A64}" type="presOf" srcId="{719605AA-E2EE-4361-9406-6607C60267FE}" destId="{1B906E09-0C27-4649-8CFC-9939E486431B}" srcOrd="0" destOrd="0" presId="urn:microsoft.com/office/officeart/2005/8/layout/hierarchy1"/>
    <dgm:cxn modelId="{84E84B3C-9A13-42D4-9D3D-8062A4CE4ED7}" type="presOf" srcId="{587D0EFE-0C05-413A-8FA1-A890390FB7DB}" destId="{9DE238D9-7839-4798-9B8E-BAFB7403265F}" srcOrd="0" destOrd="0" presId="urn:microsoft.com/office/officeart/2005/8/layout/hierarchy1"/>
    <dgm:cxn modelId="{FA95743C-088B-47DD-A0BA-DE6FB7826174}" type="presOf" srcId="{333DDDF3-AE1F-4340-99CA-16F987AAEB09}" destId="{8B781CE5-6375-4846-9B96-23199D5E2C2D}" srcOrd="0" destOrd="0" presId="urn:microsoft.com/office/officeart/2005/8/layout/hierarchy1"/>
    <dgm:cxn modelId="{35EFF060-BFCD-4E61-872A-D1C661421321}" srcId="{2C125C3F-464E-49D1-B411-EF5AA0CF939E}" destId="{0664F1C4-7F9C-4649-A4BC-00F27D976CFD}" srcOrd="0" destOrd="0" parTransId="{C2B32EFF-9EFB-46E4-B979-898D0AB32FAD}" sibTransId="{C64514E2-4D71-447C-9278-F399F847BE6F}"/>
    <dgm:cxn modelId="{09D61B77-C975-4CD4-9E0F-032CB527884F}" srcId="{0664F1C4-7F9C-4649-A4BC-00F27D976CFD}" destId="{BD30BA7D-1EB8-4311-9D50-83E945124035}" srcOrd="2" destOrd="0" parTransId="{719605AA-E2EE-4361-9406-6607C60267FE}" sibTransId="{1BD1C678-D270-4901-8BE4-22511AC3AC77}"/>
    <dgm:cxn modelId="{F5288887-F04C-4027-9AFB-DAF0475A25BF}" type="presOf" srcId="{2C125C3F-464E-49D1-B411-EF5AA0CF939E}" destId="{F3685155-2662-450B-A698-15E973F8A057}" srcOrd="0" destOrd="0" presId="urn:microsoft.com/office/officeart/2005/8/layout/hierarchy1"/>
    <dgm:cxn modelId="{744B958D-3C2C-451D-B15B-A5D824BA4A92}" type="presOf" srcId="{0664F1C4-7F9C-4649-A4BC-00F27D976CFD}" destId="{FA057414-238A-4D06-A4DF-1F3D9ECC9AE0}" srcOrd="0" destOrd="0" presId="urn:microsoft.com/office/officeart/2005/8/layout/hierarchy1"/>
    <dgm:cxn modelId="{EEEA398E-0470-43E3-BDE1-4DE8539CBEE9}" type="presOf" srcId="{A7F7F6B8-94D3-49B3-9D3E-9684F6ADEFFA}" destId="{BA57819D-B26C-4A84-9BDF-E4872F71EBD6}" srcOrd="0" destOrd="0" presId="urn:microsoft.com/office/officeart/2005/8/layout/hierarchy1"/>
    <dgm:cxn modelId="{0CC42C95-B401-475F-BB5A-4D02C357B494}" type="presOf" srcId="{D239BE8B-6323-4727-9E76-3ADAFEEB07AE}" destId="{DCDB813F-E29D-427D-9FDA-7F9DC0F58329}" srcOrd="0" destOrd="0" presId="urn:microsoft.com/office/officeart/2005/8/layout/hierarchy1"/>
    <dgm:cxn modelId="{51CEFDA8-698F-48E3-A803-DCDD825696CA}" srcId="{0664F1C4-7F9C-4649-A4BC-00F27D976CFD}" destId="{333DDDF3-AE1F-4340-99CA-16F987AAEB09}" srcOrd="0" destOrd="0" parTransId="{A7F7F6B8-94D3-49B3-9D3E-9684F6ADEFFA}" sibTransId="{6834361A-87A7-4638-AA88-16DEC248A745}"/>
    <dgm:cxn modelId="{7F2A36B0-0A75-4368-809B-4C93022D079A}" type="presOf" srcId="{84804AA7-FB67-482A-B1EF-65DB5195D3CD}" destId="{A0D5E0F9-5E92-4827-9582-A0F473E8CE69}" srcOrd="0" destOrd="0" presId="urn:microsoft.com/office/officeart/2005/8/layout/hierarchy1"/>
    <dgm:cxn modelId="{48F7AAB1-4269-4B96-9F30-23EC23B6A85C}" srcId="{0664F1C4-7F9C-4649-A4BC-00F27D976CFD}" destId="{057AFC59-027E-4BD2-A568-F11F73299257}" srcOrd="1" destOrd="0" parTransId="{84804AA7-FB67-482A-B1EF-65DB5195D3CD}" sibTransId="{A3BC63CF-A4F3-48A9-82A8-B8563A077C86}"/>
    <dgm:cxn modelId="{112AE1BF-C5F2-43B1-91B0-A5AE8F751085}" srcId="{0664F1C4-7F9C-4649-A4BC-00F27D976CFD}" destId="{D239BE8B-6323-4727-9E76-3ADAFEEB07AE}" srcOrd="3" destOrd="0" parTransId="{587D0EFE-0C05-413A-8FA1-A890390FB7DB}" sibTransId="{7EC83337-B969-4D3D-AE3C-359F7FAC76E4}"/>
    <dgm:cxn modelId="{723CB0F0-A4F1-42B6-A566-0E1483DCD077}" type="presOf" srcId="{057AFC59-027E-4BD2-A568-F11F73299257}" destId="{3DD09B1D-F7AD-445E-8A04-77B55A7B003C}" srcOrd="0" destOrd="0" presId="urn:microsoft.com/office/officeart/2005/8/layout/hierarchy1"/>
    <dgm:cxn modelId="{634810FD-288B-4DFD-8822-6E7DF262E19A}" type="presOf" srcId="{BD30BA7D-1EB8-4311-9D50-83E945124035}" destId="{216AC45A-8B5C-42C6-8553-04B2AB58F071}" srcOrd="0" destOrd="0" presId="urn:microsoft.com/office/officeart/2005/8/layout/hierarchy1"/>
    <dgm:cxn modelId="{9F58ADF4-89C3-46E7-96C8-A83D640CDD47}" type="presParOf" srcId="{F3685155-2662-450B-A698-15E973F8A057}" destId="{A8714DC9-9067-48D6-9930-72B4143F3EE7}" srcOrd="0" destOrd="0" presId="urn:microsoft.com/office/officeart/2005/8/layout/hierarchy1"/>
    <dgm:cxn modelId="{B35692AF-FB84-4A40-B91E-C678710310BF}" type="presParOf" srcId="{A8714DC9-9067-48D6-9930-72B4143F3EE7}" destId="{3A30B852-2A67-4C30-B490-D5DFD5436A4C}" srcOrd="0" destOrd="0" presId="urn:microsoft.com/office/officeart/2005/8/layout/hierarchy1"/>
    <dgm:cxn modelId="{6725B94D-A019-4801-8362-318BCB14AC64}" type="presParOf" srcId="{3A30B852-2A67-4C30-B490-D5DFD5436A4C}" destId="{6BB455FD-BFB6-4092-AA50-ED869D1FA300}" srcOrd="0" destOrd="0" presId="urn:microsoft.com/office/officeart/2005/8/layout/hierarchy1"/>
    <dgm:cxn modelId="{F2FC47B7-279F-4BFE-B548-3B5C6E7EB81C}" type="presParOf" srcId="{3A30B852-2A67-4C30-B490-D5DFD5436A4C}" destId="{FA057414-238A-4D06-A4DF-1F3D9ECC9AE0}" srcOrd="1" destOrd="0" presId="urn:microsoft.com/office/officeart/2005/8/layout/hierarchy1"/>
    <dgm:cxn modelId="{56A1C897-140D-4A70-B785-352F31144EB8}" type="presParOf" srcId="{A8714DC9-9067-48D6-9930-72B4143F3EE7}" destId="{67793DD5-060E-4C79-859A-3A7582E298D4}" srcOrd="1" destOrd="0" presId="urn:microsoft.com/office/officeart/2005/8/layout/hierarchy1"/>
    <dgm:cxn modelId="{328CCDFF-13AE-42B8-9A17-F0599E750D65}" type="presParOf" srcId="{67793DD5-060E-4C79-859A-3A7582E298D4}" destId="{BA57819D-B26C-4A84-9BDF-E4872F71EBD6}" srcOrd="0" destOrd="0" presId="urn:microsoft.com/office/officeart/2005/8/layout/hierarchy1"/>
    <dgm:cxn modelId="{BB59FB2F-89DE-4648-8217-28028D173261}" type="presParOf" srcId="{67793DD5-060E-4C79-859A-3A7582E298D4}" destId="{99744B5A-F531-463F-AE1C-80D4B77EACC7}" srcOrd="1" destOrd="0" presId="urn:microsoft.com/office/officeart/2005/8/layout/hierarchy1"/>
    <dgm:cxn modelId="{592CC489-F452-4284-B532-9A106998686B}" type="presParOf" srcId="{99744B5A-F531-463F-AE1C-80D4B77EACC7}" destId="{0DAC17CB-4CDC-4890-BD11-57536BE8A818}" srcOrd="0" destOrd="0" presId="urn:microsoft.com/office/officeart/2005/8/layout/hierarchy1"/>
    <dgm:cxn modelId="{BFC53EEB-26AB-4CB1-A2BC-A8BF8752C11A}" type="presParOf" srcId="{0DAC17CB-4CDC-4890-BD11-57536BE8A818}" destId="{3008E7CD-F265-46A8-AF5C-88F6EEC3C3F4}" srcOrd="0" destOrd="0" presId="urn:microsoft.com/office/officeart/2005/8/layout/hierarchy1"/>
    <dgm:cxn modelId="{3AE17F44-2657-4F1E-BDB8-4F285910D522}" type="presParOf" srcId="{0DAC17CB-4CDC-4890-BD11-57536BE8A818}" destId="{8B781CE5-6375-4846-9B96-23199D5E2C2D}" srcOrd="1" destOrd="0" presId="urn:microsoft.com/office/officeart/2005/8/layout/hierarchy1"/>
    <dgm:cxn modelId="{5DDAEE11-F13D-43FB-B510-B057E55BBFD4}" type="presParOf" srcId="{99744B5A-F531-463F-AE1C-80D4B77EACC7}" destId="{1DA8FF9A-0DB2-41E9-BA02-A19851A16F4F}" srcOrd="1" destOrd="0" presId="urn:microsoft.com/office/officeart/2005/8/layout/hierarchy1"/>
    <dgm:cxn modelId="{53D1F6B7-08A4-48B6-87F9-43C35BCA40A2}" type="presParOf" srcId="{67793DD5-060E-4C79-859A-3A7582E298D4}" destId="{A0D5E0F9-5E92-4827-9582-A0F473E8CE69}" srcOrd="2" destOrd="0" presId="urn:microsoft.com/office/officeart/2005/8/layout/hierarchy1"/>
    <dgm:cxn modelId="{833CA002-B092-4858-8236-0FE75C54E359}" type="presParOf" srcId="{67793DD5-060E-4C79-859A-3A7582E298D4}" destId="{CB41B74D-BAC1-4DC2-915F-EE9C68A7CC96}" srcOrd="3" destOrd="0" presId="urn:microsoft.com/office/officeart/2005/8/layout/hierarchy1"/>
    <dgm:cxn modelId="{5DB740CD-3538-491A-B686-7713DB89A020}" type="presParOf" srcId="{CB41B74D-BAC1-4DC2-915F-EE9C68A7CC96}" destId="{E6CBFF6A-9EC4-4F78-98E7-D2C2863BEAD1}" srcOrd="0" destOrd="0" presId="urn:microsoft.com/office/officeart/2005/8/layout/hierarchy1"/>
    <dgm:cxn modelId="{7920D834-3434-4609-AB05-438D5348B9E1}" type="presParOf" srcId="{E6CBFF6A-9EC4-4F78-98E7-D2C2863BEAD1}" destId="{ABE72333-4FCC-417C-A51E-877FAAF5D395}" srcOrd="0" destOrd="0" presId="urn:microsoft.com/office/officeart/2005/8/layout/hierarchy1"/>
    <dgm:cxn modelId="{2864444B-08A2-49EA-8625-212B4BB37201}" type="presParOf" srcId="{E6CBFF6A-9EC4-4F78-98E7-D2C2863BEAD1}" destId="{3DD09B1D-F7AD-445E-8A04-77B55A7B003C}" srcOrd="1" destOrd="0" presId="urn:microsoft.com/office/officeart/2005/8/layout/hierarchy1"/>
    <dgm:cxn modelId="{A3FE9A50-695F-4757-A729-27CEB99E6ED0}" type="presParOf" srcId="{CB41B74D-BAC1-4DC2-915F-EE9C68A7CC96}" destId="{5C0193AE-0C5F-4301-A2DA-762D661BF70D}" srcOrd="1" destOrd="0" presId="urn:microsoft.com/office/officeart/2005/8/layout/hierarchy1"/>
    <dgm:cxn modelId="{61E0C017-47FF-4E23-AF97-48AE2B52AE04}" type="presParOf" srcId="{67793DD5-060E-4C79-859A-3A7582E298D4}" destId="{1B906E09-0C27-4649-8CFC-9939E486431B}" srcOrd="4" destOrd="0" presId="urn:microsoft.com/office/officeart/2005/8/layout/hierarchy1"/>
    <dgm:cxn modelId="{3BDF9A43-0D11-47C4-9856-A36C54F41521}" type="presParOf" srcId="{67793DD5-060E-4C79-859A-3A7582E298D4}" destId="{077C781D-C061-46D5-9228-B0ADA67687DE}" srcOrd="5" destOrd="0" presId="urn:microsoft.com/office/officeart/2005/8/layout/hierarchy1"/>
    <dgm:cxn modelId="{0FF300BD-9D05-4DA7-BC11-F845A04D471D}" type="presParOf" srcId="{077C781D-C061-46D5-9228-B0ADA67687DE}" destId="{74ED510D-E754-40BA-BD45-02184FFE6DA1}" srcOrd="0" destOrd="0" presId="urn:microsoft.com/office/officeart/2005/8/layout/hierarchy1"/>
    <dgm:cxn modelId="{F8DF6A99-E42B-4905-AF08-E431B1034B6E}" type="presParOf" srcId="{74ED510D-E754-40BA-BD45-02184FFE6DA1}" destId="{A80E332D-A839-46B6-BBF8-E5E1B2ACF3B5}" srcOrd="0" destOrd="0" presId="urn:microsoft.com/office/officeart/2005/8/layout/hierarchy1"/>
    <dgm:cxn modelId="{9A677DF5-C401-4B84-A5D1-D2E6EDFE8FB1}" type="presParOf" srcId="{74ED510D-E754-40BA-BD45-02184FFE6DA1}" destId="{216AC45A-8B5C-42C6-8553-04B2AB58F071}" srcOrd="1" destOrd="0" presId="urn:microsoft.com/office/officeart/2005/8/layout/hierarchy1"/>
    <dgm:cxn modelId="{74C522FC-7D9E-4F4E-AE5F-73ECF29B79CB}" type="presParOf" srcId="{077C781D-C061-46D5-9228-B0ADA67687DE}" destId="{D8543C6D-4AB9-4455-82BE-475231D74D12}" srcOrd="1" destOrd="0" presId="urn:microsoft.com/office/officeart/2005/8/layout/hierarchy1"/>
    <dgm:cxn modelId="{D8D9F5E9-76B6-462D-9EB9-F406FD10636D}" type="presParOf" srcId="{67793DD5-060E-4C79-859A-3A7582E298D4}" destId="{9DE238D9-7839-4798-9B8E-BAFB7403265F}" srcOrd="6" destOrd="0" presId="urn:microsoft.com/office/officeart/2005/8/layout/hierarchy1"/>
    <dgm:cxn modelId="{D129369C-DEF5-466F-8CFB-448CA86CD8A7}" type="presParOf" srcId="{67793DD5-060E-4C79-859A-3A7582E298D4}" destId="{CA739C35-AB23-40CD-9F7B-75891AA4BBB8}" srcOrd="7" destOrd="0" presId="urn:microsoft.com/office/officeart/2005/8/layout/hierarchy1"/>
    <dgm:cxn modelId="{0677D612-E9AA-4655-97B7-2C25E5BA741A}" type="presParOf" srcId="{CA739C35-AB23-40CD-9F7B-75891AA4BBB8}" destId="{8555676D-2DB2-4292-B1E4-19B55A675AD3}" srcOrd="0" destOrd="0" presId="urn:microsoft.com/office/officeart/2005/8/layout/hierarchy1"/>
    <dgm:cxn modelId="{CEA74E2F-E133-4218-BF01-E13F315A1063}" type="presParOf" srcId="{8555676D-2DB2-4292-B1E4-19B55A675AD3}" destId="{C669F5C1-2A93-47F9-8F9E-01A5162F9716}" srcOrd="0" destOrd="0" presId="urn:microsoft.com/office/officeart/2005/8/layout/hierarchy1"/>
    <dgm:cxn modelId="{49406C13-8F5B-44DC-B1E6-7807377BD6E0}" type="presParOf" srcId="{8555676D-2DB2-4292-B1E4-19B55A675AD3}" destId="{DCDB813F-E29D-427D-9FDA-7F9DC0F58329}" srcOrd="1" destOrd="0" presId="urn:microsoft.com/office/officeart/2005/8/layout/hierarchy1"/>
    <dgm:cxn modelId="{6279A083-451A-48E5-8A7E-A47A7B40623D}" type="presParOf" srcId="{CA739C35-AB23-40CD-9F7B-75891AA4BBB8}" destId="{7542555D-C551-47C2-81B2-7C5019F236F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CFBD202-B275-4CAE-8914-7B7E89E108EE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129407-3577-4758-ADCC-BD0BA58891AA}">
      <dgm:prSet phldrT="[Texto]" phldr="0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Etapa 3</a:t>
          </a:r>
        </a:p>
      </dgm:t>
    </dgm:pt>
    <dgm:pt modelId="{7220DB00-9E8A-4924-8ED0-914953DDB660}" type="parTrans" cxnId="{41134FAC-0CDD-4093-8492-A743A601C0B7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8482184A-0073-4288-9315-38E8DD0EC55C}" type="sibTrans" cxnId="{41134FAC-0CDD-4093-8492-A743A601C0B7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2556EC95-C979-4849-82E0-7B0D1A72B9BA}">
      <dgm:prSet phldrT="[Texto]" phldr="0"/>
      <dgm:spPr>
        <a:solidFill>
          <a:srgbClr val="BABABA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Modelo de la información</a:t>
          </a:r>
        </a:p>
      </dgm:t>
    </dgm:pt>
    <dgm:pt modelId="{EB4E1A0D-8099-424E-8C02-85119CC2537D}" type="parTrans" cxnId="{6A2D2DEF-17BA-4928-A4B1-D70F61F61571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5C0F9E5C-4845-492F-AC8D-ABF2255E0411}" type="sibTrans" cxnId="{6A2D2DEF-17BA-4928-A4B1-D70F61F6157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44ACED2E-547C-43EB-AFE8-3FE57353B439}">
      <dgm:prSet phldrT="[Texto]" phldr="0"/>
      <dgm:spPr>
        <a:solidFill>
          <a:srgbClr val="BABABA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Diagrama identidad-relación</a:t>
          </a:r>
        </a:p>
      </dgm:t>
    </dgm:pt>
    <dgm:pt modelId="{CFF5E305-B54C-4F2F-82C3-D3D16E494D66}" type="parTrans" cxnId="{61654CEA-690D-49CC-9B10-FBBD72EE35D1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8A78B416-4EFD-4683-B112-B41960FFF82D}" type="sibTrans" cxnId="{61654CEA-690D-49CC-9B10-FBBD72EE35D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241C21C9-70D8-4D9A-94FA-B578E3CA0C2B}">
      <dgm:prSet phldrT="[Texto]" phldr="0"/>
      <dgm:spPr>
        <a:solidFill>
          <a:srgbClr val="BABABA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Diseño lógico y físico</a:t>
          </a:r>
        </a:p>
      </dgm:t>
    </dgm:pt>
    <dgm:pt modelId="{90466797-77F9-48A4-907A-CC3AA4EEC9C2}" type="parTrans" cxnId="{266D7800-D0BC-4680-BB2B-ECC10996E0E7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9EEB6878-3E7C-46D0-B347-29429889EC72}" type="sibTrans" cxnId="{266D7800-D0BC-4680-BB2B-ECC10996E0E7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5289702B-BA35-4466-92CB-1BA9D49E0CBC}">
      <dgm:prSet phldrT="[Texto]" phldr="0"/>
      <dgm:spPr>
        <a:solidFill>
          <a:srgbClr val="BABABA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Programación e implementación</a:t>
          </a:r>
        </a:p>
      </dgm:t>
    </dgm:pt>
    <dgm:pt modelId="{BE331B29-8CEF-4ADE-9477-411EC84214CC}" type="parTrans" cxnId="{888CCD41-0160-447D-8827-8554057C7A88}">
      <dgm:prSet/>
      <dgm:spPr/>
      <dgm:t>
        <a:bodyPr/>
        <a:lstStyle/>
        <a:p>
          <a:endParaRPr lang="es-CO" noProof="0"/>
        </a:p>
      </dgm:t>
    </dgm:pt>
    <dgm:pt modelId="{ECDB0228-E021-4E65-B1A0-4FC564658E6F}" type="sibTrans" cxnId="{888CCD41-0160-447D-8827-8554057C7A88}">
      <dgm:prSet/>
      <dgm:spPr/>
      <dgm:t>
        <a:bodyPr/>
        <a:lstStyle/>
        <a:p>
          <a:endParaRPr lang="en-US"/>
        </a:p>
      </dgm:t>
    </dgm:pt>
    <dgm:pt modelId="{647E0EE1-E0FB-4C90-9517-5FCD7C26B9D8}" type="pres">
      <dgm:prSet presAssocID="{ECFBD202-B275-4CAE-8914-7B7E89E108EE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07F7242-DDB3-47C3-8C91-9422B7B8C473}" type="pres">
      <dgm:prSet presAssocID="{86129407-3577-4758-ADCC-BD0BA58891AA}" presName="root1" presStyleCnt="0"/>
      <dgm:spPr/>
    </dgm:pt>
    <dgm:pt modelId="{00AB0F25-9CDF-4937-9A55-C9CBA31F1A3B}" type="pres">
      <dgm:prSet presAssocID="{86129407-3577-4758-ADCC-BD0BA58891AA}" presName="LevelOneTextNode" presStyleLbl="node0" presStyleIdx="0" presStyleCnt="1">
        <dgm:presLayoutVars>
          <dgm:chPref val="3"/>
        </dgm:presLayoutVars>
      </dgm:prSet>
      <dgm:spPr/>
    </dgm:pt>
    <dgm:pt modelId="{60F4C695-E081-418F-A045-F80D236D3956}" type="pres">
      <dgm:prSet presAssocID="{86129407-3577-4758-ADCC-BD0BA58891AA}" presName="level2hierChild" presStyleCnt="0"/>
      <dgm:spPr/>
    </dgm:pt>
    <dgm:pt modelId="{9F5D1681-C826-4461-B59F-27FC7EFA17CA}" type="pres">
      <dgm:prSet presAssocID="{EB4E1A0D-8099-424E-8C02-85119CC2537D}" presName="conn2-1" presStyleLbl="parChTrans1D2" presStyleIdx="0" presStyleCnt="4"/>
      <dgm:spPr/>
    </dgm:pt>
    <dgm:pt modelId="{A651B001-28CA-46C6-9D28-A517B7B3B422}" type="pres">
      <dgm:prSet presAssocID="{EB4E1A0D-8099-424E-8C02-85119CC2537D}" presName="connTx" presStyleLbl="parChTrans1D2" presStyleIdx="0" presStyleCnt="4"/>
      <dgm:spPr/>
    </dgm:pt>
    <dgm:pt modelId="{6AFFA917-C82A-4027-974F-3305D215519E}" type="pres">
      <dgm:prSet presAssocID="{2556EC95-C979-4849-82E0-7B0D1A72B9BA}" presName="root2" presStyleCnt="0"/>
      <dgm:spPr/>
    </dgm:pt>
    <dgm:pt modelId="{DEC77B91-4AF6-4097-B9D6-8A6C8E1C8B2E}" type="pres">
      <dgm:prSet presAssocID="{2556EC95-C979-4849-82E0-7B0D1A72B9BA}" presName="LevelTwoTextNode" presStyleLbl="node2" presStyleIdx="0" presStyleCnt="4">
        <dgm:presLayoutVars>
          <dgm:chPref val="3"/>
        </dgm:presLayoutVars>
      </dgm:prSet>
      <dgm:spPr/>
    </dgm:pt>
    <dgm:pt modelId="{294DB631-ABBA-4ED2-97F6-109A01FA6163}" type="pres">
      <dgm:prSet presAssocID="{2556EC95-C979-4849-82E0-7B0D1A72B9BA}" presName="level3hierChild" presStyleCnt="0"/>
      <dgm:spPr/>
    </dgm:pt>
    <dgm:pt modelId="{A8F9C0ED-6289-4441-8FB3-D427A785E72E}" type="pres">
      <dgm:prSet presAssocID="{90466797-77F9-48A4-907A-CC3AA4EEC9C2}" presName="conn2-1" presStyleLbl="parChTrans1D2" presStyleIdx="1" presStyleCnt="4"/>
      <dgm:spPr/>
    </dgm:pt>
    <dgm:pt modelId="{185AE182-ABD1-440D-8EF9-A13A65C606D6}" type="pres">
      <dgm:prSet presAssocID="{90466797-77F9-48A4-907A-CC3AA4EEC9C2}" presName="connTx" presStyleLbl="parChTrans1D2" presStyleIdx="1" presStyleCnt="4"/>
      <dgm:spPr/>
    </dgm:pt>
    <dgm:pt modelId="{C536F16E-211B-4D98-A927-CBD02902DA2D}" type="pres">
      <dgm:prSet presAssocID="{241C21C9-70D8-4D9A-94FA-B578E3CA0C2B}" presName="root2" presStyleCnt="0"/>
      <dgm:spPr/>
    </dgm:pt>
    <dgm:pt modelId="{5926E740-7C1C-40B3-B14F-E403BC33CE0B}" type="pres">
      <dgm:prSet presAssocID="{241C21C9-70D8-4D9A-94FA-B578E3CA0C2B}" presName="LevelTwoTextNode" presStyleLbl="node2" presStyleIdx="1" presStyleCnt="4">
        <dgm:presLayoutVars>
          <dgm:chPref val="3"/>
        </dgm:presLayoutVars>
      </dgm:prSet>
      <dgm:spPr/>
    </dgm:pt>
    <dgm:pt modelId="{475C5327-0363-4718-8A6D-E5639354A670}" type="pres">
      <dgm:prSet presAssocID="{241C21C9-70D8-4D9A-94FA-B578E3CA0C2B}" presName="level3hierChild" presStyleCnt="0"/>
      <dgm:spPr/>
    </dgm:pt>
    <dgm:pt modelId="{0FBCFCCE-21A7-46E2-B73D-65ABE5145C61}" type="pres">
      <dgm:prSet presAssocID="{CFF5E305-B54C-4F2F-82C3-D3D16E494D66}" presName="conn2-1" presStyleLbl="parChTrans1D2" presStyleIdx="2" presStyleCnt="4"/>
      <dgm:spPr/>
    </dgm:pt>
    <dgm:pt modelId="{B9CC4FC3-FEBE-4412-B17C-3A4907803B18}" type="pres">
      <dgm:prSet presAssocID="{CFF5E305-B54C-4F2F-82C3-D3D16E494D66}" presName="connTx" presStyleLbl="parChTrans1D2" presStyleIdx="2" presStyleCnt="4"/>
      <dgm:spPr/>
    </dgm:pt>
    <dgm:pt modelId="{04C2D7B4-F81D-4C5D-899A-39254C97EE48}" type="pres">
      <dgm:prSet presAssocID="{44ACED2E-547C-43EB-AFE8-3FE57353B439}" presName="root2" presStyleCnt="0"/>
      <dgm:spPr/>
    </dgm:pt>
    <dgm:pt modelId="{3993C299-B931-41B5-8A78-8303B87F9A18}" type="pres">
      <dgm:prSet presAssocID="{44ACED2E-547C-43EB-AFE8-3FE57353B439}" presName="LevelTwoTextNode" presStyleLbl="node2" presStyleIdx="2" presStyleCnt="4">
        <dgm:presLayoutVars>
          <dgm:chPref val="3"/>
        </dgm:presLayoutVars>
      </dgm:prSet>
      <dgm:spPr/>
    </dgm:pt>
    <dgm:pt modelId="{2B43AF4E-2EA8-4B80-8040-341AE22C635B}" type="pres">
      <dgm:prSet presAssocID="{44ACED2E-547C-43EB-AFE8-3FE57353B439}" presName="level3hierChild" presStyleCnt="0"/>
      <dgm:spPr/>
    </dgm:pt>
    <dgm:pt modelId="{B3B61B55-966B-4C33-B33C-8F151D5C2832}" type="pres">
      <dgm:prSet presAssocID="{BE331B29-8CEF-4ADE-9477-411EC84214CC}" presName="conn2-1" presStyleLbl="parChTrans1D2" presStyleIdx="3" presStyleCnt="4"/>
      <dgm:spPr/>
    </dgm:pt>
    <dgm:pt modelId="{14C62EC4-D394-4426-BFF9-F47B6E99E00A}" type="pres">
      <dgm:prSet presAssocID="{BE331B29-8CEF-4ADE-9477-411EC84214CC}" presName="connTx" presStyleLbl="parChTrans1D2" presStyleIdx="3" presStyleCnt="4"/>
      <dgm:spPr/>
    </dgm:pt>
    <dgm:pt modelId="{F6CB57EA-C5D3-43DD-9277-CCCA07B4E41B}" type="pres">
      <dgm:prSet presAssocID="{5289702B-BA35-4466-92CB-1BA9D49E0CBC}" presName="root2" presStyleCnt="0"/>
      <dgm:spPr/>
    </dgm:pt>
    <dgm:pt modelId="{32E46414-18F1-46D5-8FD3-318993461705}" type="pres">
      <dgm:prSet presAssocID="{5289702B-BA35-4466-92CB-1BA9D49E0CBC}" presName="LevelTwoTextNode" presStyleLbl="node2" presStyleIdx="3" presStyleCnt="4">
        <dgm:presLayoutVars>
          <dgm:chPref val="3"/>
        </dgm:presLayoutVars>
      </dgm:prSet>
      <dgm:spPr/>
    </dgm:pt>
    <dgm:pt modelId="{CCD27D73-0553-438E-9976-18BF61382CDB}" type="pres">
      <dgm:prSet presAssocID="{5289702B-BA35-4466-92CB-1BA9D49E0CBC}" presName="level3hierChild" presStyleCnt="0"/>
      <dgm:spPr/>
    </dgm:pt>
  </dgm:ptLst>
  <dgm:cxnLst>
    <dgm:cxn modelId="{266D7800-D0BC-4680-BB2B-ECC10996E0E7}" srcId="{86129407-3577-4758-ADCC-BD0BA58891AA}" destId="{241C21C9-70D8-4D9A-94FA-B578E3CA0C2B}" srcOrd="1" destOrd="0" parTransId="{90466797-77F9-48A4-907A-CC3AA4EEC9C2}" sibTransId="{9EEB6878-3E7C-46D0-B347-29429889EC72}"/>
    <dgm:cxn modelId="{2FD78122-DB9D-4942-A7F5-34E0D2002DF1}" type="presOf" srcId="{241C21C9-70D8-4D9A-94FA-B578E3CA0C2B}" destId="{5926E740-7C1C-40B3-B14F-E403BC33CE0B}" srcOrd="0" destOrd="0" presId="urn:microsoft.com/office/officeart/2008/layout/HorizontalMultiLevelHierarchy"/>
    <dgm:cxn modelId="{CF9F8722-7839-461C-9CE5-C2B60A98DC48}" type="presOf" srcId="{BE331B29-8CEF-4ADE-9477-411EC84214CC}" destId="{14C62EC4-D394-4426-BFF9-F47B6E99E00A}" srcOrd="1" destOrd="0" presId="urn:microsoft.com/office/officeart/2008/layout/HorizontalMultiLevelHierarchy"/>
    <dgm:cxn modelId="{09E7D022-1981-4A8D-8779-3FDC07ECF030}" type="presOf" srcId="{5289702B-BA35-4466-92CB-1BA9D49E0CBC}" destId="{32E46414-18F1-46D5-8FD3-318993461705}" srcOrd="0" destOrd="0" presId="urn:microsoft.com/office/officeart/2008/layout/HorizontalMultiLevelHierarchy"/>
    <dgm:cxn modelId="{888CCD41-0160-447D-8827-8554057C7A88}" srcId="{86129407-3577-4758-ADCC-BD0BA58891AA}" destId="{5289702B-BA35-4466-92CB-1BA9D49E0CBC}" srcOrd="3" destOrd="0" parTransId="{BE331B29-8CEF-4ADE-9477-411EC84214CC}" sibTransId="{ECDB0228-E021-4E65-B1A0-4FC564658E6F}"/>
    <dgm:cxn modelId="{58FDF163-EB05-4DA4-BFB3-D8C651FA2C8C}" type="presOf" srcId="{EB4E1A0D-8099-424E-8C02-85119CC2537D}" destId="{9F5D1681-C826-4461-B59F-27FC7EFA17CA}" srcOrd="0" destOrd="0" presId="urn:microsoft.com/office/officeart/2008/layout/HorizontalMultiLevelHierarchy"/>
    <dgm:cxn modelId="{1B6BB765-8631-4980-AE2E-A712439A03C0}" type="presOf" srcId="{90466797-77F9-48A4-907A-CC3AA4EEC9C2}" destId="{185AE182-ABD1-440D-8EF9-A13A65C606D6}" srcOrd="1" destOrd="0" presId="urn:microsoft.com/office/officeart/2008/layout/HorizontalMultiLevelHierarchy"/>
    <dgm:cxn modelId="{65DF326B-75D1-45EF-8462-59A06CD42541}" type="presOf" srcId="{BE331B29-8CEF-4ADE-9477-411EC84214CC}" destId="{B3B61B55-966B-4C33-B33C-8F151D5C2832}" srcOrd="0" destOrd="0" presId="urn:microsoft.com/office/officeart/2008/layout/HorizontalMultiLevelHierarchy"/>
    <dgm:cxn modelId="{BD39E1A5-B832-4E36-AEC3-53674FF840FD}" type="presOf" srcId="{86129407-3577-4758-ADCC-BD0BA58891AA}" destId="{00AB0F25-9CDF-4937-9A55-C9CBA31F1A3B}" srcOrd="0" destOrd="0" presId="urn:microsoft.com/office/officeart/2008/layout/HorizontalMultiLevelHierarchy"/>
    <dgm:cxn modelId="{75C440A7-CBDF-4A8A-A390-5D0C593B8426}" type="presOf" srcId="{2556EC95-C979-4849-82E0-7B0D1A72B9BA}" destId="{DEC77B91-4AF6-4097-B9D6-8A6C8E1C8B2E}" srcOrd="0" destOrd="0" presId="urn:microsoft.com/office/officeart/2008/layout/HorizontalMultiLevelHierarchy"/>
    <dgm:cxn modelId="{41134FAC-0CDD-4093-8492-A743A601C0B7}" srcId="{ECFBD202-B275-4CAE-8914-7B7E89E108EE}" destId="{86129407-3577-4758-ADCC-BD0BA58891AA}" srcOrd="0" destOrd="0" parTransId="{7220DB00-9E8A-4924-8ED0-914953DDB660}" sibTransId="{8482184A-0073-4288-9315-38E8DD0EC55C}"/>
    <dgm:cxn modelId="{157AC5B2-56F5-48D0-97AF-DF44C0F07C7F}" type="presOf" srcId="{ECFBD202-B275-4CAE-8914-7B7E89E108EE}" destId="{647E0EE1-E0FB-4C90-9517-5FCD7C26B9D8}" srcOrd="0" destOrd="0" presId="urn:microsoft.com/office/officeart/2008/layout/HorizontalMultiLevelHierarchy"/>
    <dgm:cxn modelId="{C737DFBA-60CD-40D2-8014-DE2F9E93450C}" type="presOf" srcId="{EB4E1A0D-8099-424E-8C02-85119CC2537D}" destId="{A651B001-28CA-46C6-9D28-A517B7B3B422}" srcOrd="1" destOrd="0" presId="urn:microsoft.com/office/officeart/2008/layout/HorizontalMultiLevelHierarchy"/>
    <dgm:cxn modelId="{1F1A45BC-AD83-4975-BA51-85744497237F}" type="presOf" srcId="{CFF5E305-B54C-4F2F-82C3-D3D16E494D66}" destId="{B9CC4FC3-FEBE-4412-B17C-3A4907803B18}" srcOrd="1" destOrd="0" presId="urn:microsoft.com/office/officeart/2008/layout/HorizontalMultiLevelHierarchy"/>
    <dgm:cxn modelId="{7E2B99D8-559F-43EC-9C0C-D69A3046CBBA}" type="presOf" srcId="{90466797-77F9-48A4-907A-CC3AA4EEC9C2}" destId="{A8F9C0ED-6289-4441-8FB3-D427A785E72E}" srcOrd="0" destOrd="0" presId="urn:microsoft.com/office/officeart/2008/layout/HorizontalMultiLevelHierarchy"/>
    <dgm:cxn modelId="{61654CEA-690D-49CC-9B10-FBBD72EE35D1}" srcId="{86129407-3577-4758-ADCC-BD0BA58891AA}" destId="{44ACED2E-547C-43EB-AFE8-3FE57353B439}" srcOrd="2" destOrd="0" parTransId="{CFF5E305-B54C-4F2F-82C3-D3D16E494D66}" sibTransId="{8A78B416-4EFD-4683-B112-B41960FFF82D}"/>
    <dgm:cxn modelId="{6CA6F8EB-108A-4CB8-96D5-FF1030540E33}" type="presOf" srcId="{CFF5E305-B54C-4F2F-82C3-D3D16E494D66}" destId="{0FBCFCCE-21A7-46E2-B73D-65ABE5145C61}" srcOrd="0" destOrd="0" presId="urn:microsoft.com/office/officeart/2008/layout/HorizontalMultiLevelHierarchy"/>
    <dgm:cxn modelId="{6A2D2DEF-17BA-4928-A4B1-D70F61F61571}" srcId="{86129407-3577-4758-ADCC-BD0BA58891AA}" destId="{2556EC95-C979-4849-82E0-7B0D1A72B9BA}" srcOrd="0" destOrd="0" parTransId="{EB4E1A0D-8099-424E-8C02-85119CC2537D}" sibTransId="{5C0F9E5C-4845-492F-AC8D-ABF2255E0411}"/>
    <dgm:cxn modelId="{25B517F2-359F-433E-BFE6-4272F2E05462}" type="presOf" srcId="{44ACED2E-547C-43EB-AFE8-3FE57353B439}" destId="{3993C299-B931-41B5-8A78-8303B87F9A18}" srcOrd="0" destOrd="0" presId="urn:microsoft.com/office/officeart/2008/layout/HorizontalMultiLevelHierarchy"/>
    <dgm:cxn modelId="{42D915FE-10C7-40E1-A03A-B23834122A9D}" type="presParOf" srcId="{647E0EE1-E0FB-4C90-9517-5FCD7C26B9D8}" destId="{607F7242-DDB3-47C3-8C91-9422B7B8C473}" srcOrd="0" destOrd="0" presId="urn:microsoft.com/office/officeart/2008/layout/HorizontalMultiLevelHierarchy"/>
    <dgm:cxn modelId="{A168D99A-443E-41C2-8416-9E5AD383E2DB}" type="presParOf" srcId="{607F7242-DDB3-47C3-8C91-9422B7B8C473}" destId="{00AB0F25-9CDF-4937-9A55-C9CBA31F1A3B}" srcOrd="0" destOrd="0" presId="urn:microsoft.com/office/officeart/2008/layout/HorizontalMultiLevelHierarchy"/>
    <dgm:cxn modelId="{883FD44B-1363-4B20-8ACC-9A8235E398FF}" type="presParOf" srcId="{607F7242-DDB3-47C3-8C91-9422B7B8C473}" destId="{60F4C695-E081-418F-A045-F80D236D3956}" srcOrd="1" destOrd="0" presId="urn:microsoft.com/office/officeart/2008/layout/HorizontalMultiLevelHierarchy"/>
    <dgm:cxn modelId="{F34242B4-FD88-493B-898B-99F917CB68F9}" type="presParOf" srcId="{60F4C695-E081-418F-A045-F80D236D3956}" destId="{9F5D1681-C826-4461-B59F-27FC7EFA17CA}" srcOrd="0" destOrd="0" presId="urn:microsoft.com/office/officeart/2008/layout/HorizontalMultiLevelHierarchy"/>
    <dgm:cxn modelId="{AD650EC1-AAE7-4089-B496-2B8EBF429D68}" type="presParOf" srcId="{9F5D1681-C826-4461-B59F-27FC7EFA17CA}" destId="{A651B001-28CA-46C6-9D28-A517B7B3B422}" srcOrd="0" destOrd="0" presId="urn:microsoft.com/office/officeart/2008/layout/HorizontalMultiLevelHierarchy"/>
    <dgm:cxn modelId="{944629B6-B799-4F8C-BEE2-42BDAC1F7D00}" type="presParOf" srcId="{60F4C695-E081-418F-A045-F80D236D3956}" destId="{6AFFA917-C82A-4027-974F-3305D215519E}" srcOrd="1" destOrd="0" presId="urn:microsoft.com/office/officeart/2008/layout/HorizontalMultiLevelHierarchy"/>
    <dgm:cxn modelId="{DB2285AD-6A89-4114-B1D6-0A208D13AA1F}" type="presParOf" srcId="{6AFFA917-C82A-4027-974F-3305D215519E}" destId="{DEC77B91-4AF6-4097-B9D6-8A6C8E1C8B2E}" srcOrd="0" destOrd="0" presId="urn:microsoft.com/office/officeart/2008/layout/HorizontalMultiLevelHierarchy"/>
    <dgm:cxn modelId="{3BB5845D-994B-49D5-B14F-C79209625290}" type="presParOf" srcId="{6AFFA917-C82A-4027-974F-3305D215519E}" destId="{294DB631-ABBA-4ED2-97F6-109A01FA6163}" srcOrd="1" destOrd="0" presId="urn:microsoft.com/office/officeart/2008/layout/HorizontalMultiLevelHierarchy"/>
    <dgm:cxn modelId="{5249DF0F-962C-489B-A7EE-FE2F429BDE12}" type="presParOf" srcId="{60F4C695-E081-418F-A045-F80D236D3956}" destId="{A8F9C0ED-6289-4441-8FB3-D427A785E72E}" srcOrd="2" destOrd="0" presId="urn:microsoft.com/office/officeart/2008/layout/HorizontalMultiLevelHierarchy"/>
    <dgm:cxn modelId="{F6EB1877-15E3-4A2B-AC14-3F336DFBA456}" type="presParOf" srcId="{A8F9C0ED-6289-4441-8FB3-D427A785E72E}" destId="{185AE182-ABD1-440D-8EF9-A13A65C606D6}" srcOrd="0" destOrd="0" presId="urn:microsoft.com/office/officeart/2008/layout/HorizontalMultiLevelHierarchy"/>
    <dgm:cxn modelId="{A5389240-D951-448B-86E6-8519C3BDDFAB}" type="presParOf" srcId="{60F4C695-E081-418F-A045-F80D236D3956}" destId="{C536F16E-211B-4D98-A927-CBD02902DA2D}" srcOrd="3" destOrd="0" presId="urn:microsoft.com/office/officeart/2008/layout/HorizontalMultiLevelHierarchy"/>
    <dgm:cxn modelId="{8E7A989B-B692-4B77-A876-65C8D3266E44}" type="presParOf" srcId="{C536F16E-211B-4D98-A927-CBD02902DA2D}" destId="{5926E740-7C1C-40B3-B14F-E403BC33CE0B}" srcOrd="0" destOrd="0" presId="urn:microsoft.com/office/officeart/2008/layout/HorizontalMultiLevelHierarchy"/>
    <dgm:cxn modelId="{617C6B87-F40D-487C-8A8F-F078D2A33229}" type="presParOf" srcId="{C536F16E-211B-4D98-A927-CBD02902DA2D}" destId="{475C5327-0363-4718-8A6D-E5639354A670}" srcOrd="1" destOrd="0" presId="urn:microsoft.com/office/officeart/2008/layout/HorizontalMultiLevelHierarchy"/>
    <dgm:cxn modelId="{FF383947-DF8F-433B-900E-E97A055A04D4}" type="presParOf" srcId="{60F4C695-E081-418F-A045-F80D236D3956}" destId="{0FBCFCCE-21A7-46E2-B73D-65ABE5145C61}" srcOrd="4" destOrd="0" presId="urn:microsoft.com/office/officeart/2008/layout/HorizontalMultiLevelHierarchy"/>
    <dgm:cxn modelId="{B344FC7F-CA61-4A0C-8C11-0D8CD060EAE6}" type="presParOf" srcId="{0FBCFCCE-21A7-46E2-B73D-65ABE5145C61}" destId="{B9CC4FC3-FEBE-4412-B17C-3A4907803B18}" srcOrd="0" destOrd="0" presId="urn:microsoft.com/office/officeart/2008/layout/HorizontalMultiLevelHierarchy"/>
    <dgm:cxn modelId="{40119E13-85CA-4412-8B89-EFB6268A514D}" type="presParOf" srcId="{60F4C695-E081-418F-A045-F80D236D3956}" destId="{04C2D7B4-F81D-4C5D-899A-39254C97EE48}" srcOrd="5" destOrd="0" presId="urn:microsoft.com/office/officeart/2008/layout/HorizontalMultiLevelHierarchy"/>
    <dgm:cxn modelId="{D9F6DAEB-EFA0-4D43-9C3E-511A3FE4594A}" type="presParOf" srcId="{04C2D7B4-F81D-4C5D-899A-39254C97EE48}" destId="{3993C299-B931-41B5-8A78-8303B87F9A18}" srcOrd="0" destOrd="0" presId="urn:microsoft.com/office/officeart/2008/layout/HorizontalMultiLevelHierarchy"/>
    <dgm:cxn modelId="{48291677-8C3E-4BE3-8781-160FA084DA2D}" type="presParOf" srcId="{04C2D7B4-F81D-4C5D-899A-39254C97EE48}" destId="{2B43AF4E-2EA8-4B80-8040-341AE22C635B}" srcOrd="1" destOrd="0" presId="urn:microsoft.com/office/officeart/2008/layout/HorizontalMultiLevelHierarchy"/>
    <dgm:cxn modelId="{9659D795-498F-4EA9-A554-443FCEFA9176}" type="presParOf" srcId="{60F4C695-E081-418F-A045-F80D236D3956}" destId="{B3B61B55-966B-4C33-B33C-8F151D5C2832}" srcOrd="6" destOrd="0" presId="urn:microsoft.com/office/officeart/2008/layout/HorizontalMultiLevelHierarchy"/>
    <dgm:cxn modelId="{1C429E3F-AFC6-4AC5-B390-6F06D4866CC9}" type="presParOf" srcId="{B3B61B55-966B-4C33-B33C-8F151D5C2832}" destId="{14C62EC4-D394-4426-BFF9-F47B6E99E00A}" srcOrd="0" destOrd="0" presId="urn:microsoft.com/office/officeart/2008/layout/HorizontalMultiLevelHierarchy"/>
    <dgm:cxn modelId="{1077643A-8391-4150-914B-CE033352FCD7}" type="presParOf" srcId="{60F4C695-E081-418F-A045-F80D236D3956}" destId="{F6CB57EA-C5D3-43DD-9277-CCCA07B4E41B}" srcOrd="7" destOrd="0" presId="urn:microsoft.com/office/officeart/2008/layout/HorizontalMultiLevelHierarchy"/>
    <dgm:cxn modelId="{E90B8E8D-69E7-4342-A3AB-6CFA8F8849E1}" type="presParOf" srcId="{F6CB57EA-C5D3-43DD-9277-CCCA07B4E41B}" destId="{32E46414-18F1-46D5-8FD3-318993461705}" srcOrd="0" destOrd="0" presId="urn:microsoft.com/office/officeart/2008/layout/HorizontalMultiLevelHierarchy"/>
    <dgm:cxn modelId="{FCEC05B9-26A0-4A5A-A6F5-E5F9D5BD9CB4}" type="presParOf" srcId="{F6CB57EA-C5D3-43DD-9277-CCCA07B4E41B}" destId="{CCD27D73-0553-438E-9976-18BF61382CDB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2C125C3F-464E-49D1-B411-EF5AA0CF939E}" type="doc">
      <dgm:prSet loTypeId="urn:microsoft.com/office/officeart/2005/8/layout/hierarchy1" loCatId="hierarchy" qsTypeId="urn:microsoft.com/office/officeart/2005/8/quickstyle/3d1" qsCatId="3D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0664F1C4-7F9C-4649-A4BC-00F27D976CFD}">
      <dgm:prSet phldrT="[Texto]" phldr="0"/>
      <dgm:spPr>
        <a:solidFill>
          <a:schemeClr val="bg2">
            <a:lumMod val="50000"/>
            <a:alpha val="90000"/>
          </a:scheme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Sistema para gestión y monitoreo de inventario</a:t>
          </a:r>
        </a:p>
      </dgm:t>
    </dgm:pt>
    <dgm:pt modelId="{C2B32EFF-9EFB-46E4-B979-898D0AB32FAD}" type="parTrans" cxnId="{35EFF060-BFCD-4E61-872A-D1C66142132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C64514E2-4D71-447C-9278-F399F847BE6F}" type="sibTrans" cxnId="{35EFF060-BFCD-4E61-872A-D1C66142132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333DDDF3-AE1F-4340-99CA-16F987AAEB09}">
      <dgm:prSet phldrT="[Texto]" phldr="0"/>
      <dgm:spPr>
        <a:solidFill>
          <a:srgbClr val="00B050">
            <a:alpha val="90000"/>
          </a:srgb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Robot móvil</a:t>
          </a:r>
        </a:p>
      </dgm:t>
    </dgm:pt>
    <dgm:pt modelId="{A7F7F6B8-94D3-49B3-9D3E-9684F6ADEFFA}" type="parTrans" cxnId="{51CEFDA8-698F-48E3-A803-DCDD825696CA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6834361A-87A7-4638-AA88-16DEC248A745}" type="sibTrans" cxnId="{51CEFDA8-698F-48E3-A803-DCDD825696CA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057AFC59-027E-4BD2-A568-F11F73299257}">
      <dgm:prSet phldrT="[Texto]" phldr="0"/>
      <dgm:spPr>
        <a:solidFill>
          <a:srgbClr val="8F45C7">
            <a:alpha val="89804"/>
          </a:srgb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Distribución de la bodega</a:t>
          </a:r>
        </a:p>
      </dgm:t>
    </dgm:pt>
    <dgm:pt modelId="{84804AA7-FB67-482A-B1EF-65DB5195D3CD}" type="parTrans" cxnId="{48F7AAB1-4269-4B96-9F30-23EC23B6A85C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A3BC63CF-A4F3-48A9-82A8-B8563A077C86}" type="sibTrans" cxnId="{48F7AAB1-4269-4B96-9F30-23EC23B6A85C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BD30BA7D-1EB8-4311-9D50-83E945124035}">
      <dgm:prSet phldrT="[Texto]" phldr="0"/>
      <dgm:spPr>
        <a:solidFill>
          <a:schemeClr val="bg1">
            <a:lumMod val="50000"/>
            <a:alpha val="90000"/>
          </a:scheme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Base de datos</a:t>
          </a:r>
        </a:p>
      </dgm:t>
    </dgm:pt>
    <dgm:pt modelId="{719605AA-E2EE-4361-9406-6607C60267FE}" type="parTrans" cxnId="{09D61B77-C975-4CD4-9E0F-032CB527884F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1BD1C678-D270-4901-8BE4-22511AC3AC77}" type="sibTrans" cxnId="{09D61B77-C975-4CD4-9E0F-032CB527884F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D239BE8B-6323-4727-9E76-3ADAFEEB07AE}">
      <dgm:prSet phldrT="[Texto]" phldr="0"/>
      <dgm:spPr>
        <a:solidFill>
          <a:srgbClr val="FFC000">
            <a:alpha val="90000"/>
          </a:srgbClr>
        </a:solidFill>
      </dgm:spPr>
      <dgm:t>
        <a:bodyPr/>
        <a:lstStyle/>
        <a:p>
          <a:r>
            <a:rPr lang="es-CO" noProof="0">
              <a:solidFill>
                <a:schemeClr val="bg1"/>
              </a:solidFill>
              <a:latin typeface="DM Sans" pitchFamily="2" charset="0"/>
            </a:rPr>
            <a:t>Protocolo de pruebas</a:t>
          </a:r>
        </a:p>
      </dgm:t>
    </dgm:pt>
    <dgm:pt modelId="{587D0EFE-0C05-413A-8FA1-A890390FB7DB}" type="parTrans" cxnId="{112AE1BF-C5F2-43B1-91B0-A5AE8F751085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7EC83337-B969-4D3D-AE3C-359F7FAC76E4}" type="sibTrans" cxnId="{112AE1BF-C5F2-43B1-91B0-A5AE8F751085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F3685155-2662-450B-A698-15E973F8A057}" type="pres">
      <dgm:prSet presAssocID="{2C125C3F-464E-49D1-B411-EF5AA0CF939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714DC9-9067-48D6-9930-72B4143F3EE7}" type="pres">
      <dgm:prSet presAssocID="{0664F1C4-7F9C-4649-A4BC-00F27D976CFD}" presName="hierRoot1" presStyleCnt="0"/>
      <dgm:spPr/>
    </dgm:pt>
    <dgm:pt modelId="{3A30B852-2A67-4C30-B490-D5DFD5436A4C}" type="pres">
      <dgm:prSet presAssocID="{0664F1C4-7F9C-4649-A4BC-00F27D976CFD}" presName="composite" presStyleCnt="0"/>
      <dgm:spPr/>
    </dgm:pt>
    <dgm:pt modelId="{6BB455FD-BFB6-4092-AA50-ED869D1FA300}" type="pres">
      <dgm:prSet presAssocID="{0664F1C4-7F9C-4649-A4BC-00F27D976CFD}" presName="background" presStyleLbl="node0" presStyleIdx="0" presStyleCnt="1"/>
      <dgm:spPr>
        <a:solidFill>
          <a:schemeClr val="bg2"/>
        </a:solidFill>
      </dgm:spPr>
    </dgm:pt>
    <dgm:pt modelId="{FA057414-238A-4D06-A4DF-1F3D9ECC9AE0}" type="pres">
      <dgm:prSet presAssocID="{0664F1C4-7F9C-4649-A4BC-00F27D976CFD}" presName="text" presStyleLbl="fgAcc0" presStyleIdx="0" presStyleCnt="1">
        <dgm:presLayoutVars>
          <dgm:chPref val="3"/>
        </dgm:presLayoutVars>
      </dgm:prSet>
      <dgm:spPr/>
    </dgm:pt>
    <dgm:pt modelId="{67793DD5-060E-4C79-859A-3A7582E298D4}" type="pres">
      <dgm:prSet presAssocID="{0664F1C4-7F9C-4649-A4BC-00F27D976CFD}" presName="hierChild2" presStyleCnt="0"/>
      <dgm:spPr/>
    </dgm:pt>
    <dgm:pt modelId="{BA57819D-B26C-4A84-9BDF-E4872F71EBD6}" type="pres">
      <dgm:prSet presAssocID="{A7F7F6B8-94D3-49B3-9D3E-9684F6ADEFFA}" presName="Name10" presStyleLbl="parChTrans1D2" presStyleIdx="0" presStyleCnt="4"/>
      <dgm:spPr/>
    </dgm:pt>
    <dgm:pt modelId="{99744B5A-F531-463F-AE1C-80D4B77EACC7}" type="pres">
      <dgm:prSet presAssocID="{333DDDF3-AE1F-4340-99CA-16F987AAEB09}" presName="hierRoot2" presStyleCnt="0"/>
      <dgm:spPr/>
    </dgm:pt>
    <dgm:pt modelId="{0DAC17CB-4CDC-4890-BD11-57536BE8A818}" type="pres">
      <dgm:prSet presAssocID="{333DDDF3-AE1F-4340-99CA-16F987AAEB09}" presName="composite2" presStyleCnt="0"/>
      <dgm:spPr/>
    </dgm:pt>
    <dgm:pt modelId="{3008E7CD-F265-46A8-AF5C-88F6EEC3C3F4}" type="pres">
      <dgm:prSet presAssocID="{333DDDF3-AE1F-4340-99CA-16F987AAEB09}" presName="background2" presStyleLbl="node2" presStyleIdx="0" presStyleCnt="4"/>
      <dgm:spPr>
        <a:solidFill>
          <a:schemeClr val="bg2"/>
        </a:solidFill>
      </dgm:spPr>
    </dgm:pt>
    <dgm:pt modelId="{8B781CE5-6375-4846-9B96-23199D5E2C2D}" type="pres">
      <dgm:prSet presAssocID="{333DDDF3-AE1F-4340-99CA-16F987AAEB09}" presName="text2" presStyleLbl="fgAcc2" presStyleIdx="0" presStyleCnt="4">
        <dgm:presLayoutVars>
          <dgm:chPref val="3"/>
        </dgm:presLayoutVars>
      </dgm:prSet>
      <dgm:spPr/>
    </dgm:pt>
    <dgm:pt modelId="{1DA8FF9A-0DB2-41E9-BA02-A19851A16F4F}" type="pres">
      <dgm:prSet presAssocID="{333DDDF3-AE1F-4340-99CA-16F987AAEB09}" presName="hierChild3" presStyleCnt="0"/>
      <dgm:spPr/>
    </dgm:pt>
    <dgm:pt modelId="{A0D5E0F9-5E92-4827-9582-A0F473E8CE69}" type="pres">
      <dgm:prSet presAssocID="{84804AA7-FB67-482A-B1EF-65DB5195D3CD}" presName="Name10" presStyleLbl="parChTrans1D2" presStyleIdx="1" presStyleCnt="4"/>
      <dgm:spPr/>
    </dgm:pt>
    <dgm:pt modelId="{CB41B74D-BAC1-4DC2-915F-EE9C68A7CC96}" type="pres">
      <dgm:prSet presAssocID="{057AFC59-027E-4BD2-A568-F11F73299257}" presName="hierRoot2" presStyleCnt="0"/>
      <dgm:spPr/>
    </dgm:pt>
    <dgm:pt modelId="{E6CBFF6A-9EC4-4F78-98E7-D2C2863BEAD1}" type="pres">
      <dgm:prSet presAssocID="{057AFC59-027E-4BD2-A568-F11F73299257}" presName="composite2" presStyleCnt="0"/>
      <dgm:spPr/>
    </dgm:pt>
    <dgm:pt modelId="{ABE72333-4FCC-417C-A51E-877FAAF5D395}" type="pres">
      <dgm:prSet presAssocID="{057AFC59-027E-4BD2-A568-F11F73299257}" presName="background2" presStyleLbl="node2" presStyleIdx="1" presStyleCnt="4"/>
      <dgm:spPr>
        <a:solidFill>
          <a:schemeClr val="bg2"/>
        </a:solidFill>
      </dgm:spPr>
    </dgm:pt>
    <dgm:pt modelId="{3DD09B1D-F7AD-445E-8A04-77B55A7B003C}" type="pres">
      <dgm:prSet presAssocID="{057AFC59-027E-4BD2-A568-F11F73299257}" presName="text2" presStyleLbl="fgAcc2" presStyleIdx="1" presStyleCnt="4">
        <dgm:presLayoutVars>
          <dgm:chPref val="3"/>
        </dgm:presLayoutVars>
      </dgm:prSet>
      <dgm:spPr/>
    </dgm:pt>
    <dgm:pt modelId="{5C0193AE-0C5F-4301-A2DA-762D661BF70D}" type="pres">
      <dgm:prSet presAssocID="{057AFC59-027E-4BD2-A568-F11F73299257}" presName="hierChild3" presStyleCnt="0"/>
      <dgm:spPr/>
    </dgm:pt>
    <dgm:pt modelId="{1B906E09-0C27-4649-8CFC-9939E486431B}" type="pres">
      <dgm:prSet presAssocID="{719605AA-E2EE-4361-9406-6607C60267FE}" presName="Name10" presStyleLbl="parChTrans1D2" presStyleIdx="2" presStyleCnt="4"/>
      <dgm:spPr/>
    </dgm:pt>
    <dgm:pt modelId="{077C781D-C061-46D5-9228-B0ADA67687DE}" type="pres">
      <dgm:prSet presAssocID="{BD30BA7D-1EB8-4311-9D50-83E945124035}" presName="hierRoot2" presStyleCnt="0"/>
      <dgm:spPr/>
    </dgm:pt>
    <dgm:pt modelId="{74ED510D-E754-40BA-BD45-02184FFE6DA1}" type="pres">
      <dgm:prSet presAssocID="{BD30BA7D-1EB8-4311-9D50-83E945124035}" presName="composite2" presStyleCnt="0"/>
      <dgm:spPr/>
    </dgm:pt>
    <dgm:pt modelId="{A80E332D-A839-46B6-BBF8-E5E1B2ACF3B5}" type="pres">
      <dgm:prSet presAssocID="{BD30BA7D-1EB8-4311-9D50-83E945124035}" presName="background2" presStyleLbl="node2" presStyleIdx="2" presStyleCnt="4"/>
      <dgm:spPr>
        <a:solidFill>
          <a:schemeClr val="bg2"/>
        </a:solidFill>
      </dgm:spPr>
    </dgm:pt>
    <dgm:pt modelId="{216AC45A-8B5C-42C6-8553-04B2AB58F071}" type="pres">
      <dgm:prSet presAssocID="{BD30BA7D-1EB8-4311-9D50-83E945124035}" presName="text2" presStyleLbl="fgAcc2" presStyleIdx="2" presStyleCnt="4">
        <dgm:presLayoutVars>
          <dgm:chPref val="3"/>
        </dgm:presLayoutVars>
      </dgm:prSet>
      <dgm:spPr/>
    </dgm:pt>
    <dgm:pt modelId="{D8543C6D-4AB9-4455-82BE-475231D74D12}" type="pres">
      <dgm:prSet presAssocID="{BD30BA7D-1EB8-4311-9D50-83E945124035}" presName="hierChild3" presStyleCnt="0"/>
      <dgm:spPr/>
    </dgm:pt>
    <dgm:pt modelId="{9DE238D9-7839-4798-9B8E-BAFB7403265F}" type="pres">
      <dgm:prSet presAssocID="{587D0EFE-0C05-413A-8FA1-A890390FB7DB}" presName="Name10" presStyleLbl="parChTrans1D2" presStyleIdx="3" presStyleCnt="4"/>
      <dgm:spPr/>
    </dgm:pt>
    <dgm:pt modelId="{CA739C35-AB23-40CD-9F7B-75891AA4BBB8}" type="pres">
      <dgm:prSet presAssocID="{D239BE8B-6323-4727-9E76-3ADAFEEB07AE}" presName="hierRoot2" presStyleCnt="0"/>
      <dgm:spPr/>
    </dgm:pt>
    <dgm:pt modelId="{8555676D-2DB2-4292-B1E4-19B55A675AD3}" type="pres">
      <dgm:prSet presAssocID="{D239BE8B-6323-4727-9E76-3ADAFEEB07AE}" presName="composite2" presStyleCnt="0"/>
      <dgm:spPr/>
    </dgm:pt>
    <dgm:pt modelId="{C669F5C1-2A93-47F9-8F9E-01A5162F9716}" type="pres">
      <dgm:prSet presAssocID="{D239BE8B-6323-4727-9E76-3ADAFEEB07AE}" presName="background2" presStyleLbl="node2" presStyleIdx="3" presStyleCnt="4"/>
      <dgm:spPr>
        <a:solidFill>
          <a:schemeClr val="bg2"/>
        </a:solidFill>
      </dgm:spPr>
    </dgm:pt>
    <dgm:pt modelId="{DCDB813F-E29D-427D-9FDA-7F9DC0F58329}" type="pres">
      <dgm:prSet presAssocID="{D239BE8B-6323-4727-9E76-3ADAFEEB07AE}" presName="text2" presStyleLbl="fgAcc2" presStyleIdx="3" presStyleCnt="4">
        <dgm:presLayoutVars>
          <dgm:chPref val="3"/>
        </dgm:presLayoutVars>
      </dgm:prSet>
      <dgm:spPr/>
    </dgm:pt>
    <dgm:pt modelId="{7542555D-C551-47C2-81B2-7C5019F236F8}" type="pres">
      <dgm:prSet presAssocID="{D239BE8B-6323-4727-9E76-3ADAFEEB07AE}" presName="hierChild3" presStyleCnt="0"/>
      <dgm:spPr/>
    </dgm:pt>
  </dgm:ptLst>
  <dgm:cxnLst>
    <dgm:cxn modelId="{9E556138-6DEA-4F9A-9459-724B6B8A2A64}" type="presOf" srcId="{719605AA-E2EE-4361-9406-6607C60267FE}" destId="{1B906E09-0C27-4649-8CFC-9939E486431B}" srcOrd="0" destOrd="0" presId="urn:microsoft.com/office/officeart/2005/8/layout/hierarchy1"/>
    <dgm:cxn modelId="{84E84B3C-9A13-42D4-9D3D-8062A4CE4ED7}" type="presOf" srcId="{587D0EFE-0C05-413A-8FA1-A890390FB7DB}" destId="{9DE238D9-7839-4798-9B8E-BAFB7403265F}" srcOrd="0" destOrd="0" presId="urn:microsoft.com/office/officeart/2005/8/layout/hierarchy1"/>
    <dgm:cxn modelId="{FA95743C-088B-47DD-A0BA-DE6FB7826174}" type="presOf" srcId="{333DDDF3-AE1F-4340-99CA-16F987AAEB09}" destId="{8B781CE5-6375-4846-9B96-23199D5E2C2D}" srcOrd="0" destOrd="0" presId="urn:microsoft.com/office/officeart/2005/8/layout/hierarchy1"/>
    <dgm:cxn modelId="{35EFF060-BFCD-4E61-872A-D1C661421321}" srcId="{2C125C3F-464E-49D1-B411-EF5AA0CF939E}" destId="{0664F1C4-7F9C-4649-A4BC-00F27D976CFD}" srcOrd="0" destOrd="0" parTransId="{C2B32EFF-9EFB-46E4-B979-898D0AB32FAD}" sibTransId="{C64514E2-4D71-447C-9278-F399F847BE6F}"/>
    <dgm:cxn modelId="{09D61B77-C975-4CD4-9E0F-032CB527884F}" srcId="{0664F1C4-7F9C-4649-A4BC-00F27D976CFD}" destId="{BD30BA7D-1EB8-4311-9D50-83E945124035}" srcOrd="2" destOrd="0" parTransId="{719605AA-E2EE-4361-9406-6607C60267FE}" sibTransId="{1BD1C678-D270-4901-8BE4-22511AC3AC77}"/>
    <dgm:cxn modelId="{F5288887-F04C-4027-9AFB-DAF0475A25BF}" type="presOf" srcId="{2C125C3F-464E-49D1-B411-EF5AA0CF939E}" destId="{F3685155-2662-450B-A698-15E973F8A057}" srcOrd="0" destOrd="0" presId="urn:microsoft.com/office/officeart/2005/8/layout/hierarchy1"/>
    <dgm:cxn modelId="{744B958D-3C2C-451D-B15B-A5D824BA4A92}" type="presOf" srcId="{0664F1C4-7F9C-4649-A4BC-00F27D976CFD}" destId="{FA057414-238A-4D06-A4DF-1F3D9ECC9AE0}" srcOrd="0" destOrd="0" presId="urn:microsoft.com/office/officeart/2005/8/layout/hierarchy1"/>
    <dgm:cxn modelId="{EEEA398E-0470-43E3-BDE1-4DE8539CBEE9}" type="presOf" srcId="{A7F7F6B8-94D3-49B3-9D3E-9684F6ADEFFA}" destId="{BA57819D-B26C-4A84-9BDF-E4872F71EBD6}" srcOrd="0" destOrd="0" presId="urn:microsoft.com/office/officeart/2005/8/layout/hierarchy1"/>
    <dgm:cxn modelId="{0CC42C95-B401-475F-BB5A-4D02C357B494}" type="presOf" srcId="{D239BE8B-6323-4727-9E76-3ADAFEEB07AE}" destId="{DCDB813F-E29D-427D-9FDA-7F9DC0F58329}" srcOrd="0" destOrd="0" presId="urn:microsoft.com/office/officeart/2005/8/layout/hierarchy1"/>
    <dgm:cxn modelId="{51CEFDA8-698F-48E3-A803-DCDD825696CA}" srcId="{0664F1C4-7F9C-4649-A4BC-00F27D976CFD}" destId="{333DDDF3-AE1F-4340-99CA-16F987AAEB09}" srcOrd="0" destOrd="0" parTransId="{A7F7F6B8-94D3-49B3-9D3E-9684F6ADEFFA}" sibTransId="{6834361A-87A7-4638-AA88-16DEC248A745}"/>
    <dgm:cxn modelId="{7F2A36B0-0A75-4368-809B-4C93022D079A}" type="presOf" srcId="{84804AA7-FB67-482A-B1EF-65DB5195D3CD}" destId="{A0D5E0F9-5E92-4827-9582-A0F473E8CE69}" srcOrd="0" destOrd="0" presId="urn:microsoft.com/office/officeart/2005/8/layout/hierarchy1"/>
    <dgm:cxn modelId="{48F7AAB1-4269-4B96-9F30-23EC23B6A85C}" srcId="{0664F1C4-7F9C-4649-A4BC-00F27D976CFD}" destId="{057AFC59-027E-4BD2-A568-F11F73299257}" srcOrd="1" destOrd="0" parTransId="{84804AA7-FB67-482A-B1EF-65DB5195D3CD}" sibTransId="{A3BC63CF-A4F3-48A9-82A8-B8563A077C86}"/>
    <dgm:cxn modelId="{112AE1BF-C5F2-43B1-91B0-A5AE8F751085}" srcId="{0664F1C4-7F9C-4649-A4BC-00F27D976CFD}" destId="{D239BE8B-6323-4727-9E76-3ADAFEEB07AE}" srcOrd="3" destOrd="0" parTransId="{587D0EFE-0C05-413A-8FA1-A890390FB7DB}" sibTransId="{7EC83337-B969-4D3D-AE3C-359F7FAC76E4}"/>
    <dgm:cxn modelId="{723CB0F0-A4F1-42B6-A566-0E1483DCD077}" type="presOf" srcId="{057AFC59-027E-4BD2-A568-F11F73299257}" destId="{3DD09B1D-F7AD-445E-8A04-77B55A7B003C}" srcOrd="0" destOrd="0" presId="urn:microsoft.com/office/officeart/2005/8/layout/hierarchy1"/>
    <dgm:cxn modelId="{634810FD-288B-4DFD-8822-6E7DF262E19A}" type="presOf" srcId="{BD30BA7D-1EB8-4311-9D50-83E945124035}" destId="{216AC45A-8B5C-42C6-8553-04B2AB58F071}" srcOrd="0" destOrd="0" presId="urn:microsoft.com/office/officeart/2005/8/layout/hierarchy1"/>
    <dgm:cxn modelId="{9F58ADF4-89C3-46E7-96C8-A83D640CDD47}" type="presParOf" srcId="{F3685155-2662-450B-A698-15E973F8A057}" destId="{A8714DC9-9067-48D6-9930-72B4143F3EE7}" srcOrd="0" destOrd="0" presId="urn:microsoft.com/office/officeart/2005/8/layout/hierarchy1"/>
    <dgm:cxn modelId="{B35692AF-FB84-4A40-B91E-C678710310BF}" type="presParOf" srcId="{A8714DC9-9067-48D6-9930-72B4143F3EE7}" destId="{3A30B852-2A67-4C30-B490-D5DFD5436A4C}" srcOrd="0" destOrd="0" presId="urn:microsoft.com/office/officeart/2005/8/layout/hierarchy1"/>
    <dgm:cxn modelId="{6725B94D-A019-4801-8362-318BCB14AC64}" type="presParOf" srcId="{3A30B852-2A67-4C30-B490-D5DFD5436A4C}" destId="{6BB455FD-BFB6-4092-AA50-ED869D1FA300}" srcOrd="0" destOrd="0" presId="urn:microsoft.com/office/officeart/2005/8/layout/hierarchy1"/>
    <dgm:cxn modelId="{F2FC47B7-279F-4BFE-B548-3B5C6E7EB81C}" type="presParOf" srcId="{3A30B852-2A67-4C30-B490-D5DFD5436A4C}" destId="{FA057414-238A-4D06-A4DF-1F3D9ECC9AE0}" srcOrd="1" destOrd="0" presId="urn:microsoft.com/office/officeart/2005/8/layout/hierarchy1"/>
    <dgm:cxn modelId="{56A1C897-140D-4A70-B785-352F31144EB8}" type="presParOf" srcId="{A8714DC9-9067-48D6-9930-72B4143F3EE7}" destId="{67793DD5-060E-4C79-859A-3A7582E298D4}" srcOrd="1" destOrd="0" presId="urn:microsoft.com/office/officeart/2005/8/layout/hierarchy1"/>
    <dgm:cxn modelId="{328CCDFF-13AE-42B8-9A17-F0599E750D65}" type="presParOf" srcId="{67793DD5-060E-4C79-859A-3A7582E298D4}" destId="{BA57819D-B26C-4A84-9BDF-E4872F71EBD6}" srcOrd="0" destOrd="0" presId="urn:microsoft.com/office/officeart/2005/8/layout/hierarchy1"/>
    <dgm:cxn modelId="{BB59FB2F-89DE-4648-8217-28028D173261}" type="presParOf" srcId="{67793DD5-060E-4C79-859A-3A7582E298D4}" destId="{99744B5A-F531-463F-AE1C-80D4B77EACC7}" srcOrd="1" destOrd="0" presId="urn:microsoft.com/office/officeart/2005/8/layout/hierarchy1"/>
    <dgm:cxn modelId="{592CC489-F452-4284-B532-9A106998686B}" type="presParOf" srcId="{99744B5A-F531-463F-AE1C-80D4B77EACC7}" destId="{0DAC17CB-4CDC-4890-BD11-57536BE8A818}" srcOrd="0" destOrd="0" presId="urn:microsoft.com/office/officeart/2005/8/layout/hierarchy1"/>
    <dgm:cxn modelId="{BFC53EEB-26AB-4CB1-A2BC-A8BF8752C11A}" type="presParOf" srcId="{0DAC17CB-4CDC-4890-BD11-57536BE8A818}" destId="{3008E7CD-F265-46A8-AF5C-88F6EEC3C3F4}" srcOrd="0" destOrd="0" presId="urn:microsoft.com/office/officeart/2005/8/layout/hierarchy1"/>
    <dgm:cxn modelId="{3AE17F44-2657-4F1E-BDB8-4F285910D522}" type="presParOf" srcId="{0DAC17CB-4CDC-4890-BD11-57536BE8A818}" destId="{8B781CE5-6375-4846-9B96-23199D5E2C2D}" srcOrd="1" destOrd="0" presId="urn:microsoft.com/office/officeart/2005/8/layout/hierarchy1"/>
    <dgm:cxn modelId="{5DDAEE11-F13D-43FB-B510-B057E55BBFD4}" type="presParOf" srcId="{99744B5A-F531-463F-AE1C-80D4B77EACC7}" destId="{1DA8FF9A-0DB2-41E9-BA02-A19851A16F4F}" srcOrd="1" destOrd="0" presId="urn:microsoft.com/office/officeart/2005/8/layout/hierarchy1"/>
    <dgm:cxn modelId="{53D1F6B7-08A4-48B6-87F9-43C35BCA40A2}" type="presParOf" srcId="{67793DD5-060E-4C79-859A-3A7582E298D4}" destId="{A0D5E0F9-5E92-4827-9582-A0F473E8CE69}" srcOrd="2" destOrd="0" presId="urn:microsoft.com/office/officeart/2005/8/layout/hierarchy1"/>
    <dgm:cxn modelId="{833CA002-B092-4858-8236-0FE75C54E359}" type="presParOf" srcId="{67793DD5-060E-4C79-859A-3A7582E298D4}" destId="{CB41B74D-BAC1-4DC2-915F-EE9C68A7CC96}" srcOrd="3" destOrd="0" presId="urn:microsoft.com/office/officeart/2005/8/layout/hierarchy1"/>
    <dgm:cxn modelId="{5DB740CD-3538-491A-B686-7713DB89A020}" type="presParOf" srcId="{CB41B74D-BAC1-4DC2-915F-EE9C68A7CC96}" destId="{E6CBFF6A-9EC4-4F78-98E7-D2C2863BEAD1}" srcOrd="0" destOrd="0" presId="urn:microsoft.com/office/officeart/2005/8/layout/hierarchy1"/>
    <dgm:cxn modelId="{7920D834-3434-4609-AB05-438D5348B9E1}" type="presParOf" srcId="{E6CBFF6A-9EC4-4F78-98E7-D2C2863BEAD1}" destId="{ABE72333-4FCC-417C-A51E-877FAAF5D395}" srcOrd="0" destOrd="0" presId="urn:microsoft.com/office/officeart/2005/8/layout/hierarchy1"/>
    <dgm:cxn modelId="{2864444B-08A2-49EA-8625-212B4BB37201}" type="presParOf" srcId="{E6CBFF6A-9EC4-4F78-98E7-D2C2863BEAD1}" destId="{3DD09B1D-F7AD-445E-8A04-77B55A7B003C}" srcOrd="1" destOrd="0" presId="urn:microsoft.com/office/officeart/2005/8/layout/hierarchy1"/>
    <dgm:cxn modelId="{A3FE9A50-695F-4757-A729-27CEB99E6ED0}" type="presParOf" srcId="{CB41B74D-BAC1-4DC2-915F-EE9C68A7CC96}" destId="{5C0193AE-0C5F-4301-A2DA-762D661BF70D}" srcOrd="1" destOrd="0" presId="urn:microsoft.com/office/officeart/2005/8/layout/hierarchy1"/>
    <dgm:cxn modelId="{61E0C017-47FF-4E23-AF97-48AE2B52AE04}" type="presParOf" srcId="{67793DD5-060E-4C79-859A-3A7582E298D4}" destId="{1B906E09-0C27-4649-8CFC-9939E486431B}" srcOrd="4" destOrd="0" presId="urn:microsoft.com/office/officeart/2005/8/layout/hierarchy1"/>
    <dgm:cxn modelId="{3BDF9A43-0D11-47C4-9856-A36C54F41521}" type="presParOf" srcId="{67793DD5-060E-4C79-859A-3A7582E298D4}" destId="{077C781D-C061-46D5-9228-B0ADA67687DE}" srcOrd="5" destOrd="0" presId="urn:microsoft.com/office/officeart/2005/8/layout/hierarchy1"/>
    <dgm:cxn modelId="{0FF300BD-9D05-4DA7-BC11-F845A04D471D}" type="presParOf" srcId="{077C781D-C061-46D5-9228-B0ADA67687DE}" destId="{74ED510D-E754-40BA-BD45-02184FFE6DA1}" srcOrd="0" destOrd="0" presId="urn:microsoft.com/office/officeart/2005/8/layout/hierarchy1"/>
    <dgm:cxn modelId="{F8DF6A99-E42B-4905-AF08-E431B1034B6E}" type="presParOf" srcId="{74ED510D-E754-40BA-BD45-02184FFE6DA1}" destId="{A80E332D-A839-46B6-BBF8-E5E1B2ACF3B5}" srcOrd="0" destOrd="0" presId="urn:microsoft.com/office/officeart/2005/8/layout/hierarchy1"/>
    <dgm:cxn modelId="{9A677DF5-C401-4B84-A5D1-D2E6EDFE8FB1}" type="presParOf" srcId="{74ED510D-E754-40BA-BD45-02184FFE6DA1}" destId="{216AC45A-8B5C-42C6-8553-04B2AB58F071}" srcOrd="1" destOrd="0" presId="urn:microsoft.com/office/officeart/2005/8/layout/hierarchy1"/>
    <dgm:cxn modelId="{74C522FC-7D9E-4F4E-AE5F-73ECF29B79CB}" type="presParOf" srcId="{077C781D-C061-46D5-9228-B0ADA67687DE}" destId="{D8543C6D-4AB9-4455-82BE-475231D74D12}" srcOrd="1" destOrd="0" presId="urn:microsoft.com/office/officeart/2005/8/layout/hierarchy1"/>
    <dgm:cxn modelId="{D8D9F5E9-76B6-462D-9EB9-F406FD10636D}" type="presParOf" srcId="{67793DD5-060E-4C79-859A-3A7582E298D4}" destId="{9DE238D9-7839-4798-9B8E-BAFB7403265F}" srcOrd="6" destOrd="0" presId="urn:microsoft.com/office/officeart/2005/8/layout/hierarchy1"/>
    <dgm:cxn modelId="{D129369C-DEF5-466F-8CFB-448CA86CD8A7}" type="presParOf" srcId="{67793DD5-060E-4C79-859A-3A7582E298D4}" destId="{CA739C35-AB23-40CD-9F7B-75891AA4BBB8}" srcOrd="7" destOrd="0" presId="urn:microsoft.com/office/officeart/2005/8/layout/hierarchy1"/>
    <dgm:cxn modelId="{0677D612-E9AA-4655-97B7-2C25E5BA741A}" type="presParOf" srcId="{CA739C35-AB23-40CD-9F7B-75891AA4BBB8}" destId="{8555676D-2DB2-4292-B1E4-19B55A675AD3}" srcOrd="0" destOrd="0" presId="urn:microsoft.com/office/officeart/2005/8/layout/hierarchy1"/>
    <dgm:cxn modelId="{CEA74E2F-E133-4218-BF01-E13F315A1063}" type="presParOf" srcId="{8555676D-2DB2-4292-B1E4-19B55A675AD3}" destId="{C669F5C1-2A93-47F9-8F9E-01A5162F9716}" srcOrd="0" destOrd="0" presId="urn:microsoft.com/office/officeart/2005/8/layout/hierarchy1"/>
    <dgm:cxn modelId="{49406C13-8F5B-44DC-B1E6-7807377BD6E0}" type="presParOf" srcId="{8555676D-2DB2-4292-B1E4-19B55A675AD3}" destId="{DCDB813F-E29D-427D-9FDA-7F9DC0F58329}" srcOrd="1" destOrd="0" presId="urn:microsoft.com/office/officeart/2005/8/layout/hierarchy1"/>
    <dgm:cxn modelId="{6279A083-451A-48E5-8A7E-A47A7B40623D}" type="presParOf" srcId="{CA739C35-AB23-40CD-9F7B-75891AA4BBB8}" destId="{7542555D-C551-47C2-81B2-7C5019F236F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CFBD202-B275-4CAE-8914-7B7E89E108EE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129407-3577-4758-ADCC-BD0BA58891AA}">
      <dgm:prSet phldrT="[Texto]" phldr="0"/>
      <dgm:spPr>
        <a:solidFill>
          <a:srgbClr val="FFC000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Etapa 4</a:t>
          </a:r>
        </a:p>
      </dgm:t>
    </dgm:pt>
    <dgm:pt modelId="{7220DB00-9E8A-4924-8ED0-914953DDB660}" type="parTrans" cxnId="{41134FAC-0CDD-4093-8492-A743A601C0B7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8482184A-0073-4288-9315-38E8DD0EC55C}" type="sibTrans" cxnId="{41134FAC-0CDD-4093-8492-A743A601C0B7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2556EC95-C979-4849-82E0-7B0D1A72B9BA}">
      <dgm:prSet phldrT="[Texto]" phldr="0"/>
      <dgm:spPr>
        <a:solidFill>
          <a:srgbClr val="FFD757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Validación técnica del robot móvil</a:t>
          </a:r>
        </a:p>
      </dgm:t>
    </dgm:pt>
    <dgm:pt modelId="{EB4E1A0D-8099-424E-8C02-85119CC2537D}" type="parTrans" cxnId="{6A2D2DEF-17BA-4928-A4B1-D70F61F61571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5C0F9E5C-4845-492F-AC8D-ABF2255E0411}" type="sibTrans" cxnId="{6A2D2DEF-17BA-4928-A4B1-D70F61F61571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241C21C9-70D8-4D9A-94FA-B578E3CA0C2B}">
      <dgm:prSet phldrT="[Texto]" phldr="0"/>
      <dgm:spPr>
        <a:solidFill>
          <a:srgbClr val="FFD757"/>
        </a:solidFill>
      </dgm:spPr>
      <dgm:t>
        <a:bodyPr/>
        <a:lstStyle/>
        <a:p>
          <a:r>
            <a:rPr lang="es-CO" noProof="0">
              <a:latin typeface="DM Sans" pitchFamily="2" charset="0"/>
            </a:rPr>
            <a:t>Validación de la base de datos</a:t>
          </a:r>
        </a:p>
      </dgm:t>
    </dgm:pt>
    <dgm:pt modelId="{90466797-77F9-48A4-907A-CC3AA4EEC9C2}" type="parTrans" cxnId="{266D7800-D0BC-4680-BB2B-ECC10996E0E7}">
      <dgm:prSet/>
      <dgm:spPr/>
      <dgm:t>
        <a:bodyPr/>
        <a:lstStyle/>
        <a:p>
          <a:endParaRPr lang="es-CO" noProof="0">
            <a:latin typeface="DM Sans" pitchFamily="2" charset="0"/>
          </a:endParaRPr>
        </a:p>
      </dgm:t>
    </dgm:pt>
    <dgm:pt modelId="{9EEB6878-3E7C-46D0-B347-29429889EC72}" type="sibTrans" cxnId="{266D7800-D0BC-4680-BB2B-ECC10996E0E7}">
      <dgm:prSet/>
      <dgm:spPr/>
      <dgm:t>
        <a:bodyPr/>
        <a:lstStyle/>
        <a:p>
          <a:endParaRPr lang="en-US">
            <a:latin typeface="DM Sans" pitchFamily="2" charset="0"/>
          </a:endParaRPr>
        </a:p>
      </dgm:t>
    </dgm:pt>
    <dgm:pt modelId="{647E0EE1-E0FB-4C90-9517-5FCD7C26B9D8}" type="pres">
      <dgm:prSet presAssocID="{ECFBD202-B275-4CAE-8914-7B7E89E108EE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07F7242-DDB3-47C3-8C91-9422B7B8C473}" type="pres">
      <dgm:prSet presAssocID="{86129407-3577-4758-ADCC-BD0BA58891AA}" presName="root1" presStyleCnt="0"/>
      <dgm:spPr/>
    </dgm:pt>
    <dgm:pt modelId="{00AB0F25-9CDF-4937-9A55-C9CBA31F1A3B}" type="pres">
      <dgm:prSet presAssocID="{86129407-3577-4758-ADCC-BD0BA58891AA}" presName="LevelOneTextNode" presStyleLbl="node0" presStyleIdx="0" presStyleCnt="1">
        <dgm:presLayoutVars>
          <dgm:chPref val="3"/>
        </dgm:presLayoutVars>
      </dgm:prSet>
      <dgm:spPr/>
    </dgm:pt>
    <dgm:pt modelId="{60F4C695-E081-418F-A045-F80D236D3956}" type="pres">
      <dgm:prSet presAssocID="{86129407-3577-4758-ADCC-BD0BA58891AA}" presName="level2hierChild" presStyleCnt="0"/>
      <dgm:spPr/>
    </dgm:pt>
    <dgm:pt modelId="{9F5D1681-C826-4461-B59F-27FC7EFA17CA}" type="pres">
      <dgm:prSet presAssocID="{EB4E1A0D-8099-424E-8C02-85119CC2537D}" presName="conn2-1" presStyleLbl="parChTrans1D2" presStyleIdx="0" presStyleCnt="2"/>
      <dgm:spPr/>
    </dgm:pt>
    <dgm:pt modelId="{A651B001-28CA-46C6-9D28-A517B7B3B422}" type="pres">
      <dgm:prSet presAssocID="{EB4E1A0D-8099-424E-8C02-85119CC2537D}" presName="connTx" presStyleLbl="parChTrans1D2" presStyleIdx="0" presStyleCnt="2"/>
      <dgm:spPr/>
    </dgm:pt>
    <dgm:pt modelId="{6AFFA917-C82A-4027-974F-3305D215519E}" type="pres">
      <dgm:prSet presAssocID="{2556EC95-C979-4849-82E0-7B0D1A72B9BA}" presName="root2" presStyleCnt="0"/>
      <dgm:spPr/>
    </dgm:pt>
    <dgm:pt modelId="{DEC77B91-4AF6-4097-B9D6-8A6C8E1C8B2E}" type="pres">
      <dgm:prSet presAssocID="{2556EC95-C979-4849-82E0-7B0D1A72B9BA}" presName="LevelTwoTextNode" presStyleLbl="node2" presStyleIdx="0" presStyleCnt="2">
        <dgm:presLayoutVars>
          <dgm:chPref val="3"/>
        </dgm:presLayoutVars>
      </dgm:prSet>
      <dgm:spPr/>
    </dgm:pt>
    <dgm:pt modelId="{294DB631-ABBA-4ED2-97F6-109A01FA6163}" type="pres">
      <dgm:prSet presAssocID="{2556EC95-C979-4849-82E0-7B0D1A72B9BA}" presName="level3hierChild" presStyleCnt="0"/>
      <dgm:spPr/>
    </dgm:pt>
    <dgm:pt modelId="{A8F9C0ED-6289-4441-8FB3-D427A785E72E}" type="pres">
      <dgm:prSet presAssocID="{90466797-77F9-48A4-907A-CC3AA4EEC9C2}" presName="conn2-1" presStyleLbl="parChTrans1D2" presStyleIdx="1" presStyleCnt="2"/>
      <dgm:spPr/>
    </dgm:pt>
    <dgm:pt modelId="{185AE182-ABD1-440D-8EF9-A13A65C606D6}" type="pres">
      <dgm:prSet presAssocID="{90466797-77F9-48A4-907A-CC3AA4EEC9C2}" presName="connTx" presStyleLbl="parChTrans1D2" presStyleIdx="1" presStyleCnt="2"/>
      <dgm:spPr/>
    </dgm:pt>
    <dgm:pt modelId="{C536F16E-211B-4D98-A927-CBD02902DA2D}" type="pres">
      <dgm:prSet presAssocID="{241C21C9-70D8-4D9A-94FA-B578E3CA0C2B}" presName="root2" presStyleCnt="0"/>
      <dgm:spPr/>
    </dgm:pt>
    <dgm:pt modelId="{5926E740-7C1C-40B3-B14F-E403BC33CE0B}" type="pres">
      <dgm:prSet presAssocID="{241C21C9-70D8-4D9A-94FA-B578E3CA0C2B}" presName="LevelTwoTextNode" presStyleLbl="node2" presStyleIdx="1" presStyleCnt="2">
        <dgm:presLayoutVars>
          <dgm:chPref val="3"/>
        </dgm:presLayoutVars>
      </dgm:prSet>
      <dgm:spPr/>
    </dgm:pt>
    <dgm:pt modelId="{475C5327-0363-4718-8A6D-E5639354A670}" type="pres">
      <dgm:prSet presAssocID="{241C21C9-70D8-4D9A-94FA-B578E3CA0C2B}" presName="level3hierChild" presStyleCnt="0"/>
      <dgm:spPr/>
    </dgm:pt>
  </dgm:ptLst>
  <dgm:cxnLst>
    <dgm:cxn modelId="{266D7800-D0BC-4680-BB2B-ECC10996E0E7}" srcId="{86129407-3577-4758-ADCC-BD0BA58891AA}" destId="{241C21C9-70D8-4D9A-94FA-B578E3CA0C2B}" srcOrd="1" destOrd="0" parTransId="{90466797-77F9-48A4-907A-CC3AA4EEC9C2}" sibTransId="{9EEB6878-3E7C-46D0-B347-29429889EC72}"/>
    <dgm:cxn modelId="{2FD78122-DB9D-4942-A7F5-34E0D2002DF1}" type="presOf" srcId="{241C21C9-70D8-4D9A-94FA-B578E3CA0C2B}" destId="{5926E740-7C1C-40B3-B14F-E403BC33CE0B}" srcOrd="0" destOrd="0" presId="urn:microsoft.com/office/officeart/2008/layout/HorizontalMultiLevelHierarchy"/>
    <dgm:cxn modelId="{58FDF163-EB05-4DA4-BFB3-D8C651FA2C8C}" type="presOf" srcId="{EB4E1A0D-8099-424E-8C02-85119CC2537D}" destId="{9F5D1681-C826-4461-B59F-27FC7EFA17CA}" srcOrd="0" destOrd="0" presId="urn:microsoft.com/office/officeart/2008/layout/HorizontalMultiLevelHierarchy"/>
    <dgm:cxn modelId="{1B6BB765-8631-4980-AE2E-A712439A03C0}" type="presOf" srcId="{90466797-77F9-48A4-907A-CC3AA4EEC9C2}" destId="{185AE182-ABD1-440D-8EF9-A13A65C606D6}" srcOrd="1" destOrd="0" presId="urn:microsoft.com/office/officeart/2008/layout/HorizontalMultiLevelHierarchy"/>
    <dgm:cxn modelId="{BD39E1A5-B832-4E36-AEC3-53674FF840FD}" type="presOf" srcId="{86129407-3577-4758-ADCC-BD0BA58891AA}" destId="{00AB0F25-9CDF-4937-9A55-C9CBA31F1A3B}" srcOrd="0" destOrd="0" presId="urn:microsoft.com/office/officeart/2008/layout/HorizontalMultiLevelHierarchy"/>
    <dgm:cxn modelId="{75C440A7-CBDF-4A8A-A390-5D0C593B8426}" type="presOf" srcId="{2556EC95-C979-4849-82E0-7B0D1A72B9BA}" destId="{DEC77B91-4AF6-4097-B9D6-8A6C8E1C8B2E}" srcOrd="0" destOrd="0" presId="urn:microsoft.com/office/officeart/2008/layout/HorizontalMultiLevelHierarchy"/>
    <dgm:cxn modelId="{41134FAC-0CDD-4093-8492-A743A601C0B7}" srcId="{ECFBD202-B275-4CAE-8914-7B7E89E108EE}" destId="{86129407-3577-4758-ADCC-BD0BA58891AA}" srcOrd="0" destOrd="0" parTransId="{7220DB00-9E8A-4924-8ED0-914953DDB660}" sibTransId="{8482184A-0073-4288-9315-38E8DD0EC55C}"/>
    <dgm:cxn modelId="{157AC5B2-56F5-48D0-97AF-DF44C0F07C7F}" type="presOf" srcId="{ECFBD202-B275-4CAE-8914-7B7E89E108EE}" destId="{647E0EE1-E0FB-4C90-9517-5FCD7C26B9D8}" srcOrd="0" destOrd="0" presId="urn:microsoft.com/office/officeart/2008/layout/HorizontalMultiLevelHierarchy"/>
    <dgm:cxn modelId="{C737DFBA-60CD-40D2-8014-DE2F9E93450C}" type="presOf" srcId="{EB4E1A0D-8099-424E-8C02-85119CC2537D}" destId="{A651B001-28CA-46C6-9D28-A517B7B3B422}" srcOrd="1" destOrd="0" presId="urn:microsoft.com/office/officeart/2008/layout/HorizontalMultiLevelHierarchy"/>
    <dgm:cxn modelId="{7E2B99D8-559F-43EC-9C0C-D69A3046CBBA}" type="presOf" srcId="{90466797-77F9-48A4-907A-CC3AA4EEC9C2}" destId="{A8F9C0ED-6289-4441-8FB3-D427A785E72E}" srcOrd="0" destOrd="0" presId="urn:microsoft.com/office/officeart/2008/layout/HorizontalMultiLevelHierarchy"/>
    <dgm:cxn modelId="{6A2D2DEF-17BA-4928-A4B1-D70F61F61571}" srcId="{86129407-3577-4758-ADCC-BD0BA58891AA}" destId="{2556EC95-C979-4849-82E0-7B0D1A72B9BA}" srcOrd="0" destOrd="0" parTransId="{EB4E1A0D-8099-424E-8C02-85119CC2537D}" sibTransId="{5C0F9E5C-4845-492F-AC8D-ABF2255E0411}"/>
    <dgm:cxn modelId="{42D915FE-10C7-40E1-A03A-B23834122A9D}" type="presParOf" srcId="{647E0EE1-E0FB-4C90-9517-5FCD7C26B9D8}" destId="{607F7242-DDB3-47C3-8C91-9422B7B8C473}" srcOrd="0" destOrd="0" presId="urn:microsoft.com/office/officeart/2008/layout/HorizontalMultiLevelHierarchy"/>
    <dgm:cxn modelId="{A168D99A-443E-41C2-8416-9E5AD383E2DB}" type="presParOf" srcId="{607F7242-DDB3-47C3-8C91-9422B7B8C473}" destId="{00AB0F25-9CDF-4937-9A55-C9CBA31F1A3B}" srcOrd="0" destOrd="0" presId="urn:microsoft.com/office/officeart/2008/layout/HorizontalMultiLevelHierarchy"/>
    <dgm:cxn modelId="{883FD44B-1363-4B20-8ACC-9A8235E398FF}" type="presParOf" srcId="{607F7242-DDB3-47C3-8C91-9422B7B8C473}" destId="{60F4C695-E081-418F-A045-F80D236D3956}" srcOrd="1" destOrd="0" presId="urn:microsoft.com/office/officeart/2008/layout/HorizontalMultiLevelHierarchy"/>
    <dgm:cxn modelId="{F34242B4-FD88-493B-898B-99F917CB68F9}" type="presParOf" srcId="{60F4C695-E081-418F-A045-F80D236D3956}" destId="{9F5D1681-C826-4461-B59F-27FC7EFA17CA}" srcOrd="0" destOrd="0" presId="urn:microsoft.com/office/officeart/2008/layout/HorizontalMultiLevelHierarchy"/>
    <dgm:cxn modelId="{AD650EC1-AAE7-4089-B496-2B8EBF429D68}" type="presParOf" srcId="{9F5D1681-C826-4461-B59F-27FC7EFA17CA}" destId="{A651B001-28CA-46C6-9D28-A517B7B3B422}" srcOrd="0" destOrd="0" presId="urn:microsoft.com/office/officeart/2008/layout/HorizontalMultiLevelHierarchy"/>
    <dgm:cxn modelId="{944629B6-B799-4F8C-BEE2-42BDAC1F7D00}" type="presParOf" srcId="{60F4C695-E081-418F-A045-F80D236D3956}" destId="{6AFFA917-C82A-4027-974F-3305D215519E}" srcOrd="1" destOrd="0" presId="urn:microsoft.com/office/officeart/2008/layout/HorizontalMultiLevelHierarchy"/>
    <dgm:cxn modelId="{DB2285AD-6A89-4114-B1D6-0A208D13AA1F}" type="presParOf" srcId="{6AFFA917-C82A-4027-974F-3305D215519E}" destId="{DEC77B91-4AF6-4097-B9D6-8A6C8E1C8B2E}" srcOrd="0" destOrd="0" presId="urn:microsoft.com/office/officeart/2008/layout/HorizontalMultiLevelHierarchy"/>
    <dgm:cxn modelId="{3BB5845D-994B-49D5-B14F-C79209625290}" type="presParOf" srcId="{6AFFA917-C82A-4027-974F-3305D215519E}" destId="{294DB631-ABBA-4ED2-97F6-109A01FA6163}" srcOrd="1" destOrd="0" presId="urn:microsoft.com/office/officeart/2008/layout/HorizontalMultiLevelHierarchy"/>
    <dgm:cxn modelId="{5249DF0F-962C-489B-A7EE-FE2F429BDE12}" type="presParOf" srcId="{60F4C695-E081-418F-A045-F80D236D3956}" destId="{A8F9C0ED-6289-4441-8FB3-D427A785E72E}" srcOrd="2" destOrd="0" presId="urn:microsoft.com/office/officeart/2008/layout/HorizontalMultiLevelHierarchy"/>
    <dgm:cxn modelId="{F6EB1877-15E3-4A2B-AC14-3F336DFBA456}" type="presParOf" srcId="{A8F9C0ED-6289-4441-8FB3-D427A785E72E}" destId="{185AE182-ABD1-440D-8EF9-A13A65C606D6}" srcOrd="0" destOrd="0" presId="urn:microsoft.com/office/officeart/2008/layout/HorizontalMultiLevelHierarchy"/>
    <dgm:cxn modelId="{A5389240-D951-448B-86E6-8519C3BDDFAB}" type="presParOf" srcId="{60F4C695-E081-418F-A045-F80D236D3956}" destId="{C536F16E-211B-4D98-A927-CBD02902DA2D}" srcOrd="3" destOrd="0" presId="urn:microsoft.com/office/officeart/2008/layout/HorizontalMultiLevelHierarchy"/>
    <dgm:cxn modelId="{8E7A989B-B692-4B77-A876-65C8D3266E44}" type="presParOf" srcId="{C536F16E-211B-4D98-A927-CBD02902DA2D}" destId="{5926E740-7C1C-40B3-B14F-E403BC33CE0B}" srcOrd="0" destOrd="0" presId="urn:microsoft.com/office/officeart/2008/layout/HorizontalMultiLevelHierarchy"/>
    <dgm:cxn modelId="{617C6B87-F40D-487C-8A8F-F078D2A33229}" type="presParOf" srcId="{C536F16E-211B-4D98-A927-CBD02902DA2D}" destId="{475C5327-0363-4718-8A6D-E5639354A670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45E64F-2B77-42A5-BE64-3651C4330F7F}">
      <dsp:nvSpPr>
        <dsp:cNvPr id="0" name=""/>
        <dsp:cNvSpPr/>
      </dsp:nvSpPr>
      <dsp:spPr>
        <a:xfrm>
          <a:off x="-2858358" y="-440493"/>
          <a:ext cx="3410599" cy="3410599"/>
        </a:xfrm>
        <a:prstGeom prst="blockArc">
          <a:avLst>
            <a:gd name="adj1" fmla="val 18900000"/>
            <a:gd name="adj2" fmla="val 2700000"/>
            <a:gd name="adj3" fmla="val 633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EC1A4F-947A-4A48-BD2A-E28215CC9452}">
      <dsp:nvSpPr>
        <dsp:cNvPr id="0" name=""/>
        <dsp:cNvSpPr/>
      </dsp:nvSpPr>
      <dsp:spPr>
        <a:xfrm>
          <a:off x="355066" y="252961"/>
          <a:ext cx="3816273" cy="505922"/>
        </a:xfrm>
        <a:prstGeom prst="rect">
          <a:avLst/>
        </a:prstGeom>
        <a:solidFill>
          <a:schemeClr val="bg2">
            <a:lumMod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1576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 noProof="0">
              <a:latin typeface="DM Sans" pitchFamily="2" charset="0"/>
            </a:rPr>
            <a:t>Porcentaje de registros de minoristas con inexactitudes</a:t>
          </a:r>
          <a:endParaRPr lang="es-CO" sz="1400" kern="1200" noProof="0"/>
        </a:p>
      </dsp:txBody>
      <dsp:txXfrm>
        <a:off x="355066" y="252961"/>
        <a:ext cx="3816273" cy="505922"/>
      </dsp:txXfrm>
    </dsp:sp>
    <dsp:sp modelId="{3846AD6B-E8AA-4841-90B0-B7F3FDB8E134}">
      <dsp:nvSpPr>
        <dsp:cNvPr id="0" name=""/>
        <dsp:cNvSpPr/>
      </dsp:nvSpPr>
      <dsp:spPr>
        <a:xfrm>
          <a:off x="38864" y="189720"/>
          <a:ext cx="632403" cy="632403"/>
        </a:xfrm>
        <a:prstGeom prst="ellipse">
          <a:avLst/>
        </a:prstGeom>
        <a:blipFill rotWithShape="0">
          <a:blip xmlns:r="http://schemas.openxmlformats.org/officeDocument/2006/relationships" r:embed="rId1"/>
          <a:srcRect/>
          <a:stretch>
            <a:fillRect l="-2000" r="-2000"/>
          </a:stretch>
        </a:blip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BB394E-1BFF-4BF5-9CED-4AF0638123B0}">
      <dsp:nvSpPr>
        <dsp:cNvPr id="0" name=""/>
        <dsp:cNvSpPr/>
      </dsp:nvSpPr>
      <dsp:spPr>
        <a:xfrm>
          <a:off x="538969" y="1011845"/>
          <a:ext cx="3632370" cy="505922"/>
        </a:xfrm>
        <a:prstGeom prst="rect">
          <a:avLst/>
        </a:prstGeom>
        <a:solidFill>
          <a:schemeClr val="bg2">
            <a:lumMod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1576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 noProof="0">
              <a:latin typeface="DM Sans" pitchFamily="2" charset="0"/>
            </a:rPr>
            <a:t>Pérdidas anuales estimadas en EE. UU. por IRI</a:t>
          </a:r>
        </a:p>
      </dsp:txBody>
      <dsp:txXfrm>
        <a:off x="538969" y="1011845"/>
        <a:ext cx="3632370" cy="505922"/>
      </dsp:txXfrm>
    </dsp:sp>
    <dsp:sp modelId="{3F330C2C-169F-4EF9-AA7F-F3B21B0A9BE6}">
      <dsp:nvSpPr>
        <dsp:cNvPr id="0" name=""/>
        <dsp:cNvSpPr/>
      </dsp:nvSpPr>
      <dsp:spPr>
        <a:xfrm>
          <a:off x="222767" y="948604"/>
          <a:ext cx="632403" cy="632403"/>
        </a:xfrm>
        <a:prstGeom prst="ellipse">
          <a:avLst/>
        </a:prstGeom>
        <a:blipFill rotWithShape="0">
          <a:blip xmlns:r="http://schemas.openxmlformats.org/officeDocument/2006/relationships" r:embed="rId2"/>
          <a:srcRect/>
          <a:stretch>
            <a:fillRect l="-4000" r="-4000"/>
          </a:stretch>
        </a:blip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DBF34D-BF86-4D61-A512-7004AE5BF175}">
      <dsp:nvSpPr>
        <dsp:cNvPr id="0" name=""/>
        <dsp:cNvSpPr/>
      </dsp:nvSpPr>
      <dsp:spPr>
        <a:xfrm>
          <a:off x="355066" y="1770729"/>
          <a:ext cx="3816273" cy="505922"/>
        </a:xfrm>
        <a:prstGeom prst="rect">
          <a:avLst/>
        </a:prstGeom>
        <a:solidFill>
          <a:schemeClr val="bg2">
            <a:lumMod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1576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 noProof="0">
              <a:solidFill>
                <a:srgbClr val="00B0F0"/>
              </a:solidFill>
              <a:latin typeface="DM Sans" pitchFamily="2" charset="0"/>
            </a:rPr>
            <a:t>1 % </a:t>
          </a:r>
          <a:r>
            <a:rPr lang="es-CO" sz="1400" kern="1200" noProof="0">
              <a:latin typeface="DM Sans" pitchFamily="2" charset="0"/>
            </a:rPr>
            <a:t>de pérdida no detectada puede generar </a:t>
          </a:r>
          <a:r>
            <a:rPr lang="es-CO" sz="1400" b="1" kern="1200" noProof="0">
              <a:solidFill>
                <a:srgbClr val="00B0F0"/>
              </a:solidFill>
              <a:latin typeface="DM Sans" pitchFamily="2" charset="0"/>
            </a:rPr>
            <a:t>17 %</a:t>
          </a:r>
          <a:r>
            <a:rPr lang="es-CO" sz="1400" b="1" kern="1200" noProof="0">
              <a:latin typeface="DM Sans" pitchFamily="2" charset="0"/>
            </a:rPr>
            <a:t> </a:t>
          </a:r>
          <a:r>
            <a:rPr lang="es-CO" sz="1400" kern="1200" noProof="0">
              <a:latin typeface="DM Sans" pitchFamily="2" charset="0"/>
            </a:rPr>
            <a:t>en ventas perdidas</a:t>
          </a:r>
        </a:p>
      </dsp:txBody>
      <dsp:txXfrm>
        <a:off x="355066" y="1770729"/>
        <a:ext cx="3816273" cy="505922"/>
      </dsp:txXfrm>
    </dsp:sp>
    <dsp:sp modelId="{92571898-544B-47EC-A7B3-E22B7469204D}">
      <dsp:nvSpPr>
        <dsp:cNvPr id="0" name=""/>
        <dsp:cNvSpPr/>
      </dsp:nvSpPr>
      <dsp:spPr>
        <a:xfrm>
          <a:off x="38864" y="1707488"/>
          <a:ext cx="632403" cy="632403"/>
        </a:xfrm>
        <a:prstGeom prst="ellipse">
          <a:avLst/>
        </a:prstGeom>
        <a:blipFill rotWithShape="0">
          <a:blip xmlns:r="http://schemas.openxmlformats.org/officeDocument/2006/relationships" r:embed="rId3"/>
          <a:srcRect/>
          <a:stretch>
            <a:fillRect t="-9000" b="-9000"/>
          </a:stretch>
        </a:blip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49CABC-E00C-4807-9730-0182277EC1BB}">
      <dsp:nvSpPr>
        <dsp:cNvPr id="0" name=""/>
        <dsp:cNvSpPr/>
      </dsp:nvSpPr>
      <dsp:spPr>
        <a:xfrm>
          <a:off x="2452020" y="1734842"/>
          <a:ext cx="1208925" cy="528293"/>
        </a:xfrm>
        <a:prstGeom prst="roundRect">
          <a:avLst>
            <a:gd name="adj" fmla="val 10000"/>
          </a:avLst>
        </a:prstGeom>
        <a:solidFill>
          <a:srgbClr val="FAFDFE"/>
        </a:solidFill>
        <a:ln w="9525" cap="flat" cmpd="sng" algn="ctr">
          <a:solidFill>
            <a:schemeClr val="bg2">
              <a:lumMod val="2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57150" lvl="1" indent="-57150" algn="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900" kern="1200" noProof="0">
              <a:latin typeface="DM Sans" pitchFamily="2" charset="0"/>
            </a:rPr>
            <a:t>Órdenes innecesarias</a:t>
          </a:r>
        </a:p>
      </dsp:txBody>
      <dsp:txXfrm>
        <a:off x="2826303" y="1878521"/>
        <a:ext cx="823037" cy="373010"/>
      </dsp:txXfrm>
    </dsp:sp>
    <dsp:sp modelId="{24D48E27-77E2-4F52-81EE-3D0C9F2812F0}">
      <dsp:nvSpPr>
        <dsp:cNvPr id="0" name=""/>
        <dsp:cNvSpPr/>
      </dsp:nvSpPr>
      <dsp:spPr>
        <a:xfrm>
          <a:off x="248350" y="1714548"/>
          <a:ext cx="1642506" cy="573455"/>
        </a:xfrm>
        <a:prstGeom prst="roundRect">
          <a:avLst>
            <a:gd name="adj" fmla="val 10000"/>
          </a:avLst>
        </a:prstGeom>
        <a:solidFill>
          <a:srgbClr val="FAFDFE"/>
        </a:solidFill>
        <a:ln w="9525" cap="flat" cmpd="sng" algn="ctr">
          <a:solidFill>
            <a:schemeClr val="bg2">
              <a:lumMod val="2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900" kern="1200" noProof="0">
              <a:latin typeface="DM Sans" pitchFamily="2" charset="0"/>
            </a:rPr>
            <a:t>Sobreestimación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900" kern="1200" noProof="0">
              <a:latin typeface="DM Sans" pitchFamily="2" charset="0"/>
            </a:rPr>
            <a:t>Órdenes tardías</a:t>
          </a:r>
        </a:p>
      </dsp:txBody>
      <dsp:txXfrm>
        <a:off x="260947" y="1870509"/>
        <a:ext cx="1124560" cy="404897"/>
      </dsp:txXfrm>
    </dsp:sp>
    <dsp:sp modelId="{3AE4B210-7BDC-47BF-AEF9-3C83DDB77A07}">
      <dsp:nvSpPr>
        <dsp:cNvPr id="0" name=""/>
        <dsp:cNvSpPr/>
      </dsp:nvSpPr>
      <dsp:spPr>
        <a:xfrm>
          <a:off x="2481972" y="193287"/>
          <a:ext cx="1302798" cy="500923"/>
        </a:xfrm>
        <a:prstGeom prst="roundRect">
          <a:avLst>
            <a:gd name="adj" fmla="val 10000"/>
          </a:avLst>
        </a:prstGeom>
        <a:solidFill>
          <a:srgbClr val="FAFDFE"/>
        </a:solidFill>
        <a:ln w="9525" cap="flat" cmpd="sng" algn="ctr">
          <a:solidFill>
            <a:schemeClr val="bg2">
              <a:lumMod val="2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57150" lvl="1" indent="-57150" algn="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900" kern="1200" noProof="0">
              <a:latin typeface="DM Sans" pitchFamily="2" charset="0"/>
            </a:rPr>
            <a:t>Físicamente presente sin registrar</a:t>
          </a:r>
        </a:p>
      </dsp:txBody>
      <dsp:txXfrm>
        <a:off x="2883815" y="204291"/>
        <a:ext cx="889951" cy="353684"/>
      </dsp:txXfrm>
    </dsp:sp>
    <dsp:sp modelId="{2BF6EF4C-5806-4D9F-A112-E1517C6D7D13}">
      <dsp:nvSpPr>
        <dsp:cNvPr id="0" name=""/>
        <dsp:cNvSpPr/>
      </dsp:nvSpPr>
      <dsp:spPr>
        <a:xfrm>
          <a:off x="161772" y="181998"/>
          <a:ext cx="1740852" cy="523501"/>
        </a:xfrm>
        <a:prstGeom prst="roundRect">
          <a:avLst>
            <a:gd name="adj" fmla="val 10000"/>
          </a:avLst>
        </a:prstGeom>
        <a:solidFill>
          <a:srgbClr val="FAFDFE"/>
        </a:solidFill>
        <a:ln w="9525" cap="flat" cmpd="sng" algn="ctr">
          <a:solidFill>
            <a:schemeClr val="bg2">
              <a:lumMod val="2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900" kern="1200" noProof="0">
              <a:latin typeface="DM Sans" pitchFamily="2" charset="0"/>
            </a:rPr>
            <a:t>Registrado pero ausente</a:t>
          </a:r>
        </a:p>
      </dsp:txBody>
      <dsp:txXfrm>
        <a:off x="173272" y="193498"/>
        <a:ext cx="1195597" cy="369625"/>
      </dsp:txXfrm>
    </dsp:sp>
    <dsp:sp modelId="{8FE2DD45-BEC4-451D-866F-A2FFA55C76EB}">
      <dsp:nvSpPr>
        <dsp:cNvPr id="0" name=""/>
        <dsp:cNvSpPr/>
      </dsp:nvSpPr>
      <dsp:spPr>
        <a:xfrm>
          <a:off x="1017028" y="139491"/>
          <a:ext cx="1059645" cy="1059645"/>
        </a:xfrm>
        <a:prstGeom prst="pieWedge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noProof="0">
              <a:latin typeface="DM Sans" pitchFamily="2" charset="0"/>
            </a:rPr>
            <a:t>Inventario</a:t>
          </a:r>
        </a:p>
      </dsp:txBody>
      <dsp:txXfrm>
        <a:off x="1327391" y="449854"/>
        <a:ext cx="749282" cy="749282"/>
      </dsp:txXfrm>
    </dsp:sp>
    <dsp:sp modelId="{13CEB086-4A89-4215-B8C8-0B0EB3D1A1F3}">
      <dsp:nvSpPr>
        <dsp:cNvPr id="0" name=""/>
        <dsp:cNvSpPr/>
      </dsp:nvSpPr>
      <dsp:spPr>
        <a:xfrm rot="5400000">
          <a:off x="2125618" y="139491"/>
          <a:ext cx="1059645" cy="1059645"/>
        </a:xfrm>
        <a:prstGeom prst="pieWedge">
          <a:avLst/>
        </a:prstGeom>
        <a:solidFill>
          <a:schemeClr val="bg2">
            <a:lumMod val="9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noProof="0">
              <a:latin typeface="DM Sans" pitchFamily="2" charset="0"/>
            </a:rPr>
            <a:t>Inventario </a:t>
          </a:r>
        </a:p>
      </dsp:txBody>
      <dsp:txXfrm rot="-5400000">
        <a:off x="2125618" y="449854"/>
        <a:ext cx="749282" cy="749282"/>
      </dsp:txXfrm>
    </dsp:sp>
    <dsp:sp modelId="{EA71073C-1526-4C9A-B5F0-ECD75FEC9DD4}">
      <dsp:nvSpPr>
        <dsp:cNvPr id="0" name=""/>
        <dsp:cNvSpPr/>
      </dsp:nvSpPr>
      <dsp:spPr>
        <a:xfrm rot="10800000">
          <a:off x="2125618" y="1248081"/>
          <a:ext cx="1059645" cy="1059645"/>
        </a:xfrm>
        <a:prstGeom prst="pieWedge">
          <a:avLst/>
        </a:prstGeom>
        <a:solidFill>
          <a:schemeClr val="bg2">
            <a:lumMod val="9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noProof="0">
              <a:latin typeface="DM Sans" pitchFamily="2" charset="0"/>
            </a:rPr>
            <a:t>Oculto</a:t>
          </a:r>
        </a:p>
      </dsp:txBody>
      <dsp:txXfrm rot="10800000">
        <a:off x="2125618" y="1248081"/>
        <a:ext cx="749282" cy="749282"/>
      </dsp:txXfrm>
    </dsp:sp>
    <dsp:sp modelId="{7457E17A-D8CF-4B3E-AA2D-9A85036C98FB}">
      <dsp:nvSpPr>
        <dsp:cNvPr id="0" name=""/>
        <dsp:cNvSpPr/>
      </dsp:nvSpPr>
      <dsp:spPr>
        <a:xfrm rot="16200000">
          <a:off x="1017028" y="1248081"/>
          <a:ext cx="1059645" cy="1059645"/>
        </a:xfrm>
        <a:prstGeom prst="pieWedge">
          <a:avLst/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noProof="0">
              <a:latin typeface="DM Sans" pitchFamily="2" charset="0"/>
            </a:rPr>
            <a:t>Fantasma</a:t>
          </a:r>
        </a:p>
      </dsp:txBody>
      <dsp:txXfrm rot="5400000">
        <a:off x="1327391" y="1248081"/>
        <a:ext cx="749282" cy="749282"/>
      </dsp:txXfrm>
    </dsp:sp>
    <dsp:sp modelId="{20E1208B-4D5E-489A-AEAD-D42CA4D5F016}">
      <dsp:nvSpPr>
        <dsp:cNvPr id="0" name=""/>
        <dsp:cNvSpPr/>
      </dsp:nvSpPr>
      <dsp:spPr>
        <a:xfrm>
          <a:off x="1918216" y="1003359"/>
          <a:ext cx="365859" cy="318138"/>
        </a:xfrm>
        <a:prstGeom prst="circular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0A3E4697-64ED-49C8-B076-0782648F9398}">
      <dsp:nvSpPr>
        <dsp:cNvPr id="0" name=""/>
        <dsp:cNvSpPr/>
      </dsp:nvSpPr>
      <dsp:spPr>
        <a:xfrm rot="10800000">
          <a:off x="1918216" y="1125720"/>
          <a:ext cx="365859" cy="318138"/>
        </a:xfrm>
        <a:prstGeom prst="circular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D42FB9-6591-431E-8044-17934B5D3F62}">
      <dsp:nvSpPr>
        <dsp:cNvPr id="0" name=""/>
        <dsp:cNvSpPr/>
      </dsp:nvSpPr>
      <dsp:spPr>
        <a:xfrm>
          <a:off x="0" y="22142"/>
          <a:ext cx="3105835" cy="3105835"/>
        </a:xfrm>
        <a:prstGeom prst="pie">
          <a:avLst>
            <a:gd name="adj1" fmla="val 5400000"/>
            <a:gd name="adj2" fmla="val 16200000"/>
          </a:avLst>
        </a:prstGeom>
        <a:solidFill>
          <a:schemeClr val="bg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AD975F-D43E-4053-B307-19C499ABD1B1}">
      <dsp:nvSpPr>
        <dsp:cNvPr id="0" name=""/>
        <dsp:cNvSpPr/>
      </dsp:nvSpPr>
      <dsp:spPr>
        <a:xfrm>
          <a:off x="1552917" y="22142"/>
          <a:ext cx="3623475" cy="3105835"/>
        </a:xfrm>
        <a:prstGeom prst="rect">
          <a:avLst/>
        </a:prstGeom>
        <a:solidFill>
          <a:srgbClr val="F6FBFD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noProof="0"/>
            <a:t>Disminución del tiempo de inventario</a:t>
          </a:r>
        </a:p>
      </dsp:txBody>
      <dsp:txXfrm>
        <a:off x="1552917" y="22142"/>
        <a:ext cx="3623475" cy="659990"/>
      </dsp:txXfrm>
    </dsp:sp>
    <dsp:sp modelId="{0B41CE15-359A-40EA-A60D-827A0DF2364F}">
      <dsp:nvSpPr>
        <dsp:cNvPr id="0" name=""/>
        <dsp:cNvSpPr/>
      </dsp:nvSpPr>
      <dsp:spPr>
        <a:xfrm>
          <a:off x="407640" y="682132"/>
          <a:ext cx="2290553" cy="2290553"/>
        </a:xfrm>
        <a:prstGeom prst="pie">
          <a:avLst>
            <a:gd name="adj1" fmla="val 5400000"/>
            <a:gd name="adj2" fmla="val 16200000"/>
          </a:avLst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97CCD-4447-44A7-AF0F-D688D62832EE}">
      <dsp:nvSpPr>
        <dsp:cNvPr id="0" name=""/>
        <dsp:cNvSpPr/>
      </dsp:nvSpPr>
      <dsp:spPr>
        <a:xfrm>
          <a:off x="1552917" y="682132"/>
          <a:ext cx="3623475" cy="2290553"/>
        </a:xfrm>
        <a:prstGeom prst="rect">
          <a:avLst/>
        </a:prstGeom>
        <a:solidFill>
          <a:srgbClr val="F6FBFD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noProof="0"/>
            <a:t>Frecuencia de inventarios</a:t>
          </a:r>
        </a:p>
      </dsp:txBody>
      <dsp:txXfrm>
        <a:off x="1552917" y="682132"/>
        <a:ext cx="3623475" cy="659990"/>
      </dsp:txXfrm>
    </dsp:sp>
    <dsp:sp modelId="{54CE5D9A-1C9F-4019-8077-3224D65D59E9}">
      <dsp:nvSpPr>
        <dsp:cNvPr id="0" name=""/>
        <dsp:cNvSpPr/>
      </dsp:nvSpPr>
      <dsp:spPr>
        <a:xfrm>
          <a:off x="815281" y="1342122"/>
          <a:ext cx="1475272" cy="1475272"/>
        </a:xfrm>
        <a:prstGeom prst="pie">
          <a:avLst>
            <a:gd name="adj1" fmla="val 5400000"/>
            <a:gd name="adj2" fmla="val 16200000"/>
          </a:avLst>
        </a:prstGeom>
        <a:solidFill>
          <a:schemeClr val="bg2">
            <a:lumMod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B2D081-8803-4902-9023-13E0F296821D}">
      <dsp:nvSpPr>
        <dsp:cNvPr id="0" name=""/>
        <dsp:cNvSpPr/>
      </dsp:nvSpPr>
      <dsp:spPr>
        <a:xfrm>
          <a:off x="1552917" y="1342122"/>
          <a:ext cx="3623475" cy="1475272"/>
        </a:xfrm>
        <a:prstGeom prst="rect">
          <a:avLst/>
        </a:prstGeom>
        <a:solidFill>
          <a:srgbClr val="F6FBFD">
            <a:alpha val="90000"/>
          </a:srgb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noProof="0"/>
            <a:t>Precisión de la información</a:t>
          </a:r>
        </a:p>
      </dsp:txBody>
      <dsp:txXfrm>
        <a:off x="1552917" y="1342122"/>
        <a:ext cx="3623475" cy="659990"/>
      </dsp:txXfrm>
    </dsp:sp>
    <dsp:sp modelId="{29F7975C-F5B8-4D92-A08C-F8007939D27E}">
      <dsp:nvSpPr>
        <dsp:cNvPr id="0" name=""/>
        <dsp:cNvSpPr/>
      </dsp:nvSpPr>
      <dsp:spPr>
        <a:xfrm>
          <a:off x="1222922" y="2002112"/>
          <a:ext cx="659990" cy="659990"/>
        </a:xfrm>
        <a:prstGeom prst="pie">
          <a:avLst>
            <a:gd name="adj1" fmla="val 5400000"/>
            <a:gd name="adj2" fmla="val 16200000"/>
          </a:avLst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03CF4-981B-4E96-99B7-450F0AC61D31}">
      <dsp:nvSpPr>
        <dsp:cNvPr id="0" name=""/>
        <dsp:cNvSpPr/>
      </dsp:nvSpPr>
      <dsp:spPr>
        <a:xfrm>
          <a:off x="1552917" y="2002112"/>
          <a:ext cx="3623475" cy="659990"/>
        </a:xfrm>
        <a:prstGeom prst="rect">
          <a:avLst/>
        </a:prstGeom>
        <a:solidFill>
          <a:srgbClr val="F6FBFD">
            <a:alpha val="90000"/>
          </a:srgb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noProof="0"/>
            <a:t>Análisis y trazabilidad</a:t>
          </a:r>
        </a:p>
      </dsp:txBody>
      <dsp:txXfrm>
        <a:off x="1552917" y="2002112"/>
        <a:ext cx="3623475" cy="6599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946FBF-7D34-4C1C-8837-E2BA6050F01F}">
      <dsp:nvSpPr>
        <dsp:cNvPr id="0" name=""/>
        <dsp:cNvSpPr/>
      </dsp:nvSpPr>
      <dsp:spPr>
        <a:xfrm>
          <a:off x="25599" y="0"/>
          <a:ext cx="1820800" cy="1263661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200" b="0" kern="1200" noProof="0">
              <a:latin typeface="DM Sans" pitchFamily="2" charset="0"/>
            </a:rPr>
            <a:t>Robots móviles autónomos (AMR/AGV)</a:t>
          </a:r>
        </a:p>
      </dsp:txBody>
      <dsp:txXfrm>
        <a:off x="512669" y="0"/>
        <a:ext cx="1333730" cy="1263661"/>
      </dsp:txXfrm>
    </dsp:sp>
    <dsp:sp modelId="{1AFA95E2-BA94-4DA9-879E-E44A2B0216F9}">
      <dsp:nvSpPr>
        <dsp:cNvPr id="0" name=""/>
        <dsp:cNvSpPr/>
      </dsp:nvSpPr>
      <dsp:spPr>
        <a:xfrm flipH="1">
          <a:off x="157626" y="539426"/>
          <a:ext cx="180000" cy="179995"/>
        </a:xfrm>
        <a:prstGeom prst="roundRect">
          <a:avLst>
            <a:gd name="adj" fmla="val 10000"/>
          </a:avLst>
        </a:prstGeom>
        <a:solidFill>
          <a:schemeClr val="bg2">
            <a:lumMod val="2500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32B91A3-9F4B-4DDE-AC91-7332AAAB31F5}">
      <dsp:nvSpPr>
        <dsp:cNvPr id="0" name=""/>
        <dsp:cNvSpPr/>
      </dsp:nvSpPr>
      <dsp:spPr>
        <a:xfrm>
          <a:off x="29867" y="1390027"/>
          <a:ext cx="1820800" cy="1263661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0" kern="1200" noProof="0">
              <a:latin typeface="DM Sans" pitchFamily="2" charset="0"/>
            </a:rPr>
            <a:t>RFID e </a:t>
          </a:r>
          <a:r>
            <a:rPr lang="es-CO" sz="1400" b="0" kern="1200" noProof="0" err="1">
              <a:latin typeface="DM Sans" pitchFamily="2" charset="0"/>
            </a:rPr>
            <a:t>IoT</a:t>
          </a:r>
          <a:endParaRPr lang="es-CO" sz="1400" b="0" kern="1200" noProof="0">
            <a:latin typeface="DM Sans" pitchFamily="2" charset="0"/>
          </a:endParaRPr>
        </a:p>
      </dsp:txBody>
      <dsp:txXfrm>
        <a:off x="516937" y="1390027"/>
        <a:ext cx="1333730" cy="1263661"/>
      </dsp:txXfrm>
    </dsp:sp>
    <dsp:sp modelId="{7991747B-D861-40AA-B0C7-019DAE98C304}">
      <dsp:nvSpPr>
        <dsp:cNvPr id="0" name=""/>
        <dsp:cNvSpPr/>
      </dsp:nvSpPr>
      <dsp:spPr>
        <a:xfrm>
          <a:off x="144541" y="1920568"/>
          <a:ext cx="180000" cy="179995"/>
        </a:xfrm>
        <a:prstGeom prst="roundRect">
          <a:avLst>
            <a:gd name="adj" fmla="val 10000"/>
          </a:avLst>
        </a:prstGeom>
        <a:solidFill>
          <a:schemeClr val="bg2">
            <a:lumMod val="2500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946FBF-7D34-4C1C-8837-E2BA6050F01F}">
      <dsp:nvSpPr>
        <dsp:cNvPr id="0" name=""/>
        <dsp:cNvSpPr/>
      </dsp:nvSpPr>
      <dsp:spPr>
        <a:xfrm>
          <a:off x="0" y="0"/>
          <a:ext cx="4725389" cy="1263661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 noProof="0">
              <a:latin typeface="DM Sans" pitchFamily="2" charset="0"/>
            </a:rPr>
            <a:t>Sistemas </a:t>
          </a:r>
          <a:r>
            <a:rPr lang="es-CO" sz="1400" b="1" kern="1200" noProof="0" err="1">
              <a:latin typeface="DM Sans" pitchFamily="2" charset="0"/>
            </a:rPr>
            <a:t>semi-automatizados</a:t>
          </a:r>
          <a:endParaRPr lang="es-CO" sz="1400" b="1" kern="1200" noProof="0">
            <a:latin typeface="DM Sans" pitchFamily="2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/>
            <a:buChar char="•"/>
          </a:pPr>
          <a:r>
            <a:rPr lang="es-CO" sz="1100" kern="1200" noProof="0">
              <a:latin typeface="DM Sans" pitchFamily="2" charset="0"/>
            </a:rPr>
            <a:t>El sistema WIND usa cámara industrial, sensor láser y </a:t>
          </a:r>
          <a:r>
            <a:rPr lang="es-CO" sz="1100" kern="1200" noProof="0" err="1">
              <a:latin typeface="DM Sans" pitchFamily="2" charset="0"/>
            </a:rPr>
            <a:t>encoder</a:t>
          </a:r>
          <a:r>
            <a:rPr lang="es-CO" sz="1100" kern="1200" noProof="0">
              <a:latin typeface="DM Sans" pitchFamily="2" charset="0"/>
            </a:rPr>
            <a:t> en montacargas.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100" kern="1200" noProof="0">
              <a:latin typeface="DM Sans" pitchFamily="2" charset="0"/>
            </a:rPr>
            <a:t>Aumenta el conteo 40% y reduce riesgos en altura, pero aún requiere validación humana. </a:t>
          </a:r>
          <a:r>
            <a:rPr lang="es-CO" sz="1100" i="1" kern="1200" noProof="0" err="1">
              <a:latin typeface="DM Sans" pitchFamily="2" charset="0"/>
            </a:rPr>
            <a:t>Cidal</a:t>
          </a:r>
          <a:r>
            <a:rPr lang="es-CO" sz="1100" i="1" kern="1200" noProof="0">
              <a:latin typeface="DM Sans" pitchFamily="2" charset="0"/>
            </a:rPr>
            <a:t> et al., 2019.</a:t>
          </a:r>
        </a:p>
      </dsp:txBody>
      <dsp:txXfrm>
        <a:off x="1071443" y="0"/>
        <a:ext cx="3653945" cy="1263661"/>
      </dsp:txXfrm>
    </dsp:sp>
    <dsp:sp modelId="{1AFA95E2-BA94-4DA9-879E-E44A2B0216F9}">
      <dsp:nvSpPr>
        <dsp:cNvPr id="0" name=""/>
        <dsp:cNvSpPr/>
      </dsp:nvSpPr>
      <dsp:spPr>
        <a:xfrm>
          <a:off x="198414" y="248233"/>
          <a:ext cx="800981" cy="767194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rcRect/>
          <a:stretch>
            <a:fillRect t="-2000" b="-2000"/>
          </a:stretch>
        </a:blip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32B91A3-9F4B-4DDE-AC91-7332AAAB31F5}">
      <dsp:nvSpPr>
        <dsp:cNvPr id="0" name=""/>
        <dsp:cNvSpPr/>
      </dsp:nvSpPr>
      <dsp:spPr>
        <a:xfrm>
          <a:off x="0" y="1390027"/>
          <a:ext cx="4725389" cy="1263661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 noProof="0">
              <a:latin typeface="DM Sans" pitchFamily="2" charset="0"/>
            </a:rPr>
            <a:t>Visión artificial en estantes y pallets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/>
            <a:buChar char="•"/>
          </a:pPr>
          <a:r>
            <a:rPr lang="es-CO" sz="1100" kern="1200" noProof="0">
              <a:latin typeface="DM Sans" pitchFamily="2" charset="0"/>
            </a:rPr>
            <a:t>Propuestas con imágenes </a:t>
          </a:r>
          <a:r>
            <a:rPr lang="es-CO" sz="1100" b="1" kern="1200" noProof="0">
              <a:latin typeface="DM Sans" pitchFamily="2" charset="0"/>
            </a:rPr>
            <a:t>RGB-D</a:t>
          </a:r>
          <a:r>
            <a:rPr lang="es-CO" sz="1100" kern="1200" noProof="0">
              <a:latin typeface="DM Sans" pitchFamily="2" charset="0"/>
            </a:rPr>
            <a:t>, </a:t>
          </a:r>
          <a:r>
            <a:rPr lang="es-CO" sz="1100" kern="1200" noProof="0" err="1">
              <a:latin typeface="DM Sans" pitchFamily="2" charset="0"/>
            </a:rPr>
            <a:t>CycleGAN</a:t>
          </a:r>
          <a:r>
            <a:rPr lang="es-CO" sz="1100" kern="1200" noProof="0">
              <a:latin typeface="DM Sans" pitchFamily="2" charset="0"/>
            </a:rPr>
            <a:t> y </a:t>
          </a:r>
          <a:r>
            <a:rPr lang="es-CO" sz="1100" kern="1200" noProof="0" err="1">
              <a:latin typeface="DM Sans" pitchFamily="2" charset="0"/>
            </a:rPr>
            <a:t>deep</a:t>
          </a:r>
          <a:r>
            <a:rPr lang="es-CO" sz="1100" kern="1200" noProof="0">
              <a:latin typeface="DM Sans" pitchFamily="2" charset="0"/>
            </a:rPr>
            <a:t> </a:t>
          </a:r>
          <a:r>
            <a:rPr lang="es-CO" sz="1100" kern="1200" noProof="0" err="1">
              <a:latin typeface="DM Sans" pitchFamily="2" charset="0"/>
            </a:rPr>
            <a:t>learning</a:t>
          </a:r>
          <a:r>
            <a:rPr lang="es-CO" sz="1100" kern="1200" noProof="0">
              <a:latin typeface="DM Sans" pitchFamily="2" charset="0"/>
            </a:rPr>
            <a:t> para reconocer cajas en pallets. </a:t>
          </a:r>
          <a:r>
            <a:rPr lang="es-CO" sz="1100" i="1" kern="1200" noProof="0">
              <a:latin typeface="DM Sans" pitchFamily="2" charset="0"/>
            </a:rPr>
            <a:t>Muñoz et al., 2024.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100" kern="1200" noProof="0">
              <a:latin typeface="DM Sans" pitchFamily="2" charset="0"/>
            </a:rPr>
            <a:t>Sistemas </a:t>
          </a:r>
          <a:r>
            <a:rPr lang="es-CO" sz="1100" kern="1200" noProof="0" err="1">
              <a:latin typeface="DM Sans" pitchFamily="2" charset="0"/>
            </a:rPr>
            <a:t>retail</a:t>
          </a:r>
          <a:r>
            <a:rPr lang="es-CO" sz="1100" kern="1200" noProof="0">
              <a:latin typeface="DM Sans" pitchFamily="2" charset="0"/>
            </a:rPr>
            <a:t> basados en YOLO alcanzan </a:t>
          </a:r>
          <a:r>
            <a:rPr lang="es-CO" sz="1100" b="1" kern="1200" noProof="0">
              <a:latin typeface="DM Sans" pitchFamily="2" charset="0"/>
            </a:rPr>
            <a:t>&gt;98% precisión</a:t>
          </a:r>
          <a:r>
            <a:rPr lang="es-CO" sz="1100" kern="1200" noProof="0">
              <a:latin typeface="DM Sans" pitchFamily="2" charset="0"/>
            </a:rPr>
            <a:t> detectando productos y huecos. </a:t>
          </a:r>
          <a:r>
            <a:rPr lang="es-CO" sz="1100" i="1" kern="1200" noProof="0">
              <a:latin typeface="DM Sans" pitchFamily="2" charset="0"/>
            </a:rPr>
            <a:t>Liu, 2019.</a:t>
          </a:r>
        </a:p>
      </dsp:txBody>
      <dsp:txXfrm>
        <a:off x="1071443" y="1390027"/>
        <a:ext cx="3653945" cy="1263661"/>
      </dsp:txXfrm>
    </dsp:sp>
    <dsp:sp modelId="{7991747B-D861-40AA-B0C7-019DAE98C304}">
      <dsp:nvSpPr>
        <dsp:cNvPr id="0" name=""/>
        <dsp:cNvSpPr/>
      </dsp:nvSpPr>
      <dsp:spPr>
        <a:xfrm>
          <a:off x="198414" y="1647723"/>
          <a:ext cx="800981" cy="748269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rcRect/>
          <a:stretch>
            <a:fillRect l="-3000" r="-3000"/>
          </a:stretch>
        </a:blip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946FBF-7D34-4C1C-8837-E2BA6050F01F}">
      <dsp:nvSpPr>
        <dsp:cNvPr id="0" name=""/>
        <dsp:cNvSpPr/>
      </dsp:nvSpPr>
      <dsp:spPr>
        <a:xfrm>
          <a:off x="0" y="0"/>
          <a:ext cx="4717485" cy="1263661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noProof="0">
              <a:latin typeface="DM Sans" pitchFamily="2" charset="0"/>
            </a:rPr>
            <a:t>Robots móviles autónomos (AMR/AGV)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/>
            <a:buChar char="•"/>
          </a:pPr>
          <a:r>
            <a:rPr lang="es-CO" sz="1200" kern="1200" noProof="0">
              <a:latin typeface="DM Sans" pitchFamily="2" charset="0"/>
            </a:rPr>
            <a:t>Navegación con </a:t>
          </a:r>
          <a:r>
            <a:rPr lang="es-CO" sz="1200" kern="1200" noProof="0" err="1">
              <a:latin typeface="DM Sans" pitchFamily="2" charset="0"/>
            </a:rPr>
            <a:t>odometría</a:t>
          </a:r>
          <a:r>
            <a:rPr lang="es-CO" sz="1200" kern="1200" noProof="0">
              <a:latin typeface="DM Sans" pitchFamily="2" charset="0"/>
            </a:rPr>
            <a:t>, IMU, </a:t>
          </a:r>
          <a:r>
            <a:rPr lang="es-CO" sz="1200" kern="1200" noProof="0" err="1">
              <a:latin typeface="DM Sans" pitchFamily="2" charset="0"/>
            </a:rPr>
            <a:t>LiDAR</a:t>
          </a:r>
          <a:r>
            <a:rPr lang="es-CO" sz="1200" kern="1200" noProof="0">
              <a:latin typeface="DM Sans" pitchFamily="2" charset="0"/>
            </a:rPr>
            <a:t>, EKF y </a:t>
          </a:r>
          <a:r>
            <a:rPr lang="es-CO" sz="1200" b="1" kern="1200" noProof="0">
              <a:latin typeface="DM Sans" pitchFamily="2" charset="0"/>
            </a:rPr>
            <a:t>AMCL</a:t>
          </a:r>
          <a:r>
            <a:rPr lang="es-CO" sz="1200" kern="1200" noProof="0">
              <a:latin typeface="DM Sans" pitchFamily="2" charset="0"/>
            </a:rPr>
            <a:t> sobre ROS.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/>
            <a:buChar char="•"/>
          </a:pPr>
          <a:r>
            <a:rPr lang="es-CO" sz="1200" kern="1200" noProof="0">
              <a:latin typeface="DM Sans" pitchFamily="2" charset="0"/>
            </a:rPr>
            <a:t>Probados en plantas automotrices manteniendo errores de localización muy bajos. </a:t>
          </a:r>
          <a:r>
            <a:rPr lang="es-CO" sz="1200" i="1" kern="1200" noProof="0" err="1">
              <a:latin typeface="DM Sans" pitchFamily="2" charset="0"/>
            </a:rPr>
            <a:t>Savci</a:t>
          </a:r>
          <a:r>
            <a:rPr lang="es-CO" sz="1200" i="1" kern="1200" noProof="0">
              <a:latin typeface="DM Sans" pitchFamily="2" charset="0"/>
            </a:rPr>
            <a:t> et al., 2022.</a:t>
          </a:r>
        </a:p>
      </dsp:txBody>
      <dsp:txXfrm>
        <a:off x="1069863" y="0"/>
        <a:ext cx="3647622" cy="1263661"/>
      </dsp:txXfrm>
    </dsp:sp>
    <dsp:sp modelId="{1AFA95E2-BA94-4DA9-879E-E44A2B0216F9}">
      <dsp:nvSpPr>
        <dsp:cNvPr id="0" name=""/>
        <dsp:cNvSpPr/>
      </dsp:nvSpPr>
      <dsp:spPr>
        <a:xfrm>
          <a:off x="293053" y="266162"/>
          <a:ext cx="610121" cy="73133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rcRect/>
          <a:stretch>
            <a:fillRect l="-4000" r="-4000"/>
          </a:stretch>
        </a:blip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32B91A3-9F4B-4DDE-AC91-7332AAAB31F5}">
      <dsp:nvSpPr>
        <dsp:cNvPr id="0" name=""/>
        <dsp:cNvSpPr/>
      </dsp:nvSpPr>
      <dsp:spPr>
        <a:xfrm>
          <a:off x="0" y="1390027"/>
          <a:ext cx="4717485" cy="1263661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b="1" kern="1200" noProof="0">
              <a:latin typeface="DM Sans" pitchFamily="2" charset="0"/>
            </a:rPr>
            <a:t>RFID e </a:t>
          </a:r>
          <a:r>
            <a:rPr lang="es-CO" sz="1600" b="1" kern="1200" noProof="0" err="1">
              <a:latin typeface="DM Sans" pitchFamily="2" charset="0"/>
            </a:rPr>
            <a:t>IoT</a:t>
          </a:r>
          <a:endParaRPr lang="es-CO" sz="1600" b="1" kern="1200" noProof="0">
            <a:latin typeface="DM Sans" pitchFamily="2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/>
            <a:buChar char="•"/>
          </a:pPr>
          <a:r>
            <a:rPr lang="es-CO" sz="1200" kern="1200" noProof="0">
              <a:latin typeface="DM Sans" pitchFamily="2" charset="0"/>
            </a:rPr>
            <a:t>Sistemas RFID conectados a WMS logran </a:t>
          </a:r>
          <a:r>
            <a:rPr lang="es-CO" sz="1200" b="1" kern="1200" noProof="0">
              <a:latin typeface="DM Sans" pitchFamily="2" charset="0"/>
            </a:rPr>
            <a:t>97% de exactitud</a:t>
          </a:r>
          <a:r>
            <a:rPr lang="es-CO" sz="1200" kern="1200" noProof="0">
              <a:latin typeface="DM Sans" pitchFamily="2" charset="0"/>
            </a:rPr>
            <a:t> y reducen </a:t>
          </a:r>
          <a:r>
            <a:rPr lang="es-CO" sz="1200" b="1" kern="1200" noProof="0">
              <a:latin typeface="DM Sans" pitchFamily="2" charset="0"/>
            </a:rPr>
            <a:t>80% del tiempo</a:t>
          </a:r>
          <a:r>
            <a:rPr lang="es-CO" sz="1200" kern="1200" noProof="0">
              <a:latin typeface="DM Sans" pitchFamily="2" charset="0"/>
            </a:rPr>
            <a:t> de inventario.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/>
            <a:buChar char="•"/>
          </a:pPr>
          <a:r>
            <a:rPr lang="es-CO" sz="1200" kern="1200" noProof="0" err="1">
              <a:latin typeface="DM Sans" pitchFamily="2" charset="0"/>
            </a:rPr>
            <a:t>IoT</a:t>
          </a:r>
          <a:r>
            <a:rPr lang="es-CO" sz="1200" kern="1200" noProof="0">
              <a:latin typeface="DM Sans" pitchFamily="2" charset="0"/>
            </a:rPr>
            <a:t> facilita la sincronización en tiempo real y trazabilidad total. </a:t>
          </a:r>
          <a:r>
            <a:rPr lang="es-CO" sz="1200" b="0" i="1" kern="1200" noProof="0" err="1">
              <a:latin typeface="DM Sans" pitchFamily="2" charset="0"/>
            </a:rPr>
            <a:t>Pitaloka</a:t>
          </a:r>
          <a:r>
            <a:rPr lang="es-CO" sz="1200" b="0" i="1" kern="1200" noProof="0">
              <a:latin typeface="DM Sans" pitchFamily="2" charset="0"/>
            </a:rPr>
            <a:t> et al., 2025.</a:t>
          </a:r>
        </a:p>
      </dsp:txBody>
      <dsp:txXfrm>
        <a:off x="1069863" y="1390027"/>
        <a:ext cx="3647622" cy="1263661"/>
      </dsp:txXfrm>
    </dsp:sp>
    <dsp:sp modelId="{7991747B-D861-40AA-B0C7-019DAE98C304}">
      <dsp:nvSpPr>
        <dsp:cNvPr id="0" name=""/>
        <dsp:cNvSpPr/>
      </dsp:nvSpPr>
      <dsp:spPr>
        <a:xfrm>
          <a:off x="302017" y="1674619"/>
          <a:ext cx="592195" cy="69447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rcRect/>
          <a:stretch>
            <a:fillRect l="-9000" r="-9000"/>
          </a:stretch>
        </a:blip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946FBF-7D34-4C1C-8837-E2BA6050F01F}">
      <dsp:nvSpPr>
        <dsp:cNvPr id="0" name=""/>
        <dsp:cNvSpPr/>
      </dsp:nvSpPr>
      <dsp:spPr>
        <a:xfrm>
          <a:off x="0" y="0"/>
          <a:ext cx="1869301" cy="1263661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0" kern="1200" noProof="0">
              <a:latin typeface="DM Sans" pitchFamily="2" charset="0"/>
            </a:rPr>
            <a:t>Sistemas </a:t>
          </a:r>
          <a:r>
            <a:rPr lang="es-CO" sz="1400" b="0" kern="1200" noProof="0" err="1">
              <a:latin typeface="DM Sans" pitchFamily="2" charset="0"/>
            </a:rPr>
            <a:t>semi-automatizados</a:t>
          </a:r>
          <a:endParaRPr lang="es-CO" sz="1400" b="0" kern="1200" noProof="0">
            <a:latin typeface="DM Sans" pitchFamily="2" charset="0"/>
          </a:endParaRPr>
        </a:p>
      </dsp:txBody>
      <dsp:txXfrm>
        <a:off x="500226" y="0"/>
        <a:ext cx="1369074" cy="1263661"/>
      </dsp:txXfrm>
    </dsp:sp>
    <dsp:sp modelId="{1AFA95E2-BA94-4DA9-879E-E44A2B0216F9}">
      <dsp:nvSpPr>
        <dsp:cNvPr id="0" name=""/>
        <dsp:cNvSpPr/>
      </dsp:nvSpPr>
      <dsp:spPr>
        <a:xfrm>
          <a:off x="223296" y="541832"/>
          <a:ext cx="179998" cy="179995"/>
        </a:xfrm>
        <a:prstGeom prst="roundRect">
          <a:avLst>
            <a:gd name="adj" fmla="val 10000"/>
          </a:avLst>
        </a:prstGeom>
        <a:solidFill>
          <a:schemeClr val="bg2">
            <a:lumMod val="2500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32B91A3-9F4B-4DDE-AC91-7332AAAB31F5}">
      <dsp:nvSpPr>
        <dsp:cNvPr id="0" name=""/>
        <dsp:cNvSpPr/>
      </dsp:nvSpPr>
      <dsp:spPr>
        <a:xfrm>
          <a:off x="0" y="1390027"/>
          <a:ext cx="1869301" cy="1263661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0" kern="1200" noProof="0">
              <a:latin typeface="DM Sans" pitchFamily="2" charset="0"/>
            </a:rPr>
            <a:t>Visión artificial en estantes y pallets</a:t>
          </a:r>
          <a:endParaRPr lang="es-CO" sz="1400" kern="1200" noProof="0">
            <a:latin typeface="DM Sans" pitchFamily="2" charset="0"/>
          </a:endParaRPr>
        </a:p>
      </dsp:txBody>
      <dsp:txXfrm>
        <a:off x="500226" y="1390027"/>
        <a:ext cx="1369074" cy="1263661"/>
      </dsp:txXfrm>
    </dsp:sp>
    <dsp:sp modelId="{7991747B-D861-40AA-B0C7-019DAE98C304}">
      <dsp:nvSpPr>
        <dsp:cNvPr id="0" name=""/>
        <dsp:cNvSpPr/>
      </dsp:nvSpPr>
      <dsp:spPr>
        <a:xfrm>
          <a:off x="223296" y="1931860"/>
          <a:ext cx="179998" cy="179995"/>
        </a:xfrm>
        <a:prstGeom prst="roundRect">
          <a:avLst>
            <a:gd name="adj" fmla="val 10000"/>
          </a:avLst>
        </a:prstGeom>
        <a:solidFill>
          <a:schemeClr val="bg2">
            <a:lumMod val="2500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6CA1D0-F820-44A9-BB63-9EC3AB3FA04C}">
      <dsp:nvSpPr>
        <dsp:cNvPr id="0" name=""/>
        <dsp:cNvSpPr/>
      </dsp:nvSpPr>
      <dsp:spPr>
        <a:xfrm>
          <a:off x="2064" y="0"/>
          <a:ext cx="1986313" cy="27829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300" b="1" kern="1200" noProof="0">
              <a:latin typeface="DM Sans" pitchFamily="2" charset="0"/>
            </a:rPr>
            <a:t>Terrestres (AMR/AGV)</a:t>
          </a:r>
          <a:endParaRPr lang="es-CO" sz="2300" kern="1200" noProof="0">
            <a:latin typeface="DM Sans" pitchFamily="2" charset="0"/>
          </a:endParaRPr>
        </a:p>
      </dsp:txBody>
      <dsp:txXfrm>
        <a:off x="2064" y="0"/>
        <a:ext cx="1986313" cy="834877"/>
      </dsp:txXfrm>
    </dsp:sp>
    <dsp:sp modelId="{6B5C04E6-28B3-464A-8AE5-0386E4150AC3}">
      <dsp:nvSpPr>
        <dsp:cNvPr id="0" name=""/>
        <dsp:cNvSpPr/>
      </dsp:nvSpPr>
      <dsp:spPr>
        <a:xfrm>
          <a:off x="200696" y="835114"/>
          <a:ext cx="1589051" cy="546733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Mejor desempeño en bodegas con pasillos definidos.</a:t>
          </a:r>
        </a:p>
      </dsp:txBody>
      <dsp:txXfrm>
        <a:off x="216709" y="851127"/>
        <a:ext cx="1557025" cy="514707"/>
      </dsp:txXfrm>
    </dsp:sp>
    <dsp:sp modelId="{AEC32012-AFDC-4B44-B2F4-8CAC985666FD}">
      <dsp:nvSpPr>
        <dsp:cNvPr id="0" name=""/>
        <dsp:cNvSpPr/>
      </dsp:nvSpPr>
      <dsp:spPr>
        <a:xfrm>
          <a:off x="200696" y="1465960"/>
          <a:ext cx="1589051" cy="546733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Operación estable, continua y segura.</a:t>
          </a:r>
        </a:p>
      </dsp:txBody>
      <dsp:txXfrm>
        <a:off x="216709" y="1481973"/>
        <a:ext cx="1557025" cy="514707"/>
      </dsp:txXfrm>
    </dsp:sp>
    <dsp:sp modelId="{51DB05DF-501D-469C-8204-BF92181016EB}">
      <dsp:nvSpPr>
        <dsp:cNvPr id="0" name=""/>
        <dsp:cNvSpPr/>
      </dsp:nvSpPr>
      <dsp:spPr>
        <a:xfrm>
          <a:off x="200696" y="2096806"/>
          <a:ext cx="1589051" cy="546733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Integración con </a:t>
          </a:r>
          <a:r>
            <a:rPr lang="es-CO" sz="1100" kern="1200" noProof="0" err="1">
              <a:latin typeface="DM Sans" pitchFamily="2" charset="0"/>
            </a:rPr>
            <a:t>LiDAR</a:t>
          </a:r>
          <a:r>
            <a:rPr lang="es-CO" sz="1100" kern="1200" noProof="0">
              <a:latin typeface="DM Sans" pitchFamily="2" charset="0"/>
            </a:rPr>
            <a:t>, cámaras y ultrasonidos. </a:t>
          </a:r>
          <a:r>
            <a:rPr lang="es-CO" sz="1100" i="1" kern="1200" noProof="0" err="1">
              <a:latin typeface="DM Sans" pitchFamily="2" charset="0"/>
            </a:rPr>
            <a:t>Savci</a:t>
          </a:r>
          <a:r>
            <a:rPr lang="es-CO" sz="1100" i="1" kern="1200" noProof="0">
              <a:latin typeface="DM Sans" pitchFamily="2" charset="0"/>
            </a:rPr>
            <a:t> et al., 2022.</a:t>
          </a:r>
        </a:p>
      </dsp:txBody>
      <dsp:txXfrm>
        <a:off x="216709" y="2112819"/>
        <a:ext cx="1557025" cy="514707"/>
      </dsp:txXfrm>
    </dsp:sp>
    <dsp:sp modelId="{4930B8EF-E5FD-49BC-B86D-23832F08B810}">
      <dsp:nvSpPr>
        <dsp:cNvPr id="0" name=""/>
        <dsp:cNvSpPr/>
      </dsp:nvSpPr>
      <dsp:spPr>
        <a:xfrm>
          <a:off x="2139417" y="0"/>
          <a:ext cx="1986313" cy="27829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300" b="1" kern="1200" noProof="0">
              <a:latin typeface="DM Sans" pitchFamily="2" charset="0"/>
            </a:rPr>
            <a:t>Aéreos (drones)</a:t>
          </a:r>
        </a:p>
      </dsp:txBody>
      <dsp:txXfrm>
        <a:off x="2139417" y="0"/>
        <a:ext cx="1986313" cy="834877"/>
      </dsp:txXfrm>
    </dsp:sp>
    <dsp:sp modelId="{982783BD-A424-4BE4-ACED-6880C234B2DD}">
      <dsp:nvSpPr>
        <dsp:cNvPr id="0" name=""/>
        <dsp:cNvSpPr/>
      </dsp:nvSpPr>
      <dsp:spPr>
        <a:xfrm>
          <a:off x="2335983" y="835114"/>
          <a:ext cx="1589051" cy="546733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Útiles para estanterías altas y zonas difíciles</a:t>
          </a:r>
        </a:p>
      </dsp:txBody>
      <dsp:txXfrm>
        <a:off x="2351996" y="851127"/>
        <a:ext cx="1557025" cy="514707"/>
      </dsp:txXfrm>
    </dsp:sp>
    <dsp:sp modelId="{573327C4-1D6C-4FF6-B3F5-0A2F247106C9}">
      <dsp:nvSpPr>
        <dsp:cNvPr id="0" name=""/>
        <dsp:cNvSpPr/>
      </dsp:nvSpPr>
      <dsp:spPr>
        <a:xfrm>
          <a:off x="2335983" y="1465960"/>
          <a:ext cx="1589051" cy="546733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Requieren SLAM visual y estabilización</a:t>
          </a:r>
        </a:p>
      </dsp:txBody>
      <dsp:txXfrm>
        <a:off x="2351996" y="1481973"/>
        <a:ext cx="1557025" cy="514707"/>
      </dsp:txXfrm>
    </dsp:sp>
    <dsp:sp modelId="{2043B0C3-50F2-4AE2-956B-6D0CD9A23E58}">
      <dsp:nvSpPr>
        <dsp:cNvPr id="0" name=""/>
        <dsp:cNvSpPr/>
      </dsp:nvSpPr>
      <dsp:spPr>
        <a:xfrm>
          <a:off x="2335983" y="2096806"/>
          <a:ext cx="1589051" cy="546733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Limitados por batería y seguridad con personal. (Fuente: pág. 10–11)</a:t>
          </a:r>
        </a:p>
      </dsp:txBody>
      <dsp:txXfrm>
        <a:off x="2351996" y="2112819"/>
        <a:ext cx="1557025" cy="51470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B20C4B-A14A-4538-9E49-35C8969BFDF3}">
      <dsp:nvSpPr>
        <dsp:cNvPr id="0" name=""/>
        <dsp:cNvSpPr/>
      </dsp:nvSpPr>
      <dsp:spPr>
        <a:xfrm>
          <a:off x="250440" y="0"/>
          <a:ext cx="889524" cy="889524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1517766-2DF3-49AB-A916-DF9FAD8A8AF3}">
      <dsp:nvSpPr>
        <dsp:cNvPr id="0" name=""/>
        <dsp:cNvSpPr/>
      </dsp:nvSpPr>
      <dsp:spPr>
        <a:xfrm>
          <a:off x="339393" y="88952"/>
          <a:ext cx="711619" cy="71161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8A777E5-3489-4BBA-AED2-334CDF07D4D5}">
      <dsp:nvSpPr>
        <dsp:cNvPr id="0" name=""/>
        <dsp:cNvSpPr/>
      </dsp:nvSpPr>
      <dsp:spPr>
        <a:xfrm rot="16200000">
          <a:off x="-772512" y="2001430"/>
          <a:ext cx="2579621" cy="533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100" b="1" kern="1200" noProof="0">
              <a:latin typeface="DM Sans" pitchFamily="2" charset="0"/>
            </a:rPr>
            <a:t>Conclusiones</a:t>
          </a:r>
        </a:p>
      </dsp:txBody>
      <dsp:txXfrm>
        <a:off x="-772512" y="2001430"/>
        <a:ext cx="2579621" cy="533714"/>
      </dsp:txXfrm>
    </dsp:sp>
    <dsp:sp modelId="{3966E5DD-BD3A-4230-9EF3-DEDE33B4F764}">
      <dsp:nvSpPr>
        <dsp:cNvPr id="0" name=""/>
        <dsp:cNvSpPr/>
      </dsp:nvSpPr>
      <dsp:spPr>
        <a:xfrm>
          <a:off x="873108" y="0"/>
          <a:ext cx="1779049" cy="355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just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dk2"/>
            </a:buClr>
            <a:buSzPts val="2800"/>
            <a:buFont typeface="+mj-lt"/>
            <a:buNone/>
          </a:pPr>
          <a:r>
            <a:rPr lang="es-CO" sz="1300" b="1" kern="1200" noProof="0">
              <a:latin typeface="DM Sans" pitchFamily="2" charset="0"/>
              <a:cs typeface="Catamaran"/>
              <a:sym typeface="Catamaran"/>
            </a:rPr>
            <a:t>1.</a:t>
          </a:r>
          <a:r>
            <a:rPr lang="es-CO" sz="1300" kern="1200" noProof="0">
              <a:latin typeface="DM Sans" pitchFamily="2" charset="0"/>
              <a:cs typeface="Catamaran"/>
              <a:sym typeface="Catamaran"/>
            </a:rPr>
            <a:t> Las soluciones actuales son poderosas, pero altamente costosas y pensadas para grandes industrias.</a:t>
          </a:r>
          <a:endParaRPr lang="es-CO" sz="1300" kern="1200" noProof="0">
            <a:latin typeface="DM Sans" pitchFamily="2" charset="0"/>
          </a:endParaRPr>
        </a:p>
        <a:p>
          <a:pPr marL="0" lvl="0" indent="0" algn="just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dk2"/>
            </a:buClr>
            <a:buSzPts val="2800"/>
            <a:buFont typeface="+mj-lt"/>
            <a:buNone/>
          </a:pPr>
          <a:r>
            <a:rPr lang="es-CO" sz="1300" b="1" kern="1200" noProof="0">
              <a:latin typeface="DM Sans" pitchFamily="2" charset="0"/>
              <a:cs typeface="Catamaran"/>
              <a:sym typeface="Catamaran"/>
            </a:rPr>
            <a:t>2.</a:t>
          </a:r>
          <a:r>
            <a:rPr lang="es-CO" sz="1300" kern="1200" noProof="0">
              <a:latin typeface="DM Sans" pitchFamily="2" charset="0"/>
              <a:cs typeface="Catamaran"/>
              <a:sym typeface="Catamaran"/>
            </a:rPr>
            <a:t> Se identifica la necesidad de una alternativa accesible, autónoma y adaptada a PYMES.</a:t>
          </a:r>
          <a:endParaRPr lang="es-CO" sz="1300" kern="1200" noProof="0">
            <a:latin typeface="DM Sans" pitchFamily="2" charset="0"/>
          </a:endParaRPr>
        </a:p>
        <a:p>
          <a:pPr marL="0" lvl="0" indent="0" algn="just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dk2"/>
            </a:buClr>
            <a:buSzPts val="2800"/>
            <a:buFont typeface="+mj-lt"/>
            <a:buNone/>
          </a:pPr>
          <a:r>
            <a:rPr lang="es-CO" sz="1300" b="1" kern="1200" noProof="0">
              <a:latin typeface="DM Sans" pitchFamily="2" charset="0"/>
              <a:cs typeface="Catamaran"/>
              <a:sym typeface="Catamaran"/>
            </a:rPr>
            <a:t>3.</a:t>
          </a:r>
          <a:r>
            <a:rPr lang="es-CO" sz="1300" kern="1200" noProof="0">
              <a:latin typeface="DM Sans" pitchFamily="2" charset="0"/>
              <a:cs typeface="Catamaran"/>
              <a:sym typeface="Catamaran"/>
            </a:rPr>
            <a:t> El proyecto propone un robot móvil autónomo con visión artificial + </a:t>
          </a:r>
          <a:r>
            <a:rPr lang="es-CO" sz="1300" kern="1200" noProof="0" err="1">
              <a:latin typeface="DM Sans" pitchFamily="2" charset="0"/>
              <a:cs typeface="Catamaran"/>
              <a:sym typeface="Catamaran"/>
            </a:rPr>
            <a:t>IoT</a:t>
          </a:r>
          <a:r>
            <a:rPr lang="es-CO" sz="1300" kern="1200" noProof="0">
              <a:latin typeface="DM Sans" pitchFamily="2" charset="0"/>
              <a:cs typeface="Catamaran"/>
              <a:sym typeface="Catamaran"/>
            </a:rPr>
            <a:t> como solución escalable.</a:t>
          </a:r>
          <a:endParaRPr lang="es-CO" sz="1300" kern="1200" noProof="0">
            <a:latin typeface="DM Sans" pitchFamily="2" charset="0"/>
          </a:endParaRPr>
        </a:p>
      </dsp:txBody>
      <dsp:txXfrm>
        <a:off x="873108" y="0"/>
        <a:ext cx="1779049" cy="355809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AB9731-A4CB-4412-9D26-538EE7987071}">
      <dsp:nvSpPr>
        <dsp:cNvPr id="0" name=""/>
        <dsp:cNvSpPr/>
      </dsp:nvSpPr>
      <dsp:spPr>
        <a:xfrm>
          <a:off x="0" y="0"/>
          <a:ext cx="1509758" cy="3105856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 noProof="0">
              <a:latin typeface="DM Sans" pitchFamily="2" charset="0"/>
            </a:rPr>
            <a:t>Gestión del inventario </a:t>
          </a:r>
        </a:p>
      </dsp:txBody>
      <dsp:txXfrm>
        <a:off x="0" y="0"/>
        <a:ext cx="1509758" cy="931756"/>
      </dsp:txXfrm>
    </dsp:sp>
    <dsp:sp modelId="{D34F12A8-9FAA-46FC-8226-EEC7D97A49C9}">
      <dsp:nvSpPr>
        <dsp:cNvPr id="0" name=""/>
        <dsp:cNvSpPr/>
      </dsp:nvSpPr>
      <dsp:spPr>
        <a:xfrm>
          <a:off x="152514" y="932022"/>
          <a:ext cx="1207806" cy="610176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Inexactitud en el Registro de Inventario (IRI).</a:t>
          </a:r>
        </a:p>
      </dsp:txBody>
      <dsp:txXfrm>
        <a:off x="170385" y="949893"/>
        <a:ext cx="1172064" cy="574434"/>
      </dsp:txXfrm>
    </dsp:sp>
    <dsp:sp modelId="{0B1E4FBF-1BA0-4BFA-8430-4EA62C661FB0}">
      <dsp:nvSpPr>
        <dsp:cNvPr id="0" name=""/>
        <dsp:cNvSpPr/>
      </dsp:nvSpPr>
      <dsp:spPr>
        <a:xfrm>
          <a:off x="152514" y="1636071"/>
          <a:ext cx="1207806" cy="610176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Inventario fantasma.</a:t>
          </a:r>
        </a:p>
      </dsp:txBody>
      <dsp:txXfrm>
        <a:off x="170385" y="1653942"/>
        <a:ext cx="1172064" cy="574434"/>
      </dsp:txXfrm>
    </dsp:sp>
    <dsp:sp modelId="{158B9C46-EE45-497D-8B54-73050EA57749}">
      <dsp:nvSpPr>
        <dsp:cNvPr id="0" name=""/>
        <dsp:cNvSpPr/>
      </dsp:nvSpPr>
      <dsp:spPr>
        <a:xfrm>
          <a:off x="152514" y="2340121"/>
          <a:ext cx="1207806" cy="610176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Inventario oculto.</a:t>
          </a:r>
        </a:p>
      </dsp:txBody>
      <dsp:txXfrm>
        <a:off x="170385" y="2357992"/>
        <a:ext cx="1172064" cy="574434"/>
      </dsp:txXfrm>
    </dsp:sp>
    <dsp:sp modelId="{A5225AD0-9E27-4FC3-ADB6-E8E30442A1BE}">
      <dsp:nvSpPr>
        <dsp:cNvPr id="0" name=""/>
        <dsp:cNvSpPr/>
      </dsp:nvSpPr>
      <dsp:spPr>
        <a:xfrm>
          <a:off x="1624528" y="0"/>
          <a:ext cx="1509758" cy="3105856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 noProof="0">
              <a:latin typeface="DM Sans" pitchFamily="2" charset="0"/>
            </a:rPr>
            <a:t>Visión Artificial</a:t>
          </a:r>
        </a:p>
      </dsp:txBody>
      <dsp:txXfrm>
        <a:off x="1624528" y="0"/>
        <a:ext cx="1509758" cy="931756"/>
      </dsp:txXfrm>
    </dsp:sp>
    <dsp:sp modelId="{347D6BCF-BCBF-4A70-9612-D530D9EF8368}">
      <dsp:nvSpPr>
        <dsp:cNvPr id="0" name=""/>
        <dsp:cNvSpPr/>
      </dsp:nvSpPr>
      <dsp:spPr>
        <a:xfrm>
          <a:off x="1775504" y="932022"/>
          <a:ext cx="1207806" cy="610176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Segmentación y clasificación de imágenes.</a:t>
          </a:r>
        </a:p>
      </dsp:txBody>
      <dsp:txXfrm>
        <a:off x="1793375" y="949893"/>
        <a:ext cx="1172064" cy="574434"/>
      </dsp:txXfrm>
    </dsp:sp>
    <dsp:sp modelId="{CA377592-BC87-4324-9ABD-2E844F4DFDD2}">
      <dsp:nvSpPr>
        <dsp:cNvPr id="0" name=""/>
        <dsp:cNvSpPr/>
      </dsp:nvSpPr>
      <dsp:spPr>
        <a:xfrm>
          <a:off x="1775504" y="1636071"/>
          <a:ext cx="1207806" cy="610176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Cuantificación de elementos en escena</a:t>
          </a:r>
        </a:p>
      </dsp:txBody>
      <dsp:txXfrm>
        <a:off x="1793375" y="1653942"/>
        <a:ext cx="1172064" cy="574434"/>
      </dsp:txXfrm>
    </dsp:sp>
    <dsp:sp modelId="{ADD5AA24-6D83-467E-81B2-675BBC8BB2C2}">
      <dsp:nvSpPr>
        <dsp:cNvPr id="0" name=""/>
        <dsp:cNvSpPr/>
      </dsp:nvSpPr>
      <dsp:spPr>
        <a:xfrm>
          <a:off x="1775504" y="2340121"/>
          <a:ext cx="1207806" cy="610176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Aprendizaje automático y Deep </a:t>
          </a:r>
          <a:r>
            <a:rPr lang="es-CO" sz="1100" kern="1200" noProof="0" err="1">
              <a:latin typeface="DM Sans" pitchFamily="2" charset="0"/>
            </a:rPr>
            <a:t>learning</a:t>
          </a:r>
          <a:r>
            <a:rPr lang="es-CO" sz="1100" kern="1200" noProof="0">
              <a:latin typeface="DM Sans" pitchFamily="2" charset="0"/>
            </a:rPr>
            <a:t> </a:t>
          </a:r>
        </a:p>
      </dsp:txBody>
      <dsp:txXfrm>
        <a:off x="1793375" y="2357992"/>
        <a:ext cx="1172064" cy="574434"/>
      </dsp:txXfrm>
    </dsp:sp>
    <dsp:sp modelId="{7CBFB754-253B-47BE-9E72-522D31256754}">
      <dsp:nvSpPr>
        <dsp:cNvPr id="0" name=""/>
        <dsp:cNvSpPr/>
      </dsp:nvSpPr>
      <dsp:spPr>
        <a:xfrm>
          <a:off x="3190902" y="0"/>
          <a:ext cx="1509758" cy="3105856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 noProof="0">
              <a:latin typeface="DM Sans" pitchFamily="2" charset="0"/>
            </a:rPr>
            <a:t>Internet de las cosas (</a:t>
          </a:r>
          <a:r>
            <a:rPr lang="es-CO" sz="1700" kern="1200" noProof="0" err="1">
              <a:latin typeface="DM Sans" pitchFamily="2" charset="0"/>
            </a:rPr>
            <a:t>IoT</a:t>
          </a:r>
          <a:r>
            <a:rPr lang="es-CO" sz="1700" kern="1200" noProof="0">
              <a:latin typeface="DM Sans" pitchFamily="2" charset="0"/>
            </a:rPr>
            <a:t>)</a:t>
          </a:r>
        </a:p>
      </dsp:txBody>
      <dsp:txXfrm>
        <a:off x="3190902" y="0"/>
        <a:ext cx="1509758" cy="931756"/>
      </dsp:txXfrm>
    </dsp:sp>
    <dsp:sp modelId="{473BB5C6-3D5B-438B-8DDB-E58C746828F0}">
      <dsp:nvSpPr>
        <dsp:cNvPr id="0" name=""/>
        <dsp:cNvSpPr/>
      </dsp:nvSpPr>
      <dsp:spPr>
        <a:xfrm>
          <a:off x="3398494" y="932022"/>
          <a:ext cx="1207806" cy="610176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Sincronización de datos</a:t>
          </a:r>
        </a:p>
      </dsp:txBody>
      <dsp:txXfrm>
        <a:off x="3416365" y="949893"/>
        <a:ext cx="1172064" cy="574434"/>
      </dsp:txXfrm>
    </dsp:sp>
    <dsp:sp modelId="{5531F1E6-2C29-4203-BD9C-748A171C5EC3}">
      <dsp:nvSpPr>
        <dsp:cNvPr id="0" name=""/>
        <dsp:cNvSpPr/>
      </dsp:nvSpPr>
      <dsp:spPr>
        <a:xfrm>
          <a:off x="3398494" y="1636071"/>
          <a:ext cx="1207806" cy="610176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Interoperabilidad</a:t>
          </a:r>
        </a:p>
      </dsp:txBody>
      <dsp:txXfrm>
        <a:off x="3416365" y="1653942"/>
        <a:ext cx="1172064" cy="574434"/>
      </dsp:txXfrm>
    </dsp:sp>
    <dsp:sp modelId="{6E014D7E-C7B1-4188-A5DC-450FD4F99E58}">
      <dsp:nvSpPr>
        <dsp:cNvPr id="0" name=""/>
        <dsp:cNvSpPr/>
      </dsp:nvSpPr>
      <dsp:spPr>
        <a:xfrm>
          <a:off x="3398494" y="2340121"/>
          <a:ext cx="1207806" cy="610176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Transmisión en tiempo real</a:t>
          </a:r>
        </a:p>
      </dsp:txBody>
      <dsp:txXfrm>
        <a:off x="3416365" y="2357992"/>
        <a:ext cx="1172064" cy="574434"/>
      </dsp:txXfrm>
    </dsp:sp>
    <dsp:sp modelId="{AC81F9BE-A422-4EAE-B2EE-F47649E3FBE5}">
      <dsp:nvSpPr>
        <dsp:cNvPr id="0" name=""/>
        <dsp:cNvSpPr/>
      </dsp:nvSpPr>
      <dsp:spPr>
        <a:xfrm>
          <a:off x="4870508" y="0"/>
          <a:ext cx="1509758" cy="3105856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 noProof="0">
              <a:latin typeface="DM Sans" pitchFamily="2" charset="0"/>
            </a:rPr>
            <a:t>Robótica Móvil</a:t>
          </a:r>
        </a:p>
      </dsp:txBody>
      <dsp:txXfrm>
        <a:off x="4870508" y="0"/>
        <a:ext cx="1509758" cy="931756"/>
      </dsp:txXfrm>
    </dsp:sp>
    <dsp:sp modelId="{B7BC4619-8891-4EB7-A9FB-D726D6373B87}">
      <dsp:nvSpPr>
        <dsp:cNvPr id="0" name=""/>
        <dsp:cNvSpPr/>
      </dsp:nvSpPr>
      <dsp:spPr>
        <a:xfrm>
          <a:off x="5021484" y="932022"/>
          <a:ext cx="1207806" cy="610176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 err="1">
              <a:latin typeface="DM Sans" pitchFamily="2" charset="0"/>
            </a:rPr>
            <a:t>Odometría</a:t>
          </a:r>
          <a:r>
            <a:rPr lang="es-CO" sz="1100" kern="1200" noProof="0">
              <a:latin typeface="DM Sans" pitchFamily="2" charset="0"/>
            </a:rPr>
            <a:t> </a:t>
          </a:r>
        </a:p>
      </dsp:txBody>
      <dsp:txXfrm>
        <a:off x="5039355" y="949893"/>
        <a:ext cx="1172064" cy="574434"/>
      </dsp:txXfrm>
    </dsp:sp>
    <dsp:sp modelId="{5B270013-315C-44F2-82D2-E24D660B34B7}">
      <dsp:nvSpPr>
        <dsp:cNvPr id="0" name=""/>
        <dsp:cNvSpPr/>
      </dsp:nvSpPr>
      <dsp:spPr>
        <a:xfrm>
          <a:off x="5021484" y="1636071"/>
          <a:ext cx="1207806" cy="610176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Navegación autónoma</a:t>
          </a:r>
        </a:p>
      </dsp:txBody>
      <dsp:txXfrm>
        <a:off x="5039355" y="1653942"/>
        <a:ext cx="1172064" cy="574434"/>
      </dsp:txXfrm>
    </dsp:sp>
    <dsp:sp modelId="{455253A3-53CB-4AC9-A402-BEE5D5C32D73}">
      <dsp:nvSpPr>
        <dsp:cNvPr id="0" name=""/>
        <dsp:cNvSpPr/>
      </dsp:nvSpPr>
      <dsp:spPr>
        <a:xfrm>
          <a:off x="5021484" y="2340121"/>
          <a:ext cx="1207806" cy="610176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Control de movimiento</a:t>
          </a:r>
        </a:p>
      </dsp:txBody>
      <dsp:txXfrm>
        <a:off x="5039355" y="2357992"/>
        <a:ext cx="1172064" cy="5744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AB9731-A4CB-4412-9D26-538EE7987071}">
      <dsp:nvSpPr>
        <dsp:cNvPr id="0" name=""/>
        <dsp:cNvSpPr/>
      </dsp:nvSpPr>
      <dsp:spPr>
        <a:xfrm>
          <a:off x="0" y="0"/>
          <a:ext cx="1509758" cy="3105856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 noProof="0">
              <a:latin typeface="DM Sans" pitchFamily="2" charset="0"/>
            </a:rPr>
            <a:t>Gestión del inventario </a:t>
          </a:r>
        </a:p>
      </dsp:txBody>
      <dsp:txXfrm>
        <a:off x="0" y="0"/>
        <a:ext cx="1509758" cy="931756"/>
      </dsp:txXfrm>
    </dsp:sp>
    <dsp:sp modelId="{D34F12A8-9FAA-46FC-8226-EEC7D97A49C9}">
      <dsp:nvSpPr>
        <dsp:cNvPr id="0" name=""/>
        <dsp:cNvSpPr/>
      </dsp:nvSpPr>
      <dsp:spPr>
        <a:xfrm>
          <a:off x="152514" y="932666"/>
          <a:ext cx="1207806" cy="936458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Inventario diario automático</a:t>
          </a:r>
        </a:p>
      </dsp:txBody>
      <dsp:txXfrm>
        <a:off x="179942" y="960094"/>
        <a:ext cx="1152950" cy="881602"/>
      </dsp:txXfrm>
    </dsp:sp>
    <dsp:sp modelId="{0B1E4FBF-1BA0-4BFA-8430-4EA62C661FB0}">
      <dsp:nvSpPr>
        <dsp:cNvPr id="0" name=""/>
        <dsp:cNvSpPr/>
      </dsp:nvSpPr>
      <dsp:spPr>
        <a:xfrm>
          <a:off x="152514" y="2013195"/>
          <a:ext cx="1207806" cy="936458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Estandarización de ubicación del producto</a:t>
          </a:r>
        </a:p>
      </dsp:txBody>
      <dsp:txXfrm>
        <a:off x="179942" y="2040623"/>
        <a:ext cx="1152950" cy="881602"/>
      </dsp:txXfrm>
    </dsp:sp>
    <dsp:sp modelId="{A5225AD0-9E27-4FC3-ADB6-E8E30442A1BE}">
      <dsp:nvSpPr>
        <dsp:cNvPr id="0" name=""/>
        <dsp:cNvSpPr/>
      </dsp:nvSpPr>
      <dsp:spPr>
        <a:xfrm>
          <a:off x="1624528" y="0"/>
          <a:ext cx="1509758" cy="3105856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 noProof="0">
              <a:latin typeface="DM Sans" pitchFamily="2" charset="0"/>
            </a:rPr>
            <a:t>Visión Artificial</a:t>
          </a:r>
        </a:p>
      </dsp:txBody>
      <dsp:txXfrm>
        <a:off x="1624528" y="0"/>
        <a:ext cx="1509758" cy="931756"/>
      </dsp:txXfrm>
    </dsp:sp>
    <dsp:sp modelId="{347D6BCF-BCBF-4A70-9612-D530D9EF8368}">
      <dsp:nvSpPr>
        <dsp:cNvPr id="0" name=""/>
        <dsp:cNvSpPr/>
      </dsp:nvSpPr>
      <dsp:spPr>
        <a:xfrm>
          <a:off x="1775504" y="932666"/>
          <a:ext cx="1207806" cy="936458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Cámara de alta resolución. </a:t>
          </a:r>
          <a:br>
            <a:rPr lang="es-CO" sz="1100" kern="1200" noProof="0">
              <a:latin typeface="DM Sans" pitchFamily="2" charset="0"/>
            </a:rPr>
          </a:br>
          <a:r>
            <a:rPr lang="es-CO" sz="1100" kern="1200" noProof="0">
              <a:latin typeface="DM Sans" pitchFamily="2" charset="0"/>
            </a:rPr>
            <a:t>(HD)</a:t>
          </a:r>
        </a:p>
      </dsp:txBody>
      <dsp:txXfrm>
        <a:off x="1802932" y="960094"/>
        <a:ext cx="1152950" cy="881602"/>
      </dsp:txXfrm>
    </dsp:sp>
    <dsp:sp modelId="{ADD5AA24-6D83-467E-81B2-675BBC8BB2C2}">
      <dsp:nvSpPr>
        <dsp:cNvPr id="0" name=""/>
        <dsp:cNvSpPr/>
      </dsp:nvSpPr>
      <dsp:spPr>
        <a:xfrm>
          <a:off x="1775504" y="2013195"/>
          <a:ext cx="1207806" cy="936458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Procesamiento embebido en tiempo real </a:t>
          </a:r>
          <a:br>
            <a:rPr lang="es-CO" sz="1100" kern="1200" noProof="0">
              <a:latin typeface="DM Sans" pitchFamily="2" charset="0"/>
            </a:rPr>
          </a:br>
          <a:r>
            <a:rPr lang="es-CO" sz="1100" kern="1200" noProof="0">
              <a:latin typeface="DM Sans" pitchFamily="2" charset="0"/>
            </a:rPr>
            <a:t>(Raspberry Pi 5)</a:t>
          </a:r>
        </a:p>
      </dsp:txBody>
      <dsp:txXfrm>
        <a:off x="1802932" y="2040623"/>
        <a:ext cx="1152950" cy="881602"/>
      </dsp:txXfrm>
    </dsp:sp>
    <dsp:sp modelId="{7CBFB754-253B-47BE-9E72-522D31256754}">
      <dsp:nvSpPr>
        <dsp:cNvPr id="0" name=""/>
        <dsp:cNvSpPr/>
      </dsp:nvSpPr>
      <dsp:spPr>
        <a:xfrm>
          <a:off x="3190902" y="0"/>
          <a:ext cx="1509758" cy="3105856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 noProof="0">
              <a:latin typeface="DM Sans" pitchFamily="2" charset="0"/>
            </a:rPr>
            <a:t>Internet de las cosas (</a:t>
          </a:r>
          <a:r>
            <a:rPr lang="es-CO" sz="1700" kern="1200" noProof="0" err="1">
              <a:latin typeface="DM Sans" pitchFamily="2" charset="0"/>
            </a:rPr>
            <a:t>IoT</a:t>
          </a:r>
          <a:r>
            <a:rPr lang="es-CO" sz="1700" kern="1200" noProof="0">
              <a:latin typeface="DM Sans" pitchFamily="2" charset="0"/>
            </a:rPr>
            <a:t>)</a:t>
          </a:r>
        </a:p>
      </dsp:txBody>
      <dsp:txXfrm>
        <a:off x="3190902" y="0"/>
        <a:ext cx="1509758" cy="931756"/>
      </dsp:txXfrm>
    </dsp:sp>
    <dsp:sp modelId="{473BB5C6-3D5B-438B-8DDB-E58C746828F0}">
      <dsp:nvSpPr>
        <dsp:cNvPr id="0" name=""/>
        <dsp:cNvSpPr/>
      </dsp:nvSpPr>
      <dsp:spPr>
        <a:xfrm>
          <a:off x="3398494" y="932666"/>
          <a:ext cx="1207806" cy="936458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Registro centralizado de datos</a:t>
          </a:r>
        </a:p>
      </dsp:txBody>
      <dsp:txXfrm>
        <a:off x="3425922" y="960094"/>
        <a:ext cx="1152950" cy="881602"/>
      </dsp:txXfrm>
    </dsp:sp>
    <dsp:sp modelId="{5531F1E6-2C29-4203-BD9C-748A171C5EC3}">
      <dsp:nvSpPr>
        <dsp:cNvPr id="0" name=""/>
        <dsp:cNvSpPr/>
      </dsp:nvSpPr>
      <dsp:spPr>
        <a:xfrm>
          <a:off x="3398494" y="2013195"/>
          <a:ext cx="1207806" cy="936458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Acceso remoto al inventario</a:t>
          </a:r>
        </a:p>
      </dsp:txBody>
      <dsp:txXfrm>
        <a:off x="3425922" y="2040623"/>
        <a:ext cx="1152950" cy="881602"/>
      </dsp:txXfrm>
    </dsp:sp>
    <dsp:sp modelId="{AC81F9BE-A422-4EAE-B2EE-F47649E3FBE5}">
      <dsp:nvSpPr>
        <dsp:cNvPr id="0" name=""/>
        <dsp:cNvSpPr/>
      </dsp:nvSpPr>
      <dsp:spPr>
        <a:xfrm>
          <a:off x="4870508" y="0"/>
          <a:ext cx="1509758" cy="3105856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 noProof="0">
              <a:latin typeface="DM Sans" pitchFamily="2" charset="0"/>
            </a:rPr>
            <a:t>Robótica Móvil</a:t>
          </a:r>
        </a:p>
      </dsp:txBody>
      <dsp:txXfrm>
        <a:off x="4870508" y="0"/>
        <a:ext cx="1509758" cy="931756"/>
      </dsp:txXfrm>
    </dsp:sp>
    <dsp:sp modelId="{B7BC4619-8891-4EB7-A9FB-D726D6373B87}">
      <dsp:nvSpPr>
        <dsp:cNvPr id="0" name=""/>
        <dsp:cNvSpPr/>
      </dsp:nvSpPr>
      <dsp:spPr>
        <a:xfrm>
          <a:off x="5021484" y="932022"/>
          <a:ext cx="1207806" cy="610176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SLAM</a:t>
          </a:r>
        </a:p>
      </dsp:txBody>
      <dsp:txXfrm>
        <a:off x="5039355" y="949893"/>
        <a:ext cx="1172064" cy="574434"/>
      </dsp:txXfrm>
    </dsp:sp>
    <dsp:sp modelId="{5B270013-315C-44F2-82D2-E24D660B34B7}">
      <dsp:nvSpPr>
        <dsp:cNvPr id="0" name=""/>
        <dsp:cNvSpPr/>
      </dsp:nvSpPr>
      <dsp:spPr>
        <a:xfrm>
          <a:off x="5021484" y="1636071"/>
          <a:ext cx="1207806" cy="610176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LiDAR</a:t>
          </a:r>
        </a:p>
      </dsp:txBody>
      <dsp:txXfrm>
        <a:off x="5039355" y="1653942"/>
        <a:ext cx="1172064" cy="574434"/>
      </dsp:txXfrm>
    </dsp:sp>
    <dsp:sp modelId="{455253A3-53CB-4AC9-A402-BEE5D5C32D73}">
      <dsp:nvSpPr>
        <dsp:cNvPr id="0" name=""/>
        <dsp:cNvSpPr/>
      </dsp:nvSpPr>
      <dsp:spPr>
        <a:xfrm>
          <a:off x="5021484" y="2340121"/>
          <a:ext cx="1207806" cy="610176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100" kern="1200" noProof="0">
              <a:latin typeface="DM Sans" pitchFamily="2" charset="0"/>
            </a:rPr>
            <a:t>Ruedas </a:t>
          </a:r>
          <a:r>
            <a:rPr lang="es-CO" sz="1100" kern="1200" noProof="0" err="1">
              <a:latin typeface="DM Sans" pitchFamily="2" charset="0"/>
            </a:rPr>
            <a:t>Mecanum</a:t>
          </a:r>
          <a:endParaRPr lang="es-CO" sz="1100" kern="1200" noProof="0">
            <a:latin typeface="DM Sans" pitchFamily="2" charset="0"/>
          </a:endParaRPr>
        </a:p>
      </dsp:txBody>
      <dsp:txXfrm>
        <a:off x="5039355" y="2357992"/>
        <a:ext cx="1172064" cy="57443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8E2FC8-6812-4D77-8744-8E7725056A61}">
      <dsp:nvSpPr>
        <dsp:cNvPr id="0" name=""/>
        <dsp:cNvSpPr/>
      </dsp:nvSpPr>
      <dsp:spPr>
        <a:xfrm>
          <a:off x="0" y="266978"/>
          <a:ext cx="7893050" cy="630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588" tIns="166624" rIns="612588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800" kern="1200" noProof="0">
              <a:latin typeface="DM Sans" pitchFamily="2" charset="0"/>
            </a:rPr>
            <a:t>Informe diario con el inventario de la bodega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800" kern="1200" noProof="0">
              <a:latin typeface="DM Sans" pitchFamily="2" charset="0"/>
            </a:rPr>
            <a:t> identificar y registrar correctamente al menos el 90 % de los productos ubicados en las cajas.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800" kern="1200" noProof="0">
              <a:latin typeface="DM Sans" pitchFamily="2" charset="0"/>
            </a:rPr>
            <a:t>Permitir la integración del sistema con el software de gestión actual de la empresa</a:t>
          </a:r>
        </a:p>
      </dsp:txBody>
      <dsp:txXfrm>
        <a:off x="0" y="266978"/>
        <a:ext cx="7893050" cy="630000"/>
      </dsp:txXfrm>
    </dsp:sp>
    <dsp:sp modelId="{73B7772A-1A23-46AD-B0E1-24A3384BBAC9}">
      <dsp:nvSpPr>
        <dsp:cNvPr id="0" name=""/>
        <dsp:cNvSpPr/>
      </dsp:nvSpPr>
      <dsp:spPr>
        <a:xfrm>
          <a:off x="394652" y="148898"/>
          <a:ext cx="5525135" cy="2361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8837" tIns="0" rIns="208837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1" i="0" kern="1200" noProof="0">
              <a:latin typeface="DM Sans" pitchFamily="2" charset="0"/>
            </a:rPr>
            <a:t>Requerimientos funcionales</a:t>
          </a:r>
          <a:endParaRPr lang="es-CO" sz="800" kern="1200" noProof="0">
            <a:latin typeface="DM Sans" pitchFamily="2" charset="0"/>
          </a:endParaRPr>
        </a:p>
      </dsp:txBody>
      <dsp:txXfrm>
        <a:off x="406180" y="160426"/>
        <a:ext cx="5502079" cy="213104"/>
      </dsp:txXfrm>
    </dsp:sp>
    <dsp:sp modelId="{B4E3F02A-07CC-41FB-B1B3-5EF0DEB62AD1}">
      <dsp:nvSpPr>
        <dsp:cNvPr id="0" name=""/>
        <dsp:cNvSpPr/>
      </dsp:nvSpPr>
      <dsp:spPr>
        <a:xfrm>
          <a:off x="0" y="1058258"/>
          <a:ext cx="7893050" cy="4913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588" tIns="166624" rIns="612588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800" kern="1200" noProof="0">
              <a:latin typeface="DM Sans" pitchFamily="2" charset="0"/>
            </a:rPr>
            <a:t>Reducir en al menos un 50 % los errores en el conteo de inventario respecto al método manual.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800" kern="1200" noProof="0">
              <a:latin typeface="DM Sans" pitchFamily="2" charset="0"/>
            </a:rPr>
            <a:t>El tiempo total de inventariado deberá ser menor a 2 horas.</a:t>
          </a:r>
        </a:p>
      </dsp:txBody>
      <dsp:txXfrm>
        <a:off x="0" y="1058258"/>
        <a:ext cx="7893050" cy="491399"/>
      </dsp:txXfrm>
    </dsp:sp>
    <dsp:sp modelId="{AAD07BCA-9FB2-48A5-B52A-898D1687F2EB}">
      <dsp:nvSpPr>
        <dsp:cNvPr id="0" name=""/>
        <dsp:cNvSpPr/>
      </dsp:nvSpPr>
      <dsp:spPr>
        <a:xfrm>
          <a:off x="394652" y="940178"/>
          <a:ext cx="5525135" cy="2361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8837" tIns="0" rIns="208837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1" i="0" kern="1200" noProof="0">
              <a:latin typeface="DM Sans" pitchFamily="2" charset="0"/>
            </a:rPr>
            <a:t>Requerimientos de efectividad</a:t>
          </a:r>
          <a:endParaRPr lang="es-CO" sz="800" kern="1200" noProof="0">
            <a:latin typeface="DM Sans" pitchFamily="2" charset="0"/>
          </a:endParaRPr>
        </a:p>
      </dsp:txBody>
      <dsp:txXfrm>
        <a:off x="406180" y="951706"/>
        <a:ext cx="5502079" cy="213104"/>
      </dsp:txXfrm>
    </dsp:sp>
    <dsp:sp modelId="{FBF21BC4-4978-48AE-8309-5D086FCA037E}">
      <dsp:nvSpPr>
        <dsp:cNvPr id="0" name=""/>
        <dsp:cNvSpPr/>
      </dsp:nvSpPr>
      <dsp:spPr>
        <a:xfrm>
          <a:off x="0" y="1710938"/>
          <a:ext cx="7893050" cy="4913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588" tIns="166624" rIns="612588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800" kern="1200" noProof="0">
              <a:latin typeface="DM Sans" pitchFamily="2" charset="0"/>
            </a:rPr>
            <a:t>El sistema deberá contar con un interruptor físico de parada de emergencia.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800" kern="1200" noProof="0">
              <a:latin typeface="DM Sans" pitchFamily="2" charset="0"/>
            </a:rPr>
            <a:t>El sistema debe incorporar baterías recargables con autonomía mínima de 1 hora.</a:t>
          </a:r>
        </a:p>
      </dsp:txBody>
      <dsp:txXfrm>
        <a:off x="0" y="1710938"/>
        <a:ext cx="7893050" cy="491399"/>
      </dsp:txXfrm>
    </dsp:sp>
    <dsp:sp modelId="{8976A928-4B8A-4060-B694-FB22B8B2AA8E}">
      <dsp:nvSpPr>
        <dsp:cNvPr id="0" name=""/>
        <dsp:cNvSpPr/>
      </dsp:nvSpPr>
      <dsp:spPr>
        <a:xfrm>
          <a:off x="394652" y="1592858"/>
          <a:ext cx="5525135" cy="2361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8837" tIns="0" rIns="208837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1" i="0" kern="1200" noProof="0">
              <a:latin typeface="DM Sans" pitchFamily="2" charset="0"/>
            </a:rPr>
            <a:t>Requerimientos técnicos</a:t>
          </a:r>
          <a:endParaRPr lang="es-CO" sz="800" kern="1200" noProof="0">
            <a:latin typeface="DM Sans" pitchFamily="2" charset="0"/>
          </a:endParaRPr>
        </a:p>
      </dsp:txBody>
      <dsp:txXfrm>
        <a:off x="406180" y="1604386"/>
        <a:ext cx="5502079" cy="213104"/>
      </dsp:txXfrm>
    </dsp:sp>
    <dsp:sp modelId="{D6B4B65A-B2CC-4138-8F95-9C9D6C27EF8D}">
      <dsp:nvSpPr>
        <dsp:cNvPr id="0" name=""/>
        <dsp:cNvSpPr/>
      </dsp:nvSpPr>
      <dsp:spPr>
        <a:xfrm>
          <a:off x="0" y="2363618"/>
          <a:ext cx="7893050" cy="4913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588" tIns="166624" rIns="612588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800" kern="1200" noProof="0">
              <a:latin typeface="DM Sans" pitchFamily="2" charset="0"/>
            </a:rPr>
            <a:t>El chasis deberá soportar una carga útil mínima de 15 kg.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800" kern="1200" noProof="0">
              <a:latin typeface="DM Sans" pitchFamily="2" charset="0"/>
            </a:rPr>
            <a:t>Las dimensiones totales del robot no deberán exceder 50 cm × 40 cm × 40 cm.</a:t>
          </a:r>
        </a:p>
      </dsp:txBody>
      <dsp:txXfrm>
        <a:off x="0" y="2363618"/>
        <a:ext cx="7893050" cy="491399"/>
      </dsp:txXfrm>
    </dsp:sp>
    <dsp:sp modelId="{C6F5FD4F-FFB5-47FA-8F1F-B4F0615B537A}">
      <dsp:nvSpPr>
        <dsp:cNvPr id="0" name=""/>
        <dsp:cNvSpPr/>
      </dsp:nvSpPr>
      <dsp:spPr>
        <a:xfrm>
          <a:off x="394652" y="2245538"/>
          <a:ext cx="5525135" cy="2361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8837" tIns="0" rIns="208837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1" i="0" kern="1200" noProof="0">
              <a:latin typeface="DM Sans" pitchFamily="2" charset="0"/>
            </a:rPr>
            <a:t>Requerimientos mecánicos</a:t>
          </a:r>
          <a:endParaRPr lang="es-CO" sz="800" kern="1200" noProof="0">
            <a:latin typeface="DM Sans" pitchFamily="2" charset="0"/>
          </a:endParaRPr>
        </a:p>
      </dsp:txBody>
      <dsp:txXfrm>
        <a:off x="406180" y="2257066"/>
        <a:ext cx="5502079" cy="213104"/>
      </dsp:txXfrm>
    </dsp:sp>
    <dsp:sp modelId="{B7E95FFA-3845-4BF7-A8E7-3CEC47F7931C}">
      <dsp:nvSpPr>
        <dsp:cNvPr id="0" name=""/>
        <dsp:cNvSpPr/>
      </dsp:nvSpPr>
      <dsp:spPr>
        <a:xfrm>
          <a:off x="0" y="3016298"/>
          <a:ext cx="7893050" cy="4913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588" tIns="166624" rIns="612588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800" kern="1200" noProof="0">
              <a:latin typeface="DM Sans" pitchFamily="2" charset="0"/>
            </a:rPr>
            <a:t>No mezclar los productos alimenticios con los de aseo.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800" kern="1200" noProof="0">
              <a:latin typeface="DM Sans" pitchFamily="2" charset="0"/>
            </a:rPr>
            <a:t>El sistema de registro digital centralizado debe ser accesible desde las estaciones de trabajo administrativas.</a:t>
          </a:r>
        </a:p>
      </dsp:txBody>
      <dsp:txXfrm>
        <a:off x="0" y="3016298"/>
        <a:ext cx="7893050" cy="491399"/>
      </dsp:txXfrm>
    </dsp:sp>
    <dsp:sp modelId="{29BC25CA-394F-489E-A2B6-A06B1A3B5269}">
      <dsp:nvSpPr>
        <dsp:cNvPr id="0" name=""/>
        <dsp:cNvSpPr/>
      </dsp:nvSpPr>
      <dsp:spPr>
        <a:xfrm>
          <a:off x="394652" y="2898218"/>
          <a:ext cx="5525135" cy="2361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8837" tIns="0" rIns="208837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1" i="0" kern="1200" noProof="0">
              <a:latin typeface="DM Sans" pitchFamily="2" charset="0"/>
            </a:rPr>
            <a:t>Requerimientos logísticos</a:t>
          </a:r>
          <a:endParaRPr lang="es-CO" sz="800" kern="1200" noProof="0">
            <a:latin typeface="DM Sans" pitchFamily="2" charset="0"/>
          </a:endParaRPr>
        </a:p>
      </dsp:txBody>
      <dsp:txXfrm>
        <a:off x="406180" y="2909746"/>
        <a:ext cx="5502079" cy="213104"/>
      </dsp:txXfrm>
    </dsp:sp>
    <dsp:sp modelId="{99A30680-5A47-4166-8274-D95F85EB6294}">
      <dsp:nvSpPr>
        <dsp:cNvPr id="0" name=""/>
        <dsp:cNvSpPr/>
      </dsp:nvSpPr>
      <dsp:spPr>
        <a:xfrm>
          <a:off x="0" y="3668978"/>
          <a:ext cx="7893050" cy="3465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588" tIns="166624" rIns="612588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800" kern="1200" noProof="0">
              <a:latin typeface="DM Sans" pitchFamily="2" charset="0"/>
            </a:rPr>
            <a:t>El robot deberá emitir señales luminosas o sonoras al inicio, durante el desplazamiento y ante la detección de errores.</a:t>
          </a:r>
        </a:p>
      </dsp:txBody>
      <dsp:txXfrm>
        <a:off x="0" y="3668978"/>
        <a:ext cx="7893050" cy="346500"/>
      </dsp:txXfrm>
    </dsp:sp>
    <dsp:sp modelId="{4CCED2E9-E4CF-40BA-94D1-522E49F8E383}">
      <dsp:nvSpPr>
        <dsp:cNvPr id="0" name=""/>
        <dsp:cNvSpPr/>
      </dsp:nvSpPr>
      <dsp:spPr>
        <a:xfrm>
          <a:off x="394652" y="3550898"/>
          <a:ext cx="5525135" cy="2361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8837" tIns="0" rIns="208837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1" i="0" kern="1200" noProof="0">
              <a:latin typeface="DM Sans" pitchFamily="2" charset="0"/>
            </a:rPr>
            <a:t>Requerimientos para el usuario</a:t>
          </a:r>
          <a:endParaRPr lang="es-CO" sz="800" kern="1200" noProof="0">
            <a:latin typeface="DM Sans" pitchFamily="2" charset="0"/>
          </a:endParaRPr>
        </a:p>
      </dsp:txBody>
      <dsp:txXfrm>
        <a:off x="406180" y="3562426"/>
        <a:ext cx="5502079" cy="21310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E238D9-7839-4798-9B8E-BAFB7403265F}">
      <dsp:nvSpPr>
        <dsp:cNvPr id="0" name=""/>
        <dsp:cNvSpPr/>
      </dsp:nvSpPr>
      <dsp:spPr>
        <a:xfrm>
          <a:off x="3611181" y="2265198"/>
          <a:ext cx="2835654" cy="44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551"/>
              </a:lnTo>
              <a:lnTo>
                <a:pt x="2835654" y="306551"/>
              </a:lnTo>
              <a:lnTo>
                <a:pt x="2835654" y="449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906E09-0C27-4649-8CFC-9939E486431B}">
      <dsp:nvSpPr>
        <dsp:cNvPr id="0" name=""/>
        <dsp:cNvSpPr/>
      </dsp:nvSpPr>
      <dsp:spPr>
        <a:xfrm>
          <a:off x="3611181" y="2265198"/>
          <a:ext cx="945218" cy="44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551"/>
              </a:lnTo>
              <a:lnTo>
                <a:pt x="945218" y="306551"/>
              </a:lnTo>
              <a:lnTo>
                <a:pt x="945218" y="449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D5E0F9-5E92-4827-9582-A0F473E8CE69}">
      <dsp:nvSpPr>
        <dsp:cNvPr id="0" name=""/>
        <dsp:cNvSpPr/>
      </dsp:nvSpPr>
      <dsp:spPr>
        <a:xfrm>
          <a:off x="2665963" y="2265198"/>
          <a:ext cx="945218" cy="449837"/>
        </a:xfrm>
        <a:custGeom>
          <a:avLst/>
          <a:gdLst/>
          <a:ahLst/>
          <a:cxnLst/>
          <a:rect l="0" t="0" r="0" b="0"/>
          <a:pathLst>
            <a:path>
              <a:moveTo>
                <a:pt x="945218" y="0"/>
              </a:moveTo>
              <a:lnTo>
                <a:pt x="945218" y="306551"/>
              </a:lnTo>
              <a:lnTo>
                <a:pt x="0" y="306551"/>
              </a:lnTo>
              <a:lnTo>
                <a:pt x="0" y="449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57819D-B26C-4A84-9BDF-E4872F71EBD6}">
      <dsp:nvSpPr>
        <dsp:cNvPr id="0" name=""/>
        <dsp:cNvSpPr/>
      </dsp:nvSpPr>
      <dsp:spPr>
        <a:xfrm>
          <a:off x="775526" y="2265198"/>
          <a:ext cx="2835654" cy="449837"/>
        </a:xfrm>
        <a:custGeom>
          <a:avLst/>
          <a:gdLst/>
          <a:ahLst/>
          <a:cxnLst/>
          <a:rect l="0" t="0" r="0" b="0"/>
          <a:pathLst>
            <a:path>
              <a:moveTo>
                <a:pt x="2835654" y="0"/>
              </a:moveTo>
              <a:lnTo>
                <a:pt x="2835654" y="306551"/>
              </a:lnTo>
              <a:lnTo>
                <a:pt x="0" y="306551"/>
              </a:lnTo>
              <a:lnTo>
                <a:pt x="0" y="449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B455FD-BFB6-4092-AA50-ED869D1FA300}">
      <dsp:nvSpPr>
        <dsp:cNvPr id="0" name=""/>
        <dsp:cNvSpPr/>
      </dsp:nvSpPr>
      <dsp:spPr>
        <a:xfrm>
          <a:off x="2837821" y="1283030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057414-238A-4D06-A4DF-1F3D9ECC9AE0}">
      <dsp:nvSpPr>
        <dsp:cNvPr id="0" name=""/>
        <dsp:cNvSpPr/>
      </dsp:nvSpPr>
      <dsp:spPr>
        <a:xfrm>
          <a:off x="3009679" y="1446295"/>
          <a:ext cx="1546720" cy="982167"/>
        </a:xfrm>
        <a:prstGeom prst="roundRect">
          <a:avLst>
            <a:gd name="adj" fmla="val 10000"/>
          </a:avLst>
        </a:prstGeom>
        <a:solidFill>
          <a:schemeClr val="bg2">
            <a:lumMod val="50000"/>
            <a:alpha val="9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Sistema para gestión y monitoreo de inventario</a:t>
          </a:r>
        </a:p>
      </dsp:txBody>
      <dsp:txXfrm>
        <a:off x="3038446" y="1475062"/>
        <a:ext cx="1489186" cy="924633"/>
      </dsp:txXfrm>
    </dsp:sp>
    <dsp:sp modelId="{3008E7CD-F265-46A8-AF5C-88F6EEC3C3F4}">
      <dsp:nvSpPr>
        <dsp:cNvPr id="0" name=""/>
        <dsp:cNvSpPr/>
      </dsp:nvSpPr>
      <dsp:spPr>
        <a:xfrm>
          <a:off x="2166" y="2715036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B781CE5-6375-4846-9B96-23199D5E2C2D}">
      <dsp:nvSpPr>
        <dsp:cNvPr id="0" name=""/>
        <dsp:cNvSpPr/>
      </dsp:nvSpPr>
      <dsp:spPr>
        <a:xfrm>
          <a:off x="174024" y="2878301"/>
          <a:ext cx="1546720" cy="982167"/>
        </a:xfrm>
        <a:prstGeom prst="roundRect">
          <a:avLst>
            <a:gd name="adj" fmla="val 10000"/>
          </a:avLst>
        </a:prstGeom>
        <a:solidFill>
          <a:srgbClr val="00B050">
            <a:alpha val="90000"/>
          </a:srgb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Robot móvil</a:t>
          </a:r>
        </a:p>
      </dsp:txBody>
      <dsp:txXfrm>
        <a:off x="202791" y="2907068"/>
        <a:ext cx="1489186" cy="924633"/>
      </dsp:txXfrm>
    </dsp:sp>
    <dsp:sp modelId="{ABE72333-4FCC-417C-A51E-877FAAF5D395}">
      <dsp:nvSpPr>
        <dsp:cNvPr id="0" name=""/>
        <dsp:cNvSpPr/>
      </dsp:nvSpPr>
      <dsp:spPr>
        <a:xfrm>
          <a:off x="1892602" y="2715036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DD09B1D-F7AD-445E-8A04-77B55A7B003C}">
      <dsp:nvSpPr>
        <dsp:cNvPr id="0" name=""/>
        <dsp:cNvSpPr/>
      </dsp:nvSpPr>
      <dsp:spPr>
        <a:xfrm>
          <a:off x="2064460" y="2878301"/>
          <a:ext cx="1546720" cy="982167"/>
        </a:xfrm>
        <a:prstGeom prst="roundRect">
          <a:avLst>
            <a:gd name="adj" fmla="val 10000"/>
          </a:avLst>
        </a:prstGeom>
        <a:solidFill>
          <a:srgbClr val="8F45C7">
            <a:alpha val="89804"/>
          </a:srgb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Distribución de la bodega</a:t>
          </a:r>
        </a:p>
      </dsp:txBody>
      <dsp:txXfrm>
        <a:off x="2093227" y="2907068"/>
        <a:ext cx="1489186" cy="924633"/>
      </dsp:txXfrm>
    </dsp:sp>
    <dsp:sp modelId="{A80E332D-A839-46B6-BBF8-E5E1B2ACF3B5}">
      <dsp:nvSpPr>
        <dsp:cNvPr id="0" name=""/>
        <dsp:cNvSpPr/>
      </dsp:nvSpPr>
      <dsp:spPr>
        <a:xfrm>
          <a:off x="3783039" y="2715036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6AC45A-8B5C-42C6-8553-04B2AB58F071}">
      <dsp:nvSpPr>
        <dsp:cNvPr id="0" name=""/>
        <dsp:cNvSpPr/>
      </dsp:nvSpPr>
      <dsp:spPr>
        <a:xfrm>
          <a:off x="3954897" y="2878301"/>
          <a:ext cx="1546720" cy="982167"/>
        </a:xfrm>
        <a:prstGeom prst="roundRect">
          <a:avLst>
            <a:gd name="adj" fmla="val 10000"/>
          </a:avLst>
        </a:prstGeom>
        <a:solidFill>
          <a:schemeClr val="bg1">
            <a:lumMod val="50000"/>
            <a:alpha val="9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Base de datos</a:t>
          </a:r>
        </a:p>
      </dsp:txBody>
      <dsp:txXfrm>
        <a:off x="3983664" y="2907068"/>
        <a:ext cx="1489186" cy="924633"/>
      </dsp:txXfrm>
    </dsp:sp>
    <dsp:sp modelId="{C669F5C1-2A93-47F9-8F9E-01A5162F9716}">
      <dsp:nvSpPr>
        <dsp:cNvPr id="0" name=""/>
        <dsp:cNvSpPr/>
      </dsp:nvSpPr>
      <dsp:spPr>
        <a:xfrm>
          <a:off x="5673476" y="2715036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CDB813F-E29D-427D-9FDA-7F9DC0F58329}">
      <dsp:nvSpPr>
        <dsp:cNvPr id="0" name=""/>
        <dsp:cNvSpPr/>
      </dsp:nvSpPr>
      <dsp:spPr>
        <a:xfrm>
          <a:off x="5845333" y="2878301"/>
          <a:ext cx="1546720" cy="982167"/>
        </a:xfrm>
        <a:prstGeom prst="roundRect">
          <a:avLst>
            <a:gd name="adj" fmla="val 10000"/>
          </a:avLst>
        </a:prstGeom>
        <a:solidFill>
          <a:srgbClr val="FFC000">
            <a:alpha val="90000"/>
          </a:srgb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Protocolo de pruebas</a:t>
          </a:r>
        </a:p>
      </dsp:txBody>
      <dsp:txXfrm>
        <a:off x="5874100" y="2907068"/>
        <a:ext cx="1489186" cy="92463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2B446-C459-4573-B6BE-FE6A7E3977D3}">
      <dsp:nvSpPr>
        <dsp:cNvPr id="0" name=""/>
        <dsp:cNvSpPr/>
      </dsp:nvSpPr>
      <dsp:spPr>
        <a:xfrm>
          <a:off x="2436956" y="2032000"/>
          <a:ext cx="273055" cy="18210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6527" y="0"/>
              </a:lnTo>
              <a:lnTo>
                <a:pt x="136527" y="1821060"/>
              </a:lnTo>
              <a:lnTo>
                <a:pt x="273055" y="182106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600" kern="1200" noProof="0">
            <a:latin typeface="DM Sans" pitchFamily="2" charset="0"/>
          </a:endParaRPr>
        </a:p>
      </dsp:txBody>
      <dsp:txXfrm>
        <a:off x="2527448" y="2896495"/>
        <a:ext cx="92070" cy="92070"/>
      </dsp:txXfrm>
    </dsp:sp>
    <dsp:sp modelId="{AC15A966-A153-44B4-80A9-FFE0905D33B8}">
      <dsp:nvSpPr>
        <dsp:cNvPr id="0" name=""/>
        <dsp:cNvSpPr/>
      </dsp:nvSpPr>
      <dsp:spPr>
        <a:xfrm>
          <a:off x="2436956" y="2032000"/>
          <a:ext cx="273055" cy="13007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6527" y="0"/>
              </a:lnTo>
              <a:lnTo>
                <a:pt x="136527" y="1300757"/>
              </a:lnTo>
              <a:lnTo>
                <a:pt x="273055" y="130075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>
            <a:latin typeface="DM Sans" pitchFamily="2" charset="0"/>
          </a:endParaRPr>
        </a:p>
      </dsp:txBody>
      <dsp:txXfrm>
        <a:off x="2540255" y="2649151"/>
        <a:ext cx="66455" cy="66455"/>
      </dsp:txXfrm>
    </dsp:sp>
    <dsp:sp modelId="{D9DC8CA7-7D84-47CC-9385-C1B94661224C}">
      <dsp:nvSpPr>
        <dsp:cNvPr id="0" name=""/>
        <dsp:cNvSpPr/>
      </dsp:nvSpPr>
      <dsp:spPr>
        <a:xfrm>
          <a:off x="2436956" y="2032000"/>
          <a:ext cx="273055" cy="7804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6527" y="0"/>
              </a:lnTo>
              <a:lnTo>
                <a:pt x="136527" y="780454"/>
              </a:lnTo>
              <a:lnTo>
                <a:pt x="273055" y="78045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>
            <a:latin typeface="DM Sans" pitchFamily="2" charset="0"/>
          </a:endParaRPr>
        </a:p>
      </dsp:txBody>
      <dsp:txXfrm>
        <a:off x="2552812" y="2401556"/>
        <a:ext cx="41342" cy="41342"/>
      </dsp:txXfrm>
    </dsp:sp>
    <dsp:sp modelId="{A6A65B83-C930-4DB2-8B86-CCD011E58046}">
      <dsp:nvSpPr>
        <dsp:cNvPr id="0" name=""/>
        <dsp:cNvSpPr/>
      </dsp:nvSpPr>
      <dsp:spPr>
        <a:xfrm>
          <a:off x="2436956" y="2032000"/>
          <a:ext cx="273055" cy="2601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6527" y="0"/>
              </a:lnTo>
              <a:lnTo>
                <a:pt x="136527" y="260151"/>
              </a:lnTo>
              <a:lnTo>
                <a:pt x="273055" y="2601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>
            <a:latin typeface="DM Sans" pitchFamily="2" charset="0"/>
          </a:endParaRPr>
        </a:p>
      </dsp:txBody>
      <dsp:txXfrm>
        <a:off x="2564054" y="2152647"/>
        <a:ext cx="18857" cy="18857"/>
      </dsp:txXfrm>
    </dsp:sp>
    <dsp:sp modelId="{4D483E2E-E0F9-4A38-ABC2-7FC2AD1B541D}">
      <dsp:nvSpPr>
        <dsp:cNvPr id="0" name=""/>
        <dsp:cNvSpPr/>
      </dsp:nvSpPr>
      <dsp:spPr>
        <a:xfrm>
          <a:off x="2436956" y="1771848"/>
          <a:ext cx="273055" cy="260151"/>
        </a:xfrm>
        <a:custGeom>
          <a:avLst/>
          <a:gdLst/>
          <a:ahLst/>
          <a:cxnLst/>
          <a:rect l="0" t="0" r="0" b="0"/>
          <a:pathLst>
            <a:path>
              <a:moveTo>
                <a:pt x="0" y="260151"/>
              </a:moveTo>
              <a:lnTo>
                <a:pt x="136527" y="260151"/>
              </a:lnTo>
              <a:lnTo>
                <a:pt x="136527" y="0"/>
              </a:lnTo>
              <a:lnTo>
                <a:pt x="273055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>
            <a:latin typeface="DM Sans" pitchFamily="2" charset="0"/>
          </a:endParaRPr>
        </a:p>
      </dsp:txBody>
      <dsp:txXfrm>
        <a:off x="2564054" y="1892495"/>
        <a:ext cx="18857" cy="18857"/>
      </dsp:txXfrm>
    </dsp:sp>
    <dsp:sp modelId="{0FBCFCCE-21A7-46E2-B73D-65ABE5145C61}">
      <dsp:nvSpPr>
        <dsp:cNvPr id="0" name=""/>
        <dsp:cNvSpPr/>
      </dsp:nvSpPr>
      <dsp:spPr>
        <a:xfrm>
          <a:off x="2436956" y="1251545"/>
          <a:ext cx="273055" cy="780454"/>
        </a:xfrm>
        <a:custGeom>
          <a:avLst/>
          <a:gdLst/>
          <a:ahLst/>
          <a:cxnLst/>
          <a:rect l="0" t="0" r="0" b="0"/>
          <a:pathLst>
            <a:path>
              <a:moveTo>
                <a:pt x="0" y="780454"/>
              </a:moveTo>
              <a:lnTo>
                <a:pt x="136527" y="780454"/>
              </a:lnTo>
              <a:lnTo>
                <a:pt x="136527" y="0"/>
              </a:lnTo>
              <a:lnTo>
                <a:pt x="273055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>
            <a:latin typeface="DM Sans" pitchFamily="2" charset="0"/>
          </a:endParaRPr>
        </a:p>
      </dsp:txBody>
      <dsp:txXfrm>
        <a:off x="2552812" y="1621101"/>
        <a:ext cx="41342" cy="41342"/>
      </dsp:txXfrm>
    </dsp:sp>
    <dsp:sp modelId="{A8F9C0ED-6289-4441-8FB3-D427A785E72E}">
      <dsp:nvSpPr>
        <dsp:cNvPr id="0" name=""/>
        <dsp:cNvSpPr/>
      </dsp:nvSpPr>
      <dsp:spPr>
        <a:xfrm>
          <a:off x="2436956" y="731242"/>
          <a:ext cx="273055" cy="1300757"/>
        </a:xfrm>
        <a:custGeom>
          <a:avLst/>
          <a:gdLst/>
          <a:ahLst/>
          <a:cxnLst/>
          <a:rect l="0" t="0" r="0" b="0"/>
          <a:pathLst>
            <a:path>
              <a:moveTo>
                <a:pt x="0" y="1300757"/>
              </a:moveTo>
              <a:lnTo>
                <a:pt x="136527" y="1300757"/>
              </a:lnTo>
              <a:lnTo>
                <a:pt x="136527" y="0"/>
              </a:lnTo>
              <a:lnTo>
                <a:pt x="273055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>
            <a:latin typeface="DM Sans" pitchFamily="2" charset="0"/>
          </a:endParaRPr>
        </a:p>
      </dsp:txBody>
      <dsp:txXfrm>
        <a:off x="2540255" y="1348393"/>
        <a:ext cx="66455" cy="66455"/>
      </dsp:txXfrm>
    </dsp:sp>
    <dsp:sp modelId="{9F5D1681-C826-4461-B59F-27FC7EFA17CA}">
      <dsp:nvSpPr>
        <dsp:cNvPr id="0" name=""/>
        <dsp:cNvSpPr/>
      </dsp:nvSpPr>
      <dsp:spPr>
        <a:xfrm>
          <a:off x="2436956" y="210939"/>
          <a:ext cx="273055" cy="1821060"/>
        </a:xfrm>
        <a:custGeom>
          <a:avLst/>
          <a:gdLst/>
          <a:ahLst/>
          <a:cxnLst/>
          <a:rect l="0" t="0" r="0" b="0"/>
          <a:pathLst>
            <a:path>
              <a:moveTo>
                <a:pt x="0" y="1821060"/>
              </a:moveTo>
              <a:lnTo>
                <a:pt x="136527" y="1821060"/>
              </a:lnTo>
              <a:lnTo>
                <a:pt x="136527" y="0"/>
              </a:lnTo>
              <a:lnTo>
                <a:pt x="273055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600" kern="1200" noProof="0">
            <a:latin typeface="DM Sans" pitchFamily="2" charset="0"/>
          </a:endParaRPr>
        </a:p>
      </dsp:txBody>
      <dsp:txXfrm>
        <a:off x="2527448" y="1075434"/>
        <a:ext cx="92070" cy="92070"/>
      </dsp:txXfrm>
    </dsp:sp>
    <dsp:sp modelId="{00AB0F25-9CDF-4937-9A55-C9CBA31F1A3B}">
      <dsp:nvSpPr>
        <dsp:cNvPr id="0" name=""/>
        <dsp:cNvSpPr/>
      </dsp:nvSpPr>
      <dsp:spPr>
        <a:xfrm rot="16200000">
          <a:off x="1133459" y="1823878"/>
          <a:ext cx="2190750" cy="416242"/>
        </a:xfrm>
        <a:prstGeom prst="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 noProof="0">
              <a:latin typeface="DM Sans" pitchFamily="2" charset="0"/>
            </a:rPr>
            <a:t>Etapa 1</a:t>
          </a:r>
        </a:p>
      </dsp:txBody>
      <dsp:txXfrm>
        <a:off x="1133459" y="1823878"/>
        <a:ext cx="2190750" cy="416242"/>
      </dsp:txXfrm>
    </dsp:sp>
    <dsp:sp modelId="{DEC77B91-4AF6-4097-B9D6-8A6C8E1C8B2E}">
      <dsp:nvSpPr>
        <dsp:cNvPr id="0" name=""/>
        <dsp:cNvSpPr/>
      </dsp:nvSpPr>
      <dsp:spPr>
        <a:xfrm>
          <a:off x="2710011" y="2817"/>
          <a:ext cx="1365275" cy="416242"/>
        </a:xfrm>
        <a:prstGeom prst="rect">
          <a:avLst/>
        </a:prstGeom>
        <a:solidFill>
          <a:srgbClr val="05DD3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latin typeface="DM Sans" pitchFamily="2" charset="0"/>
            </a:rPr>
            <a:t>Requisitos y Dimensiones</a:t>
          </a:r>
        </a:p>
      </dsp:txBody>
      <dsp:txXfrm>
        <a:off x="2710011" y="2817"/>
        <a:ext cx="1365275" cy="416242"/>
      </dsp:txXfrm>
    </dsp:sp>
    <dsp:sp modelId="{5926E740-7C1C-40B3-B14F-E403BC33CE0B}">
      <dsp:nvSpPr>
        <dsp:cNvPr id="0" name=""/>
        <dsp:cNvSpPr/>
      </dsp:nvSpPr>
      <dsp:spPr>
        <a:xfrm>
          <a:off x="2710011" y="523120"/>
          <a:ext cx="1365275" cy="416242"/>
        </a:xfrm>
        <a:prstGeom prst="rect">
          <a:avLst/>
        </a:prstGeom>
        <a:solidFill>
          <a:srgbClr val="05DD3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latin typeface="DM Sans" pitchFamily="2" charset="0"/>
            </a:rPr>
            <a:t>Diseño y Fabricación</a:t>
          </a:r>
        </a:p>
      </dsp:txBody>
      <dsp:txXfrm>
        <a:off x="2710011" y="523120"/>
        <a:ext cx="1365275" cy="416242"/>
      </dsp:txXfrm>
    </dsp:sp>
    <dsp:sp modelId="{3993C299-B931-41B5-8A78-8303B87F9A18}">
      <dsp:nvSpPr>
        <dsp:cNvPr id="0" name=""/>
        <dsp:cNvSpPr/>
      </dsp:nvSpPr>
      <dsp:spPr>
        <a:xfrm>
          <a:off x="2710011" y="1043424"/>
          <a:ext cx="1365275" cy="416242"/>
        </a:xfrm>
        <a:prstGeom prst="rect">
          <a:avLst/>
        </a:prstGeom>
        <a:solidFill>
          <a:srgbClr val="05DD3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latin typeface="DM Sans" pitchFamily="2" charset="0"/>
            </a:rPr>
            <a:t>Energía y Potencia</a:t>
          </a:r>
        </a:p>
      </dsp:txBody>
      <dsp:txXfrm>
        <a:off x="2710011" y="1043424"/>
        <a:ext cx="1365275" cy="416242"/>
      </dsp:txXfrm>
    </dsp:sp>
    <dsp:sp modelId="{E2101074-0611-4EA7-87FE-4EE9CBD2C1DC}">
      <dsp:nvSpPr>
        <dsp:cNvPr id="0" name=""/>
        <dsp:cNvSpPr/>
      </dsp:nvSpPr>
      <dsp:spPr>
        <a:xfrm>
          <a:off x="2710011" y="1563727"/>
          <a:ext cx="1365275" cy="416242"/>
        </a:xfrm>
        <a:prstGeom prst="rect">
          <a:avLst/>
        </a:prstGeom>
        <a:solidFill>
          <a:srgbClr val="05DD3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latin typeface="DM Sans" pitchFamily="2" charset="0"/>
            </a:rPr>
            <a:t>Electrónica y Control</a:t>
          </a:r>
        </a:p>
      </dsp:txBody>
      <dsp:txXfrm>
        <a:off x="2710011" y="1563727"/>
        <a:ext cx="1365275" cy="416242"/>
      </dsp:txXfrm>
    </dsp:sp>
    <dsp:sp modelId="{8F2C77B4-D1AA-4573-B0E5-83ACBEB1F925}">
      <dsp:nvSpPr>
        <dsp:cNvPr id="0" name=""/>
        <dsp:cNvSpPr/>
      </dsp:nvSpPr>
      <dsp:spPr>
        <a:xfrm>
          <a:off x="2710011" y="2084030"/>
          <a:ext cx="1365275" cy="416242"/>
        </a:xfrm>
        <a:prstGeom prst="rect">
          <a:avLst/>
        </a:prstGeom>
        <a:solidFill>
          <a:srgbClr val="05DD3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latin typeface="DM Sans" pitchFamily="2" charset="0"/>
            </a:rPr>
            <a:t>Firmware y Software</a:t>
          </a:r>
        </a:p>
      </dsp:txBody>
      <dsp:txXfrm>
        <a:off x="2710011" y="2084030"/>
        <a:ext cx="1365275" cy="416242"/>
      </dsp:txXfrm>
    </dsp:sp>
    <dsp:sp modelId="{618DC724-4127-421D-A4E1-1F4A53C97DC0}">
      <dsp:nvSpPr>
        <dsp:cNvPr id="0" name=""/>
        <dsp:cNvSpPr/>
      </dsp:nvSpPr>
      <dsp:spPr>
        <a:xfrm>
          <a:off x="2710011" y="2604333"/>
          <a:ext cx="1365275" cy="416242"/>
        </a:xfrm>
        <a:prstGeom prst="rect">
          <a:avLst/>
        </a:prstGeom>
        <a:solidFill>
          <a:srgbClr val="05DD3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latin typeface="DM Sans" pitchFamily="2" charset="0"/>
            </a:rPr>
            <a:t>Conectividad</a:t>
          </a:r>
        </a:p>
      </dsp:txBody>
      <dsp:txXfrm>
        <a:off x="2710011" y="2604333"/>
        <a:ext cx="1365275" cy="416242"/>
      </dsp:txXfrm>
    </dsp:sp>
    <dsp:sp modelId="{DFB2B8B4-CF28-44A1-804A-539C923E0BB6}">
      <dsp:nvSpPr>
        <dsp:cNvPr id="0" name=""/>
        <dsp:cNvSpPr/>
      </dsp:nvSpPr>
      <dsp:spPr>
        <a:xfrm>
          <a:off x="2710011" y="3124636"/>
          <a:ext cx="1365275" cy="416242"/>
        </a:xfrm>
        <a:prstGeom prst="rect">
          <a:avLst/>
        </a:prstGeom>
        <a:solidFill>
          <a:srgbClr val="05DD3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latin typeface="DM Sans" pitchFamily="2" charset="0"/>
            </a:rPr>
            <a:t>Navegación</a:t>
          </a:r>
        </a:p>
      </dsp:txBody>
      <dsp:txXfrm>
        <a:off x="2710011" y="3124636"/>
        <a:ext cx="1365275" cy="416242"/>
      </dsp:txXfrm>
    </dsp:sp>
    <dsp:sp modelId="{26EF79BC-32E2-4BF7-9355-4A340F4EE2ED}">
      <dsp:nvSpPr>
        <dsp:cNvPr id="0" name=""/>
        <dsp:cNvSpPr/>
      </dsp:nvSpPr>
      <dsp:spPr>
        <a:xfrm>
          <a:off x="2710011" y="3644939"/>
          <a:ext cx="1365275" cy="416242"/>
        </a:xfrm>
        <a:prstGeom prst="rect">
          <a:avLst/>
        </a:prstGeom>
        <a:solidFill>
          <a:srgbClr val="05DD3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latin typeface="DM Sans" pitchFamily="2" charset="0"/>
            </a:rPr>
            <a:t>Integración y Pruebas</a:t>
          </a:r>
        </a:p>
      </dsp:txBody>
      <dsp:txXfrm>
        <a:off x="2710011" y="3644939"/>
        <a:ext cx="1365275" cy="41624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E238D9-7839-4798-9B8E-BAFB7403265F}">
      <dsp:nvSpPr>
        <dsp:cNvPr id="0" name=""/>
        <dsp:cNvSpPr/>
      </dsp:nvSpPr>
      <dsp:spPr>
        <a:xfrm>
          <a:off x="3611181" y="2265198"/>
          <a:ext cx="2835654" cy="44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551"/>
              </a:lnTo>
              <a:lnTo>
                <a:pt x="2835654" y="306551"/>
              </a:lnTo>
              <a:lnTo>
                <a:pt x="2835654" y="449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906E09-0C27-4649-8CFC-9939E486431B}">
      <dsp:nvSpPr>
        <dsp:cNvPr id="0" name=""/>
        <dsp:cNvSpPr/>
      </dsp:nvSpPr>
      <dsp:spPr>
        <a:xfrm>
          <a:off x="3611181" y="2265198"/>
          <a:ext cx="945218" cy="44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551"/>
              </a:lnTo>
              <a:lnTo>
                <a:pt x="945218" y="306551"/>
              </a:lnTo>
              <a:lnTo>
                <a:pt x="945218" y="449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D5E0F9-5E92-4827-9582-A0F473E8CE69}">
      <dsp:nvSpPr>
        <dsp:cNvPr id="0" name=""/>
        <dsp:cNvSpPr/>
      </dsp:nvSpPr>
      <dsp:spPr>
        <a:xfrm>
          <a:off x="2665963" y="2265198"/>
          <a:ext cx="945218" cy="449837"/>
        </a:xfrm>
        <a:custGeom>
          <a:avLst/>
          <a:gdLst/>
          <a:ahLst/>
          <a:cxnLst/>
          <a:rect l="0" t="0" r="0" b="0"/>
          <a:pathLst>
            <a:path>
              <a:moveTo>
                <a:pt x="945218" y="0"/>
              </a:moveTo>
              <a:lnTo>
                <a:pt x="945218" y="306551"/>
              </a:lnTo>
              <a:lnTo>
                <a:pt x="0" y="306551"/>
              </a:lnTo>
              <a:lnTo>
                <a:pt x="0" y="449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57819D-B26C-4A84-9BDF-E4872F71EBD6}">
      <dsp:nvSpPr>
        <dsp:cNvPr id="0" name=""/>
        <dsp:cNvSpPr/>
      </dsp:nvSpPr>
      <dsp:spPr>
        <a:xfrm>
          <a:off x="775526" y="2265198"/>
          <a:ext cx="2835654" cy="449837"/>
        </a:xfrm>
        <a:custGeom>
          <a:avLst/>
          <a:gdLst/>
          <a:ahLst/>
          <a:cxnLst/>
          <a:rect l="0" t="0" r="0" b="0"/>
          <a:pathLst>
            <a:path>
              <a:moveTo>
                <a:pt x="2835654" y="0"/>
              </a:moveTo>
              <a:lnTo>
                <a:pt x="2835654" y="306551"/>
              </a:lnTo>
              <a:lnTo>
                <a:pt x="0" y="306551"/>
              </a:lnTo>
              <a:lnTo>
                <a:pt x="0" y="449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B455FD-BFB6-4092-AA50-ED869D1FA300}">
      <dsp:nvSpPr>
        <dsp:cNvPr id="0" name=""/>
        <dsp:cNvSpPr/>
      </dsp:nvSpPr>
      <dsp:spPr>
        <a:xfrm>
          <a:off x="2837821" y="1283030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057414-238A-4D06-A4DF-1F3D9ECC9AE0}">
      <dsp:nvSpPr>
        <dsp:cNvPr id="0" name=""/>
        <dsp:cNvSpPr/>
      </dsp:nvSpPr>
      <dsp:spPr>
        <a:xfrm>
          <a:off x="3009679" y="1446295"/>
          <a:ext cx="1546720" cy="982167"/>
        </a:xfrm>
        <a:prstGeom prst="roundRect">
          <a:avLst>
            <a:gd name="adj" fmla="val 10000"/>
          </a:avLst>
        </a:prstGeom>
        <a:solidFill>
          <a:schemeClr val="bg2">
            <a:lumMod val="50000"/>
            <a:alpha val="9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Sistema para gestión y monitoreo de inventario</a:t>
          </a:r>
        </a:p>
      </dsp:txBody>
      <dsp:txXfrm>
        <a:off x="3038446" y="1475062"/>
        <a:ext cx="1489186" cy="924633"/>
      </dsp:txXfrm>
    </dsp:sp>
    <dsp:sp modelId="{3008E7CD-F265-46A8-AF5C-88F6EEC3C3F4}">
      <dsp:nvSpPr>
        <dsp:cNvPr id="0" name=""/>
        <dsp:cNvSpPr/>
      </dsp:nvSpPr>
      <dsp:spPr>
        <a:xfrm>
          <a:off x="2166" y="2715036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B781CE5-6375-4846-9B96-23199D5E2C2D}">
      <dsp:nvSpPr>
        <dsp:cNvPr id="0" name=""/>
        <dsp:cNvSpPr/>
      </dsp:nvSpPr>
      <dsp:spPr>
        <a:xfrm>
          <a:off x="174024" y="2878301"/>
          <a:ext cx="1546720" cy="982167"/>
        </a:xfrm>
        <a:prstGeom prst="roundRect">
          <a:avLst>
            <a:gd name="adj" fmla="val 10000"/>
          </a:avLst>
        </a:prstGeom>
        <a:solidFill>
          <a:srgbClr val="00B050">
            <a:alpha val="90000"/>
          </a:srgb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Robot móvil</a:t>
          </a:r>
        </a:p>
      </dsp:txBody>
      <dsp:txXfrm>
        <a:off x="202791" y="2907068"/>
        <a:ext cx="1489186" cy="924633"/>
      </dsp:txXfrm>
    </dsp:sp>
    <dsp:sp modelId="{ABE72333-4FCC-417C-A51E-877FAAF5D395}">
      <dsp:nvSpPr>
        <dsp:cNvPr id="0" name=""/>
        <dsp:cNvSpPr/>
      </dsp:nvSpPr>
      <dsp:spPr>
        <a:xfrm>
          <a:off x="1892602" y="2715036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DD09B1D-F7AD-445E-8A04-77B55A7B003C}">
      <dsp:nvSpPr>
        <dsp:cNvPr id="0" name=""/>
        <dsp:cNvSpPr/>
      </dsp:nvSpPr>
      <dsp:spPr>
        <a:xfrm>
          <a:off x="2064460" y="2878301"/>
          <a:ext cx="1546720" cy="982167"/>
        </a:xfrm>
        <a:prstGeom prst="roundRect">
          <a:avLst>
            <a:gd name="adj" fmla="val 10000"/>
          </a:avLst>
        </a:prstGeom>
        <a:solidFill>
          <a:srgbClr val="8F45C7">
            <a:alpha val="89804"/>
          </a:srgb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Distribución de la bodega</a:t>
          </a:r>
        </a:p>
      </dsp:txBody>
      <dsp:txXfrm>
        <a:off x="2093227" y="2907068"/>
        <a:ext cx="1489186" cy="924633"/>
      </dsp:txXfrm>
    </dsp:sp>
    <dsp:sp modelId="{A80E332D-A839-46B6-BBF8-E5E1B2ACF3B5}">
      <dsp:nvSpPr>
        <dsp:cNvPr id="0" name=""/>
        <dsp:cNvSpPr/>
      </dsp:nvSpPr>
      <dsp:spPr>
        <a:xfrm>
          <a:off x="3783039" y="2715036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6AC45A-8B5C-42C6-8553-04B2AB58F071}">
      <dsp:nvSpPr>
        <dsp:cNvPr id="0" name=""/>
        <dsp:cNvSpPr/>
      </dsp:nvSpPr>
      <dsp:spPr>
        <a:xfrm>
          <a:off x="3954897" y="2878301"/>
          <a:ext cx="1546720" cy="982167"/>
        </a:xfrm>
        <a:prstGeom prst="roundRect">
          <a:avLst>
            <a:gd name="adj" fmla="val 10000"/>
          </a:avLst>
        </a:prstGeom>
        <a:solidFill>
          <a:schemeClr val="bg1">
            <a:lumMod val="50000"/>
            <a:alpha val="9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Base de datos</a:t>
          </a:r>
        </a:p>
      </dsp:txBody>
      <dsp:txXfrm>
        <a:off x="3983664" y="2907068"/>
        <a:ext cx="1489186" cy="924633"/>
      </dsp:txXfrm>
    </dsp:sp>
    <dsp:sp modelId="{C669F5C1-2A93-47F9-8F9E-01A5162F9716}">
      <dsp:nvSpPr>
        <dsp:cNvPr id="0" name=""/>
        <dsp:cNvSpPr/>
      </dsp:nvSpPr>
      <dsp:spPr>
        <a:xfrm>
          <a:off x="5673476" y="2715036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CDB813F-E29D-427D-9FDA-7F9DC0F58329}">
      <dsp:nvSpPr>
        <dsp:cNvPr id="0" name=""/>
        <dsp:cNvSpPr/>
      </dsp:nvSpPr>
      <dsp:spPr>
        <a:xfrm>
          <a:off x="5845333" y="2878301"/>
          <a:ext cx="1546720" cy="982167"/>
        </a:xfrm>
        <a:prstGeom prst="roundRect">
          <a:avLst>
            <a:gd name="adj" fmla="val 10000"/>
          </a:avLst>
        </a:prstGeom>
        <a:solidFill>
          <a:srgbClr val="FFC000">
            <a:alpha val="90000"/>
          </a:srgb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Protocolo de pruebas</a:t>
          </a:r>
        </a:p>
      </dsp:txBody>
      <dsp:txXfrm>
        <a:off x="5874100" y="2907068"/>
        <a:ext cx="1489186" cy="92463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CFCCE-21A7-46E2-B73D-65ABE5145C61}">
      <dsp:nvSpPr>
        <dsp:cNvPr id="0" name=""/>
        <dsp:cNvSpPr/>
      </dsp:nvSpPr>
      <dsp:spPr>
        <a:xfrm>
          <a:off x="1719430" y="1779588"/>
          <a:ext cx="443615" cy="845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1807" y="0"/>
              </a:lnTo>
              <a:lnTo>
                <a:pt x="221807" y="845304"/>
              </a:lnTo>
              <a:lnTo>
                <a:pt x="443615" y="84530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>
            <a:latin typeface="DM Sans" pitchFamily="2" charset="0"/>
          </a:endParaRPr>
        </a:p>
      </dsp:txBody>
      <dsp:txXfrm>
        <a:off x="1917372" y="2178374"/>
        <a:ext cx="47731" cy="47731"/>
      </dsp:txXfrm>
    </dsp:sp>
    <dsp:sp modelId="{A8F9C0ED-6289-4441-8FB3-D427A785E72E}">
      <dsp:nvSpPr>
        <dsp:cNvPr id="0" name=""/>
        <dsp:cNvSpPr/>
      </dsp:nvSpPr>
      <dsp:spPr>
        <a:xfrm>
          <a:off x="1719430" y="1733868"/>
          <a:ext cx="4436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3615" y="4572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>
            <a:latin typeface="DM Sans" pitchFamily="2" charset="0"/>
          </a:endParaRPr>
        </a:p>
      </dsp:txBody>
      <dsp:txXfrm>
        <a:off x="1930148" y="1768497"/>
        <a:ext cx="22180" cy="22180"/>
      </dsp:txXfrm>
    </dsp:sp>
    <dsp:sp modelId="{9F5D1681-C826-4461-B59F-27FC7EFA17CA}">
      <dsp:nvSpPr>
        <dsp:cNvPr id="0" name=""/>
        <dsp:cNvSpPr/>
      </dsp:nvSpPr>
      <dsp:spPr>
        <a:xfrm>
          <a:off x="1719430" y="934283"/>
          <a:ext cx="443615" cy="845304"/>
        </a:xfrm>
        <a:custGeom>
          <a:avLst/>
          <a:gdLst/>
          <a:ahLst/>
          <a:cxnLst/>
          <a:rect l="0" t="0" r="0" b="0"/>
          <a:pathLst>
            <a:path>
              <a:moveTo>
                <a:pt x="0" y="845304"/>
              </a:moveTo>
              <a:lnTo>
                <a:pt x="221807" y="845304"/>
              </a:lnTo>
              <a:lnTo>
                <a:pt x="221807" y="0"/>
              </a:lnTo>
              <a:lnTo>
                <a:pt x="443615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>
            <a:latin typeface="DM Sans" pitchFamily="2" charset="0"/>
          </a:endParaRPr>
        </a:p>
      </dsp:txBody>
      <dsp:txXfrm>
        <a:off x="1917372" y="1333069"/>
        <a:ext cx="47731" cy="47731"/>
      </dsp:txXfrm>
    </dsp:sp>
    <dsp:sp modelId="{00AB0F25-9CDF-4937-9A55-C9CBA31F1A3B}">
      <dsp:nvSpPr>
        <dsp:cNvPr id="0" name=""/>
        <dsp:cNvSpPr/>
      </dsp:nvSpPr>
      <dsp:spPr>
        <a:xfrm rot="16200000">
          <a:off x="-398279" y="1441466"/>
          <a:ext cx="3559176" cy="676243"/>
        </a:xfrm>
        <a:prstGeom prst="rect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100" kern="1200" noProof="0">
              <a:latin typeface="DM Sans" pitchFamily="2" charset="0"/>
            </a:rPr>
            <a:t>Etapa 2</a:t>
          </a:r>
        </a:p>
      </dsp:txBody>
      <dsp:txXfrm>
        <a:off x="-398279" y="1441466"/>
        <a:ext cx="3559176" cy="676243"/>
      </dsp:txXfrm>
    </dsp:sp>
    <dsp:sp modelId="{DEC77B91-4AF6-4097-B9D6-8A6C8E1C8B2E}">
      <dsp:nvSpPr>
        <dsp:cNvPr id="0" name=""/>
        <dsp:cNvSpPr/>
      </dsp:nvSpPr>
      <dsp:spPr>
        <a:xfrm>
          <a:off x="2163046" y="596161"/>
          <a:ext cx="2218078" cy="676243"/>
        </a:xfrm>
        <a:prstGeom prst="rect">
          <a:avLst/>
        </a:prstGeom>
        <a:solidFill>
          <a:srgbClr val="C198E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>
              <a:latin typeface="DM Sans" pitchFamily="2" charset="0"/>
            </a:rPr>
            <a:t>Clasificación de productos</a:t>
          </a:r>
        </a:p>
      </dsp:txBody>
      <dsp:txXfrm>
        <a:off x="2163046" y="596161"/>
        <a:ext cx="2218078" cy="676243"/>
      </dsp:txXfrm>
    </dsp:sp>
    <dsp:sp modelId="{5926E740-7C1C-40B3-B14F-E403BC33CE0B}">
      <dsp:nvSpPr>
        <dsp:cNvPr id="0" name=""/>
        <dsp:cNvSpPr/>
      </dsp:nvSpPr>
      <dsp:spPr>
        <a:xfrm>
          <a:off x="2163046" y="1441466"/>
          <a:ext cx="2218078" cy="676243"/>
        </a:xfrm>
        <a:prstGeom prst="rect">
          <a:avLst/>
        </a:prstGeom>
        <a:solidFill>
          <a:srgbClr val="C198E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>
              <a:latin typeface="DM Sans" pitchFamily="2" charset="0"/>
            </a:rPr>
            <a:t>Mapeo de la distribución</a:t>
          </a:r>
        </a:p>
      </dsp:txBody>
      <dsp:txXfrm>
        <a:off x="2163046" y="1441466"/>
        <a:ext cx="2218078" cy="676243"/>
      </dsp:txXfrm>
    </dsp:sp>
    <dsp:sp modelId="{3993C299-B931-41B5-8A78-8303B87F9A18}">
      <dsp:nvSpPr>
        <dsp:cNvPr id="0" name=""/>
        <dsp:cNvSpPr/>
      </dsp:nvSpPr>
      <dsp:spPr>
        <a:xfrm>
          <a:off x="2163046" y="2286770"/>
          <a:ext cx="2218078" cy="676243"/>
        </a:xfrm>
        <a:prstGeom prst="rect">
          <a:avLst/>
        </a:prstGeom>
        <a:solidFill>
          <a:srgbClr val="C198E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>
              <a:latin typeface="DM Sans" pitchFamily="2" charset="0"/>
            </a:rPr>
            <a:t>Implementación del diseño</a:t>
          </a:r>
        </a:p>
      </dsp:txBody>
      <dsp:txXfrm>
        <a:off x="2163046" y="2286770"/>
        <a:ext cx="2218078" cy="67624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E238D9-7839-4798-9B8E-BAFB7403265F}">
      <dsp:nvSpPr>
        <dsp:cNvPr id="0" name=""/>
        <dsp:cNvSpPr/>
      </dsp:nvSpPr>
      <dsp:spPr>
        <a:xfrm>
          <a:off x="3611181" y="2265198"/>
          <a:ext cx="2835654" cy="44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551"/>
              </a:lnTo>
              <a:lnTo>
                <a:pt x="2835654" y="306551"/>
              </a:lnTo>
              <a:lnTo>
                <a:pt x="2835654" y="449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906E09-0C27-4649-8CFC-9939E486431B}">
      <dsp:nvSpPr>
        <dsp:cNvPr id="0" name=""/>
        <dsp:cNvSpPr/>
      </dsp:nvSpPr>
      <dsp:spPr>
        <a:xfrm>
          <a:off x="3611181" y="2265198"/>
          <a:ext cx="945218" cy="44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551"/>
              </a:lnTo>
              <a:lnTo>
                <a:pt x="945218" y="306551"/>
              </a:lnTo>
              <a:lnTo>
                <a:pt x="945218" y="449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D5E0F9-5E92-4827-9582-A0F473E8CE69}">
      <dsp:nvSpPr>
        <dsp:cNvPr id="0" name=""/>
        <dsp:cNvSpPr/>
      </dsp:nvSpPr>
      <dsp:spPr>
        <a:xfrm>
          <a:off x="2665963" y="2265198"/>
          <a:ext cx="945218" cy="449837"/>
        </a:xfrm>
        <a:custGeom>
          <a:avLst/>
          <a:gdLst/>
          <a:ahLst/>
          <a:cxnLst/>
          <a:rect l="0" t="0" r="0" b="0"/>
          <a:pathLst>
            <a:path>
              <a:moveTo>
                <a:pt x="945218" y="0"/>
              </a:moveTo>
              <a:lnTo>
                <a:pt x="945218" y="306551"/>
              </a:lnTo>
              <a:lnTo>
                <a:pt x="0" y="306551"/>
              </a:lnTo>
              <a:lnTo>
                <a:pt x="0" y="449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57819D-B26C-4A84-9BDF-E4872F71EBD6}">
      <dsp:nvSpPr>
        <dsp:cNvPr id="0" name=""/>
        <dsp:cNvSpPr/>
      </dsp:nvSpPr>
      <dsp:spPr>
        <a:xfrm>
          <a:off x="775526" y="2265198"/>
          <a:ext cx="2835654" cy="449837"/>
        </a:xfrm>
        <a:custGeom>
          <a:avLst/>
          <a:gdLst/>
          <a:ahLst/>
          <a:cxnLst/>
          <a:rect l="0" t="0" r="0" b="0"/>
          <a:pathLst>
            <a:path>
              <a:moveTo>
                <a:pt x="2835654" y="0"/>
              </a:moveTo>
              <a:lnTo>
                <a:pt x="2835654" y="306551"/>
              </a:lnTo>
              <a:lnTo>
                <a:pt x="0" y="306551"/>
              </a:lnTo>
              <a:lnTo>
                <a:pt x="0" y="449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B455FD-BFB6-4092-AA50-ED869D1FA300}">
      <dsp:nvSpPr>
        <dsp:cNvPr id="0" name=""/>
        <dsp:cNvSpPr/>
      </dsp:nvSpPr>
      <dsp:spPr>
        <a:xfrm>
          <a:off x="2837821" y="1283030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057414-238A-4D06-A4DF-1F3D9ECC9AE0}">
      <dsp:nvSpPr>
        <dsp:cNvPr id="0" name=""/>
        <dsp:cNvSpPr/>
      </dsp:nvSpPr>
      <dsp:spPr>
        <a:xfrm>
          <a:off x="3009679" y="1446295"/>
          <a:ext cx="1546720" cy="982167"/>
        </a:xfrm>
        <a:prstGeom prst="roundRect">
          <a:avLst>
            <a:gd name="adj" fmla="val 10000"/>
          </a:avLst>
        </a:prstGeom>
        <a:solidFill>
          <a:schemeClr val="bg2">
            <a:lumMod val="50000"/>
            <a:alpha val="9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Sistema para gestión y monitoreo de inventario</a:t>
          </a:r>
        </a:p>
      </dsp:txBody>
      <dsp:txXfrm>
        <a:off x="3038446" y="1475062"/>
        <a:ext cx="1489186" cy="924633"/>
      </dsp:txXfrm>
    </dsp:sp>
    <dsp:sp modelId="{3008E7CD-F265-46A8-AF5C-88F6EEC3C3F4}">
      <dsp:nvSpPr>
        <dsp:cNvPr id="0" name=""/>
        <dsp:cNvSpPr/>
      </dsp:nvSpPr>
      <dsp:spPr>
        <a:xfrm>
          <a:off x="2166" y="2715036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B781CE5-6375-4846-9B96-23199D5E2C2D}">
      <dsp:nvSpPr>
        <dsp:cNvPr id="0" name=""/>
        <dsp:cNvSpPr/>
      </dsp:nvSpPr>
      <dsp:spPr>
        <a:xfrm>
          <a:off x="174024" y="2878301"/>
          <a:ext cx="1546720" cy="982167"/>
        </a:xfrm>
        <a:prstGeom prst="roundRect">
          <a:avLst>
            <a:gd name="adj" fmla="val 10000"/>
          </a:avLst>
        </a:prstGeom>
        <a:solidFill>
          <a:srgbClr val="00B050">
            <a:alpha val="90000"/>
          </a:srgb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Robot móvil</a:t>
          </a:r>
        </a:p>
      </dsp:txBody>
      <dsp:txXfrm>
        <a:off x="202791" y="2907068"/>
        <a:ext cx="1489186" cy="924633"/>
      </dsp:txXfrm>
    </dsp:sp>
    <dsp:sp modelId="{ABE72333-4FCC-417C-A51E-877FAAF5D395}">
      <dsp:nvSpPr>
        <dsp:cNvPr id="0" name=""/>
        <dsp:cNvSpPr/>
      </dsp:nvSpPr>
      <dsp:spPr>
        <a:xfrm>
          <a:off x="1892602" y="2715036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DD09B1D-F7AD-445E-8A04-77B55A7B003C}">
      <dsp:nvSpPr>
        <dsp:cNvPr id="0" name=""/>
        <dsp:cNvSpPr/>
      </dsp:nvSpPr>
      <dsp:spPr>
        <a:xfrm>
          <a:off x="2064460" y="2878301"/>
          <a:ext cx="1546720" cy="982167"/>
        </a:xfrm>
        <a:prstGeom prst="roundRect">
          <a:avLst>
            <a:gd name="adj" fmla="val 10000"/>
          </a:avLst>
        </a:prstGeom>
        <a:solidFill>
          <a:srgbClr val="8F45C7">
            <a:alpha val="89804"/>
          </a:srgb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Distribución de la bodega</a:t>
          </a:r>
        </a:p>
      </dsp:txBody>
      <dsp:txXfrm>
        <a:off x="2093227" y="2907068"/>
        <a:ext cx="1489186" cy="924633"/>
      </dsp:txXfrm>
    </dsp:sp>
    <dsp:sp modelId="{A80E332D-A839-46B6-BBF8-E5E1B2ACF3B5}">
      <dsp:nvSpPr>
        <dsp:cNvPr id="0" name=""/>
        <dsp:cNvSpPr/>
      </dsp:nvSpPr>
      <dsp:spPr>
        <a:xfrm>
          <a:off x="3783039" y="2715036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6AC45A-8B5C-42C6-8553-04B2AB58F071}">
      <dsp:nvSpPr>
        <dsp:cNvPr id="0" name=""/>
        <dsp:cNvSpPr/>
      </dsp:nvSpPr>
      <dsp:spPr>
        <a:xfrm>
          <a:off x="3954897" y="2878301"/>
          <a:ext cx="1546720" cy="982167"/>
        </a:xfrm>
        <a:prstGeom prst="roundRect">
          <a:avLst>
            <a:gd name="adj" fmla="val 10000"/>
          </a:avLst>
        </a:prstGeom>
        <a:solidFill>
          <a:schemeClr val="bg1">
            <a:lumMod val="50000"/>
            <a:alpha val="9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Base de datos</a:t>
          </a:r>
        </a:p>
      </dsp:txBody>
      <dsp:txXfrm>
        <a:off x="3983664" y="2907068"/>
        <a:ext cx="1489186" cy="924633"/>
      </dsp:txXfrm>
    </dsp:sp>
    <dsp:sp modelId="{C669F5C1-2A93-47F9-8F9E-01A5162F9716}">
      <dsp:nvSpPr>
        <dsp:cNvPr id="0" name=""/>
        <dsp:cNvSpPr/>
      </dsp:nvSpPr>
      <dsp:spPr>
        <a:xfrm>
          <a:off x="5673476" y="2715036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CDB813F-E29D-427D-9FDA-7F9DC0F58329}">
      <dsp:nvSpPr>
        <dsp:cNvPr id="0" name=""/>
        <dsp:cNvSpPr/>
      </dsp:nvSpPr>
      <dsp:spPr>
        <a:xfrm>
          <a:off x="5845333" y="2878301"/>
          <a:ext cx="1546720" cy="982167"/>
        </a:xfrm>
        <a:prstGeom prst="roundRect">
          <a:avLst>
            <a:gd name="adj" fmla="val 10000"/>
          </a:avLst>
        </a:prstGeom>
        <a:solidFill>
          <a:srgbClr val="FFC000">
            <a:alpha val="90000"/>
          </a:srgb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Protocolo de pruebas</a:t>
          </a:r>
        </a:p>
      </dsp:txBody>
      <dsp:txXfrm>
        <a:off x="5874100" y="2907068"/>
        <a:ext cx="1489186" cy="924633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B61B55-966B-4C33-B33C-8F151D5C2832}">
      <dsp:nvSpPr>
        <dsp:cNvPr id="0" name=""/>
        <dsp:cNvSpPr/>
      </dsp:nvSpPr>
      <dsp:spPr>
        <a:xfrm>
          <a:off x="1719430" y="1779588"/>
          <a:ext cx="443615" cy="12679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1807" y="0"/>
              </a:lnTo>
              <a:lnTo>
                <a:pt x="221807" y="1267956"/>
              </a:lnTo>
              <a:lnTo>
                <a:pt x="443615" y="126795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/>
        </a:p>
      </dsp:txBody>
      <dsp:txXfrm>
        <a:off x="1907655" y="2379983"/>
        <a:ext cx="67165" cy="67165"/>
      </dsp:txXfrm>
    </dsp:sp>
    <dsp:sp modelId="{0FBCFCCE-21A7-46E2-B73D-65ABE5145C61}">
      <dsp:nvSpPr>
        <dsp:cNvPr id="0" name=""/>
        <dsp:cNvSpPr/>
      </dsp:nvSpPr>
      <dsp:spPr>
        <a:xfrm>
          <a:off x="1719430" y="1779588"/>
          <a:ext cx="443615" cy="4226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1807" y="0"/>
              </a:lnTo>
              <a:lnTo>
                <a:pt x="221807" y="422652"/>
              </a:lnTo>
              <a:lnTo>
                <a:pt x="443615" y="4226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>
            <a:latin typeface="DM Sans" pitchFamily="2" charset="0"/>
          </a:endParaRPr>
        </a:p>
      </dsp:txBody>
      <dsp:txXfrm>
        <a:off x="1925920" y="1975595"/>
        <a:ext cx="30636" cy="30636"/>
      </dsp:txXfrm>
    </dsp:sp>
    <dsp:sp modelId="{A8F9C0ED-6289-4441-8FB3-D427A785E72E}">
      <dsp:nvSpPr>
        <dsp:cNvPr id="0" name=""/>
        <dsp:cNvSpPr/>
      </dsp:nvSpPr>
      <dsp:spPr>
        <a:xfrm>
          <a:off x="1719430" y="1356935"/>
          <a:ext cx="443615" cy="422652"/>
        </a:xfrm>
        <a:custGeom>
          <a:avLst/>
          <a:gdLst/>
          <a:ahLst/>
          <a:cxnLst/>
          <a:rect l="0" t="0" r="0" b="0"/>
          <a:pathLst>
            <a:path>
              <a:moveTo>
                <a:pt x="0" y="422652"/>
              </a:moveTo>
              <a:lnTo>
                <a:pt x="221807" y="422652"/>
              </a:lnTo>
              <a:lnTo>
                <a:pt x="221807" y="0"/>
              </a:lnTo>
              <a:lnTo>
                <a:pt x="443615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>
            <a:latin typeface="DM Sans" pitchFamily="2" charset="0"/>
          </a:endParaRPr>
        </a:p>
      </dsp:txBody>
      <dsp:txXfrm>
        <a:off x="1925920" y="1552943"/>
        <a:ext cx="30636" cy="30636"/>
      </dsp:txXfrm>
    </dsp:sp>
    <dsp:sp modelId="{9F5D1681-C826-4461-B59F-27FC7EFA17CA}">
      <dsp:nvSpPr>
        <dsp:cNvPr id="0" name=""/>
        <dsp:cNvSpPr/>
      </dsp:nvSpPr>
      <dsp:spPr>
        <a:xfrm>
          <a:off x="1719430" y="511631"/>
          <a:ext cx="443615" cy="1267956"/>
        </a:xfrm>
        <a:custGeom>
          <a:avLst/>
          <a:gdLst/>
          <a:ahLst/>
          <a:cxnLst/>
          <a:rect l="0" t="0" r="0" b="0"/>
          <a:pathLst>
            <a:path>
              <a:moveTo>
                <a:pt x="0" y="1267956"/>
              </a:moveTo>
              <a:lnTo>
                <a:pt x="221807" y="1267956"/>
              </a:lnTo>
              <a:lnTo>
                <a:pt x="221807" y="0"/>
              </a:lnTo>
              <a:lnTo>
                <a:pt x="443615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>
            <a:latin typeface="DM Sans" pitchFamily="2" charset="0"/>
          </a:endParaRPr>
        </a:p>
      </dsp:txBody>
      <dsp:txXfrm>
        <a:off x="1907655" y="1112026"/>
        <a:ext cx="67165" cy="67165"/>
      </dsp:txXfrm>
    </dsp:sp>
    <dsp:sp modelId="{00AB0F25-9CDF-4937-9A55-C9CBA31F1A3B}">
      <dsp:nvSpPr>
        <dsp:cNvPr id="0" name=""/>
        <dsp:cNvSpPr/>
      </dsp:nvSpPr>
      <dsp:spPr>
        <a:xfrm rot="16200000">
          <a:off x="-398279" y="1441466"/>
          <a:ext cx="3559176" cy="676243"/>
        </a:xfrm>
        <a:prstGeom prst="rect">
          <a:avLst/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100" kern="1200" noProof="0">
              <a:latin typeface="DM Sans" pitchFamily="2" charset="0"/>
            </a:rPr>
            <a:t>Etapa 3</a:t>
          </a:r>
        </a:p>
      </dsp:txBody>
      <dsp:txXfrm>
        <a:off x="-398279" y="1441466"/>
        <a:ext cx="3559176" cy="676243"/>
      </dsp:txXfrm>
    </dsp:sp>
    <dsp:sp modelId="{DEC77B91-4AF6-4097-B9D6-8A6C8E1C8B2E}">
      <dsp:nvSpPr>
        <dsp:cNvPr id="0" name=""/>
        <dsp:cNvSpPr/>
      </dsp:nvSpPr>
      <dsp:spPr>
        <a:xfrm>
          <a:off x="2163046" y="173509"/>
          <a:ext cx="2218078" cy="676243"/>
        </a:xfrm>
        <a:prstGeom prst="rect">
          <a:avLst/>
        </a:prstGeom>
        <a:solidFill>
          <a:srgbClr val="BABAB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noProof="0">
              <a:latin typeface="DM Sans" pitchFamily="2" charset="0"/>
            </a:rPr>
            <a:t>Modelo de la información</a:t>
          </a:r>
        </a:p>
      </dsp:txBody>
      <dsp:txXfrm>
        <a:off x="2163046" y="173509"/>
        <a:ext cx="2218078" cy="676243"/>
      </dsp:txXfrm>
    </dsp:sp>
    <dsp:sp modelId="{5926E740-7C1C-40B3-B14F-E403BC33CE0B}">
      <dsp:nvSpPr>
        <dsp:cNvPr id="0" name=""/>
        <dsp:cNvSpPr/>
      </dsp:nvSpPr>
      <dsp:spPr>
        <a:xfrm>
          <a:off x="2163046" y="1018814"/>
          <a:ext cx="2218078" cy="676243"/>
        </a:xfrm>
        <a:prstGeom prst="rect">
          <a:avLst/>
        </a:prstGeom>
        <a:solidFill>
          <a:srgbClr val="BABAB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noProof="0">
              <a:latin typeface="DM Sans" pitchFamily="2" charset="0"/>
            </a:rPr>
            <a:t>Diseño lógico y físico</a:t>
          </a:r>
        </a:p>
      </dsp:txBody>
      <dsp:txXfrm>
        <a:off x="2163046" y="1018814"/>
        <a:ext cx="2218078" cy="676243"/>
      </dsp:txXfrm>
    </dsp:sp>
    <dsp:sp modelId="{3993C299-B931-41B5-8A78-8303B87F9A18}">
      <dsp:nvSpPr>
        <dsp:cNvPr id="0" name=""/>
        <dsp:cNvSpPr/>
      </dsp:nvSpPr>
      <dsp:spPr>
        <a:xfrm>
          <a:off x="2163046" y="1864118"/>
          <a:ext cx="2218078" cy="676243"/>
        </a:xfrm>
        <a:prstGeom prst="rect">
          <a:avLst/>
        </a:prstGeom>
        <a:solidFill>
          <a:srgbClr val="BABAB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noProof="0">
              <a:latin typeface="DM Sans" pitchFamily="2" charset="0"/>
            </a:rPr>
            <a:t>Diagrama identidad-relación</a:t>
          </a:r>
        </a:p>
      </dsp:txBody>
      <dsp:txXfrm>
        <a:off x="2163046" y="1864118"/>
        <a:ext cx="2218078" cy="676243"/>
      </dsp:txXfrm>
    </dsp:sp>
    <dsp:sp modelId="{32E46414-18F1-46D5-8FD3-318993461705}">
      <dsp:nvSpPr>
        <dsp:cNvPr id="0" name=""/>
        <dsp:cNvSpPr/>
      </dsp:nvSpPr>
      <dsp:spPr>
        <a:xfrm>
          <a:off x="2163046" y="2709422"/>
          <a:ext cx="2218078" cy="676243"/>
        </a:xfrm>
        <a:prstGeom prst="rect">
          <a:avLst/>
        </a:prstGeom>
        <a:solidFill>
          <a:srgbClr val="BABAB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noProof="0">
              <a:latin typeface="DM Sans" pitchFamily="2" charset="0"/>
            </a:rPr>
            <a:t>Programación e implementación</a:t>
          </a:r>
        </a:p>
      </dsp:txBody>
      <dsp:txXfrm>
        <a:off x="2163046" y="2709422"/>
        <a:ext cx="2218078" cy="676243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E238D9-7839-4798-9B8E-BAFB7403265F}">
      <dsp:nvSpPr>
        <dsp:cNvPr id="0" name=""/>
        <dsp:cNvSpPr/>
      </dsp:nvSpPr>
      <dsp:spPr>
        <a:xfrm>
          <a:off x="3611181" y="2265198"/>
          <a:ext cx="2835654" cy="44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551"/>
              </a:lnTo>
              <a:lnTo>
                <a:pt x="2835654" y="306551"/>
              </a:lnTo>
              <a:lnTo>
                <a:pt x="2835654" y="449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906E09-0C27-4649-8CFC-9939E486431B}">
      <dsp:nvSpPr>
        <dsp:cNvPr id="0" name=""/>
        <dsp:cNvSpPr/>
      </dsp:nvSpPr>
      <dsp:spPr>
        <a:xfrm>
          <a:off x="3611181" y="2265198"/>
          <a:ext cx="945218" cy="449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551"/>
              </a:lnTo>
              <a:lnTo>
                <a:pt x="945218" y="306551"/>
              </a:lnTo>
              <a:lnTo>
                <a:pt x="945218" y="449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D5E0F9-5E92-4827-9582-A0F473E8CE69}">
      <dsp:nvSpPr>
        <dsp:cNvPr id="0" name=""/>
        <dsp:cNvSpPr/>
      </dsp:nvSpPr>
      <dsp:spPr>
        <a:xfrm>
          <a:off x="2665963" y="2265198"/>
          <a:ext cx="945218" cy="449837"/>
        </a:xfrm>
        <a:custGeom>
          <a:avLst/>
          <a:gdLst/>
          <a:ahLst/>
          <a:cxnLst/>
          <a:rect l="0" t="0" r="0" b="0"/>
          <a:pathLst>
            <a:path>
              <a:moveTo>
                <a:pt x="945218" y="0"/>
              </a:moveTo>
              <a:lnTo>
                <a:pt x="945218" y="306551"/>
              </a:lnTo>
              <a:lnTo>
                <a:pt x="0" y="306551"/>
              </a:lnTo>
              <a:lnTo>
                <a:pt x="0" y="449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57819D-B26C-4A84-9BDF-E4872F71EBD6}">
      <dsp:nvSpPr>
        <dsp:cNvPr id="0" name=""/>
        <dsp:cNvSpPr/>
      </dsp:nvSpPr>
      <dsp:spPr>
        <a:xfrm>
          <a:off x="775526" y="2265198"/>
          <a:ext cx="2835654" cy="449837"/>
        </a:xfrm>
        <a:custGeom>
          <a:avLst/>
          <a:gdLst/>
          <a:ahLst/>
          <a:cxnLst/>
          <a:rect l="0" t="0" r="0" b="0"/>
          <a:pathLst>
            <a:path>
              <a:moveTo>
                <a:pt x="2835654" y="0"/>
              </a:moveTo>
              <a:lnTo>
                <a:pt x="2835654" y="306551"/>
              </a:lnTo>
              <a:lnTo>
                <a:pt x="0" y="306551"/>
              </a:lnTo>
              <a:lnTo>
                <a:pt x="0" y="4498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B455FD-BFB6-4092-AA50-ED869D1FA300}">
      <dsp:nvSpPr>
        <dsp:cNvPr id="0" name=""/>
        <dsp:cNvSpPr/>
      </dsp:nvSpPr>
      <dsp:spPr>
        <a:xfrm>
          <a:off x="2837821" y="1283030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057414-238A-4D06-A4DF-1F3D9ECC9AE0}">
      <dsp:nvSpPr>
        <dsp:cNvPr id="0" name=""/>
        <dsp:cNvSpPr/>
      </dsp:nvSpPr>
      <dsp:spPr>
        <a:xfrm>
          <a:off x="3009679" y="1446295"/>
          <a:ext cx="1546720" cy="982167"/>
        </a:xfrm>
        <a:prstGeom prst="roundRect">
          <a:avLst>
            <a:gd name="adj" fmla="val 10000"/>
          </a:avLst>
        </a:prstGeom>
        <a:solidFill>
          <a:schemeClr val="bg2">
            <a:lumMod val="50000"/>
            <a:alpha val="9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Sistema para gestión y monitoreo de inventario</a:t>
          </a:r>
        </a:p>
      </dsp:txBody>
      <dsp:txXfrm>
        <a:off x="3038446" y="1475062"/>
        <a:ext cx="1489186" cy="924633"/>
      </dsp:txXfrm>
    </dsp:sp>
    <dsp:sp modelId="{3008E7CD-F265-46A8-AF5C-88F6EEC3C3F4}">
      <dsp:nvSpPr>
        <dsp:cNvPr id="0" name=""/>
        <dsp:cNvSpPr/>
      </dsp:nvSpPr>
      <dsp:spPr>
        <a:xfrm>
          <a:off x="2166" y="2715036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B781CE5-6375-4846-9B96-23199D5E2C2D}">
      <dsp:nvSpPr>
        <dsp:cNvPr id="0" name=""/>
        <dsp:cNvSpPr/>
      </dsp:nvSpPr>
      <dsp:spPr>
        <a:xfrm>
          <a:off x="174024" y="2878301"/>
          <a:ext cx="1546720" cy="982167"/>
        </a:xfrm>
        <a:prstGeom prst="roundRect">
          <a:avLst>
            <a:gd name="adj" fmla="val 10000"/>
          </a:avLst>
        </a:prstGeom>
        <a:solidFill>
          <a:srgbClr val="00B050">
            <a:alpha val="90000"/>
          </a:srgb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Robot móvil</a:t>
          </a:r>
        </a:p>
      </dsp:txBody>
      <dsp:txXfrm>
        <a:off x="202791" y="2907068"/>
        <a:ext cx="1489186" cy="924633"/>
      </dsp:txXfrm>
    </dsp:sp>
    <dsp:sp modelId="{ABE72333-4FCC-417C-A51E-877FAAF5D395}">
      <dsp:nvSpPr>
        <dsp:cNvPr id="0" name=""/>
        <dsp:cNvSpPr/>
      </dsp:nvSpPr>
      <dsp:spPr>
        <a:xfrm>
          <a:off x="1892602" y="2715036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DD09B1D-F7AD-445E-8A04-77B55A7B003C}">
      <dsp:nvSpPr>
        <dsp:cNvPr id="0" name=""/>
        <dsp:cNvSpPr/>
      </dsp:nvSpPr>
      <dsp:spPr>
        <a:xfrm>
          <a:off x="2064460" y="2878301"/>
          <a:ext cx="1546720" cy="982167"/>
        </a:xfrm>
        <a:prstGeom prst="roundRect">
          <a:avLst>
            <a:gd name="adj" fmla="val 10000"/>
          </a:avLst>
        </a:prstGeom>
        <a:solidFill>
          <a:srgbClr val="8F45C7">
            <a:alpha val="89804"/>
          </a:srgb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Distribución de la bodega</a:t>
          </a:r>
        </a:p>
      </dsp:txBody>
      <dsp:txXfrm>
        <a:off x="2093227" y="2907068"/>
        <a:ext cx="1489186" cy="924633"/>
      </dsp:txXfrm>
    </dsp:sp>
    <dsp:sp modelId="{A80E332D-A839-46B6-BBF8-E5E1B2ACF3B5}">
      <dsp:nvSpPr>
        <dsp:cNvPr id="0" name=""/>
        <dsp:cNvSpPr/>
      </dsp:nvSpPr>
      <dsp:spPr>
        <a:xfrm>
          <a:off x="3783039" y="2715036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6AC45A-8B5C-42C6-8553-04B2AB58F071}">
      <dsp:nvSpPr>
        <dsp:cNvPr id="0" name=""/>
        <dsp:cNvSpPr/>
      </dsp:nvSpPr>
      <dsp:spPr>
        <a:xfrm>
          <a:off x="3954897" y="2878301"/>
          <a:ext cx="1546720" cy="982167"/>
        </a:xfrm>
        <a:prstGeom prst="roundRect">
          <a:avLst>
            <a:gd name="adj" fmla="val 10000"/>
          </a:avLst>
        </a:prstGeom>
        <a:solidFill>
          <a:schemeClr val="bg1">
            <a:lumMod val="50000"/>
            <a:alpha val="9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Base de datos</a:t>
          </a:r>
        </a:p>
      </dsp:txBody>
      <dsp:txXfrm>
        <a:off x="3983664" y="2907068"/>
        <a:ext cx="1489186" cy="924633"/>
      </dsp:txXfrm>
    </dsp:sp>
    <dsp:sp modelId="{C669F5C1-2A93-47F9-8F9E-01A5162F9716}">
      <dsp:nvSpPr>
        <dsp:cNvPr id="0" name=""/>
        <dsp:cNvSpPr/>
      </dsp:nvSpPr>
      <dsp:spPr>
        <a:xfrm>
          <a:off x="5673476" y="2715036"/>
          <a:ext cx="1546720" cy="982167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CDB813F-E29D-427D-9FDA-7F9DC0F58329}">
      <dsp:nvSpPr>
        <dsp:cNvPr id="0" name=""/>
        <dsp:cNvSpPr/>
      </dsp:nvSpPr>
      <dsp:spPr>
        <a:xfrm>
          <a:off x="5845333" y="2878301"/>
          <a:ext cx="1546720" cy="982167"/>
        </a:xfrm>
        <a:prstGeom prst="roundRect">
          <a:avLst>
            <a:gd name="adj" fmla="val 10000"/>
          </a:avLst>
        </a:prstGeom>
        <a:solidFill>
          <a:srgbClr val="FFC000">
            <a:alpha val="90000"/>
          </a:srgb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300" kern="1200" noProof="0">
              <a:solidFill>
                <a:schemeClr val="bg1"/>
              </a:solidFill>
              <a:latin typeface="DM Sans" pitchFamily="2" charset="0"/>
            </a:rPr>
            <a:t>Protocolo de pruebas</a:t>
          </a:r>
        </a:p>
      </dsp:txBody>
      <dsp:txXfrm>
        <a:off x="5874100" y="2907068"/>
        <a:ext cx="1489186" cy="924633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9C0ED-6289-4441-8FB3-D427A785E72E}">
      <dsp:nvSpPr>
        <dsp:cNvPr id="0" name=""/>
        <dsp:cNvSpPr/>
      </dsp:nvSpPr>
      <dsp:spPr>
        <a:xfrm>
          <a:off x="1719430" y="1779588"/>
          <a:ext cx="443615" cy="4226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1807" y="0"/>
              </a:lnTo>
              <a:lnTo>
                <a:pt x="221807" y="422652"/>
              </a:lnTo>
              <a:lnTo>
                <a:pt x="443615" y="4226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>
            <a:latin typeface="DM Sans" pitchFamily="2" charset="0"/>
          </a:endParaRPr>
        </a:p>
      </dsp:txBody>
      <dsp:txXfrm>
        <a:off x="1925920" y="1975595"/>
        <a:ext cx="30636" cy="30636"/>
      </dsp:txXfrm>
    </dsp:sp>
    <dsp:sp modelId="{9F5D1681-C826-4461-B59F-27FC7EFA17CA}">
      <dsp:nvSpPr>
        <dsp:cNvPr id="0" name=""/>
        <dsp:cNvSpPr/>
      </dsp:nvSpPr>
      <dsp:spPr>
        <a:xfrm>
          <a:off x="1719430" y="1356935"/>
          <a:ext cx="443615" cy="422652"/>
        </a:xfrm>
        <a:custGeom>
          <a:avLst/>
          <a:gdLst/>
          <a:ahLst/>
          <a:cxnLst/>
          <a:rect l="0" t="0" r="0" b="0"/>
          <a:pathLst>
            <a:path>
              <a:moveTo>
                <a:pt x="0" y="422652"/>
              </a:moveTo>
              <a:lnTo>
                <a:pt x="221807" y="422652"/>
              </a:lnTo>
              <a:lnTo>
                <a:pt x="221807" y="0"/>
              </a:lnTo>
              <a:lnTo>
                <a:pt x="443615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500" kern="1200" noProof="0">
            <a:latin typeface="DM Sans" pitchFamily="2" charset="0"/>
          </a:endParaRPr>
        </a:p>
      </dsp:txBody>
      <dsp:txXfrm>
        <a:off x="1925920" y="1552943"/>
        <a:ext cx="30636" cy="30636"/>
      </dsp:txXfrm>
    </dsp:sp>
    <dsp:sp modelId="{00AB0F25-9CDF-4937-9A55-C9CBA31F1A3B}">
      <dsp:nvSpPr>
        <dsp:cNvPr id="0" name=""/>
        <dsp:cNvSpPr/>
      </dsp:nvSpPr>
      <dsp:spPr>
        <a:xfrm rot="16200000">
          <a:off x="-398279" y="1441466"/>
          <a:ext cx="3559176" cy="676243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100" kern="1200" noProof="0">
              <a:latin typeface="DM Sans" pitchFamily="2" charset="0"/>
            </a:rPr>
            <a:t>Etapa 4</a:t>
          </a:r>
        </a:p>
      </dsp:txBody>
      <dsp:txXfrm>
        <a:off x="-398279" y="1441466"/>
        <a:ext cx="3559176" cy="676243"/>
      </dsp:txXfrm>
    </dsp:sp>
    <dsp:sp modelId="{DEC77B91-4AF6-4097-B9D6-8A6C8E1C8B2E}">
      <dsp:nvSpPr>
        <dsp:cNvPr id="0" name=""/>
        <dsp:cNvSpPr/>
      </dsp:nvSpPr>
      <dsp:spPr>
        <a:xfrm>
          <a:off x="2163046" y="1018814"/>
          <a:ext cx="2218078" cy="676243"/>
        </a:xfrm>
        <a:prstGeom prst="rect">
          <a:avLst/>
        </a:prstGeom>
        <a:solidFill>
          <a:srgbClr val="FFD75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noProof="0">
              <a:latin typeface="DM Sans" pitchFamily="2" charset="0"/>
            </a:rPr>
            <a:t>Validación técnica del robot móvil</a:t>
          </a:r>
        </a:p>
      </dsp:txBody>
      <dsp:txXfrm>
        <a:off x="2163046" y="1018814"/>
        <a:ext cx="2218078" cy="676243"/>
      </dsp:txXfrm>
    </dsp:sp>
    <dsp:sp modelId="{5926E740-7C1C-40B3-B14F-E403BC33CE0B}">
      <dsp:nvSpPr>
        <dsp:cNvPr id="0" name=""/>
        <dsp:cNvSpPr/>
      </dsp:nvSpPr>
      <dsp:spPr>
        <a:xfrm>
          <a:off x="2163046" y="1864118"/>
          <a:ext cx="2218078" cy="676243"/>
        </a:xfrm>
        <a:prstGeom prst="rect">
          <a:avLst/>
        </a:prstGeom>
        <a:solidFill>
          <a:srgbClr val="FFD75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kern="1200" noProof="0">
              <a:latin typeface="DM Sans" pitchFamily="2" charset="0"/>
            </a:rPr>
            <a:t>Validación de la base de datos</a:t>
          </a:r>
        </a:p>
      </dsp:txBody>
      <dsp:txXfrm>
        <a:off x="2163046" y="1864118"/>
        <a:ext cx="2218078" cy="6762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0d1d5e8f9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90" name="Google Shape;190;g10d1d5e8f9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06" name="Google Shape;20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0D14C2CC-742A-C7DD-AAE2-0D703FC97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e329c1a26_0_10:notes">
            <a:extLst>
              <a:ext uri="{FF2B5EF4-FFF2-40B4-BE49-F238E27FC236}">
                <a16:creationId xmlns:a16="http://schemas.microsoft.com/office/drawing/2014/main" id="{E1C2CB4A-28C9-C53C-6F94-6D5E7568B6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0" name="Google Shape;240;g11e329c1a26_0_10:notes">
            <a:extLst>
              <a:ext uri="{FF2B5EF4-FFF2-40B4-BE49-F238E27FC236}">
                <a16:creationId xmlns:a16="http://schemas.microsoft.com/office/drawing/2014/main" id="{0E89CC67-807E-185E-7BBE-592D31748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942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1e329c1a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6" name="Google Shape;276;g11e329c1a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i="1"/>
              <a:t>"Para comenzar, nuestro proyecto se desarrolla junto a Impacta Comercializadora S.A.S., un aliado comercial de Unilever Andina que distribuye productos de aseo personal, hogar y alimentos en establecimientos no especializados. Dentro de su operación identificamos un reto común en muchas empresas del sector: la inexactitud en el registro de inventario o IRI.“</a:t>
            </a:r>
          </a:p>
          <a:p>
            <a:pPr marL="158750" indent="0">
              <a:buNone/>
            </a:pPr>
            <a:endParaRPr lang="es-ES"/>
          </a:p>
          <a:p>
            <a:r>
              <a:rPr lang="es-ES" i="1"/>
              <a:t>"Según la literatura, cerca del 65% de los minoristas presentan inconsistencias entre lo físico y lo registrado. Esto puede generar pérdidas anuales millonarias, y se estima que incluso un 1% de mercancía no contabilizada puede significar hasta un 17% en ventas perdidas.“</a:t>
            </a:r>
          </a:p>
          <a:p>
            <a:pPr marL="158750" indent="0">
              <a:buNone/>
            </a:pPr>
            <a:endParaRPr lang="es-ES"/>
          </a:p>
          <a:p>
            <a:r>
              <a:rPr lang="es-ES" i="1"/>
              <a:t>"En el caso de Impacta, estas inexactitudes se ven reflejadas en sobreestimaciones, órdenes tardías, o producto físicamente presente pero no registrado, lo que afecta la eficiencia operativa y la toma de decisiones.</a:t>
            </a:r>
          </a:p>
          <a:p>
            <a:pPr marL="158750" indent="0">
              <a:buNone/>
            </a:pPr>
            <a:endParaRPr lang="es-ES" i="1"/>
          </a:p>
          <a:p>
            <a:r>
              <a:rPr lang="es-ES" i="1"/>
              <a:t>A partir de este contexto surge la necesidad de una solución tecnológica que permita un control más preciso, frecuente y confiable del inventario."</a:t>
            </a:r>
            <a:endParaRPr lang="es-ES"/>
          </a:p>
          <a:p>
            <a:pPr marL="158750" indent="0">
              <a:buNone/>
            </a:pPr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19AAF5CA-B5B3-CF27-5A8F-EE5A6871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e329c1a26_0_10:notes">
            <a:extLst>
              <a:ext uri="{FF2B5EF4-FFF2-40B4-BE49-F238E27FC236}">
                <a16:creationId xmlns:a16="http://schemas.microsoft.com/office/drawing/2014/main" id="{F58FA144-1EFB-9F76-DCD7-35E53D9CC2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0" name="Google Shape;240;g11e329c1a26_0_10:notes">
            <a:extLst>
              <a:ext uri="{FF2B5EF4-FFF2-40B4-BE49-F238E27FC236}">
                <a16:creationId xmlns:a16="http://schemas.microsoft.com/office/drawing/2014/main" id="{9F7070AE-6B15-2803-FAFE-6F6E1D0F46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9787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1e329c1a26_0_10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04" name="Google Shape;304;g11e329c1a26_0_10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8491D1D1-31F5-8378-C2C5-F7AFBEB6E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e329c1a26_0_10:notes">
            <a:extLst>
              <a:ext uri="{FF2B5EF4-FFF2-40B4-BE49-F238E27FC236}">
                <a16:creationId xmlns:a16="http://schemas.microsoft.com/office/drawing/2014/main" id="{FA56B7B3-05C9-8E4B-3AA2-47DA9E1A67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0" name="Google Shape;240;g11e329c1a26_0_10:notes">
            <a:extLst>
              <a:ext uri="{FF2B5EF4-FFF2-40B4-BE49-F238E27FC236}">
                <a16:creationId xmlns:a16="http://schemas.microsoft.com/office/drawing/2014/main" id="{57E3DE01-0C39-8D59-3BD1-F4764018A7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5236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A1C24258-103B-1C9D-8C99-BB54E90C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1e925fd722_0_61:notes">
            <a:extLst>
              <a:ext uri="{FF2B5EF4-FFF2-40B4-BE49-F238E27FC236}">
                <a16:creationId xmlns:a16="http://schemas.microsoft.com/office/drawing/2014/main" id="{66658A4B-4F0B-2C90-9F59-16BA1D8A4E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8" name="Google Shape;358;g11e925fd722_0_61:notes">
            <a:extLst>
              <a:ext uri="{FF2B5EF4-FFF2-40B4-BE49-F238E27FC236}">
                <a16:creationId xmlns:a16="http://schemas.microsoft.com/office/drawing/2014/main" id="{10219DB8-0D02-068C-5B18-1C9A8D0847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1322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04B64C66-64C5-738F-D97C-1BAE8A030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1e925fd722_0_61:notes">
            <a:extLst>
              <a:ext uri="{FF2B5EF4-FFF2-40B4-BE49-F238E27FC236}">
                <a16:creationId xmlns:a16="http://schemas.microsoft.com/office/drawing/2014/main" id="{249B7AC9-F44F-EEE4-E979-AE109AA9B1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8" name="Google Shape;358;g11e925fd722_0_61:notes">
            <a:extLst>
              <a:ext uri="{FF2B5EF4-FFF2-40B4-BE49-F238E27FC236}">
                <a16:creationId xmlns:a16="http://schemas.microsoft.com/office/drawing/2014/main" id="{86B37E65-5F00-14B3-353D-BC43C44D34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3177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A5C6B118-8E08-5798-C617-C2B1FE09A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1e925fd722_0_61:notes">
            <a:extLst>
              <a:ext uri="{FF2B5EF4-FFF2-40B4-BE49-F238E27FC236}">
                <a16:creationId xmlns:a16="http://schemas.microsoft.com/office/drawing/2014/main" id="{27FB6095-0E5A-7294-1DFA-D69DE10F6E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8" name="Google Shape;358;g11e925fd722_0_61:notes">
            <a:extLst>
              <a:ext uri="{FF2B5EF4-FFF2-40B4-BE49-F238E27FC236}">
                <a16:creationId xmlns:a16="http://schemas.microsoft.com/office/drawing/2014/main" id="{2EAB4742-9AA5-6475-FFFF-0F66A60C5A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8443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83F90FD8-DEE5-E5B9-8A43-A4513785D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1e925fd722_0_61:notes">
            <a:extLst>
              <a:ext uri="{FF2B5EF4-FFF2-40B4-BE49-F238E27FC236}">
                <a16:creationId xmlns:a16="http://schemas.microsoft.com/office/drawing/2014/main" id="{989CD06B-CC93-62EC-6FB1-E122FB700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8" name="Google Shape;358;g11e925fd722_0_61:notes">
            <a:extLst>
              <a:ext uri="{FF2B5EF4-FFF2-40B4-BE49-F238E27FC236}">
                <a16:creationId xmlns:a16="http://schemas.microsoft.com/office/drawing/2014/main" id="{BAF52CCF-0787-3EEF-D246-4420CEFFAC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8169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5BB3B972-F233-111A-760E-0D41262BE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e329c1a26_0_10:notes">
            <a:extLst>
              <a:ext uri="{FF2B5EF4-FFF2-40B4-BE49-F238E27FC236}">
                <a16:creationId xmlns:a16="http://schemas.microsoft.com/office/drawing/2014/main" id="{7EAD3B03-E332-EA04-E38E-3B61C04E09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0" name="Google Shape;240;g11e329c1a26_0_10:notes">
            <a:extLst>
              <a:ext uri="{FF2B5EF4-FFF2-40B4-BE49-F238E27FC236}">
                <a16:creationId xmlns:a16="http://schemas.microsoft.com/office/drawing/2014/main" id="{50E37A95-F643-7A27-1274-3B25E3D99E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8283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1e329c1a26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7" name="Google Shape;247;g11e329c1a26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5CCFF25C-EBF6-0935-A9A8-4BA3479C5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e329c1a26_0_10:notes">
            <a:extLst>
              <a:ext uri="{FF2B5EF4-FFF2-40B4-BE49-F238E27FC236}">
                <a16:creationId xmlns:a16="http://schemas.microsoft.com/office/drawing/2014/main" id="{1C311110-8256-E7D7-D566-378F77CE8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0" name="Google Shape;240;g11e329c1a26_0_10:notes">
            <a:extLst>
              <a:ext uri="{FF2B5EF4-FFF2-40B4-BE49-F238E27FC236}">
                <a16:creationId xmlns:a16="http://schemas.microsoft.com/office/drawing/2014/main" id="{26B5A0A9-55B8-9843-FC7A-141F61F345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/>
              <a:t>"Para esta etapa realizamos un análisis del estado del arte enfocado en tecnologías para el inventariado automatizado.</a:t>
            </a:r>
            <a:br>
              <a:rPr lang="es-ES"/>
            </a:br>
            <a:r>
              <a:rPr lang="es-ES"/>
              <a:t>A nivel general encontramos que la mayoría de soluciones buscan resolver tres problemas comunes: reducir el tiempo del inventario, disminuir errores humanos y ofrecer información en tiempo real."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24773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366373B9-7A3A-CF48-8B90-8D436132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54dda1946d_6_332:notes">
            <a:extLst>
              <a:ext uri="{FF2B5EF4-FFF2-40B4-BE49-F238E27FC236}">
                <a16:creationId xmlns:a16="http://schemas.microsoft.com/office/drawing/2014/main" id="{23623546-191A-87A6-5E65-E149DB57AB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3" name="Google Shape;283;g54dda1946d_6_332:notes">
            <a:extLst>
              <a:ext uri="{FF2B5EF4-FFF2-40B4-BE49-F238E27FC236}">
                <a16:creationId xmlns:a16="http://schemas.microsoft.com/office/drawing/2014/main" id="{4B656863-21CB-7E84-B233-DA92C8C29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/>
              <a:t>"La primera tendencia son los sistemas </a:t>
            </a:r>
            <a:r>
              <a:rPr lang="es-ES" err="1"/>
              <a:t>semi-automatizados</a:t>
            </a:r>
            <a:r>
              <a:rPr lang="es-ES"/>
              <a:t> como el proyecto WIND, que combina cámara, láser y </a:t>
            </a:r>
            <a:r>
              <a:rPr lang="es-ES" err="1"/>
              <a:t>encoder</a:t>
            </a:r>
            <a:r>
              <a:rPr lang="es-ES"/>
              <a:t>.</a:t>
            </a:r>
            <a:br>
              <a:rPr lang="es-ES"/>
            </a:br>
            <a:r>
              <a:rPr lang="es-ES"/>
              <a:t>Mejoran la velocidad y reducen riesgos, pero aún dependen del operador.</a:t>
            </a:r>
            <a:br>
              <a:rPr lang="es-ES"/>
            </a:br>
            <a:r>
              <a:rPr lang="es-ES"/>
              <a:t>Esto nos mostró que una solución útil debe apuntar a una autonomía mayor y no solo a asistir al operario.“</a:t>
            </a:r>
            <a:br>
              <a:rPr lang="es-ES"/>
            </a:br>
            <a:endParaRPr lang="es-ES"/>
          </a:p>
          <a:p>
            <a:r>
              <a:rPr lang="es-ES"/>
              <a:t>"Luego analizamos propuestas basadas en visión artificial, con imágenes RGB-D y modelos como YOLO o </a:t>
            </a:r>
            <a:r>
              <a:rPr lang="es-ES" err="1"/>
              <a:t>CycleGAN</a:t>
            </a:r>
            <a:r>
              <a:rPr lang="es-ES"/>
              <a:t>, que alcanzan precisiones superiores al 98% en reconocimiento de productos.</a:t>
            </a:r>
            <a:br>
              <a:rPr lang="es-ES"/>
            </a:br>
            <a:r>
              <a:rPr lang="es-ES"/>
              <a:t>Aquí aprendimos que la visión artificial está lo suficientemente madura como para utilizarla en inventarios con alta precisión, lo cual respalda la inclusión de una cámara y un modelo de detección en nuestro robot."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046852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57EEB209-D289-B7D9-CA76-B21C68698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54dda1946d_6_332:notes">
            <a:extLst>
              <a:ext uri="{FF2B5EF4-FFF2-40B4-BE49-F238E27FC236}">
                <a16:creationId xmlns:a16="http://schemas.microsoft.com/office/drawing/2014/main" id="{F0CF0062-10A8-DDC8-ECF8-CF4890A369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3" name="Google Shape;283;g54dda1946d_6_332:notes">
            <a:extLst>
              <a:ext uri="{FF2B5EF4-FFF2-40B4-BE49-F238E27FC236}">
                <a16:creationId xmlns:a16="http://schemas.microsoft.com/office/drawing/2014/main" id="{799C4A93-4ECA-B8F4-FD32-EDCDD68DEB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/>
              <a:t>"También revisamos robots móviles autónomos que usan </a:t>
            </a:r>
            <a:r>
              <a:rPr lang="es-ES" err="1"/>
              <a:t>odometría</a:t>
            </a:r>
            <a:r>
              <a:rPr lang="es-ES"/>
              <a:t>, IMU, </a:t>
            </a:r>
            <a:r>
              <a:rPr lang="es-ES" err="1"/>
              <a:t>LiDAR</a:t>
            </a:r>
            <a:r>
              <a:rPr lang="es-ES"/>
              <a:t> y algoritmos como EKF o AMCL dentro de ROS.</a:t>
            </a:r>
            <a:br>
              <a:rPr lang="es-ES"/>
            </a:br>
            <a:r>
              <a:rPr lang="es-ES"/>
              <a:t>Estos sistemas han demostrado navegación muy precisa en pasillos definidos.</a:t>
            </a:r>
            <a:br>
              <a:rPr lang="es-ES"/>
            </a:br>
            <a:r>
              <a:rPr lang="es-ES"/>
              <a:t>Esto nos confirmó que un enfoque AMR es adecuado y que podemos construir una navegación confiable sin recurrir a hardware costoso.“</a:t>
            </a:r>
          </a:p>
          <a:p>
            <a:endParaRPr lang="es-ES"/>
          </a:p>
          <a:p>
            <a:r>
              <a:rPr lang="es-ES"/>
              <a:t>"Por último, revisamos soluciones con RFID e </a:t>
            </a:r>
            <a:r>
              <a:rPr lang="es-ES" err="1"/>
              <a:t>IoT</a:t>
            </a:r>
            <a:r>
              <a:rPr lang="es-ES"/>
              <a:t> que logran exactitudes del 97% y reducen hasta el 80% del tiempo de inventario.</a:t>
            </a:r>
            <a:br>
              <a:rPr lang="es-ES"/>
            </a:br>
            <a:r>
              <a:rPr lang="es-ES"/>
              <a:t>De aquí aprendimos la importancia de la sincronización en tiempo real y la trazabilidad, lo cual motivó la capa </a:t>
            </a:r>
            <a:r>
              <a:rPr lang="es-ES" err="1"/>
              <a:t>IoT</a:t>
            </a:r>
            <a:r>
              <a:rPr lang="es-ES"/>
              <a:t> en nuestra propuesta."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46656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A43D04F2-544D-8143-70FE-2908FC04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54dda1946d_6_332:notes">
            <a:extLst>
              <a:ext uri="{FF2B5EF4-FFF2-40B4-BE49-F238E27FC236}">
                <a16:creationId xmlns:a16="http://schemas.microsoft.com/office/drawing/2014/main" id="{194AAA5F-3B84-7BB0-B7D4-9ED296DDE4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3" name="Google Shape;283;g54dda1946d_6_332:notes">
            <a:extLst>
              <a:ext uri="{FF2B5EF4-FFF2-40B4-BE49-F238E27FC236}">
                <a16:creationId xmlns:a16="http://schemas.microsoft.com/office/drawing/2014/main" id="{9D74BC8A-6CF4-456F-22FA-69D352F0A3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/>
              <a:t>"Comparando todo esto, los robots terrestres son robustos pero costosos y pensados para grandes industrias; y los drones, aunque útiles para estanterías altas, tienen límites por batería y seguridad.</a:t>
            </a:r>
            <a:br>
              <a:rPr lang="es-ES"/>
            </a:br>
            <a:r>
              <a:rPr lang="es-ES"/>
              <a:t>Esto revela una brecha clara: falta una solución accesible, autónoma y adaptable para PYMES y bodegas medianas."</a:t>
            </a:r>
            <a:br>
              <a:rPr lang="en-US"/>
            </a:br>
            <a:br>
              <a:rPr lang="en-US"/>
            </a:br>
            <a:r>
              <a:rPr lang="es-ES"/>
              <a:t>*"Con base en ese análisis, concluimos que el camino más viable para este proyecto es diseñar un robot móvil autónomo que combine:</a:t>
            </a:r>
          </a:p>
          <a:p>
            <a:pPr marL="158750" indent="0">
              <a:buNone/>
            </a:pPr>
            <a:endParaRPr lang="es-ES"/>
          </a:p>
          <a:p>
            <a:r>
              <a:rPr lang="es-ES"/>
              <a:t>navegación autónoma, visión artificial para detección de inventario, y conectividad </a:t>
            </a:r>
            <a:r>
              <a:rPr lang="es-ES" err="1"/>
              <a:t>IoT</a:t>
            </a:r>
            <a:r>
              <a:rPr lang="es-ES"/>
              <a:t> para sincronización en tiempo real."*</a:t>
            </a:r>
          </a:p>
          <a:p>
            <a:r>
              <a:rPr lang="es-ES" i="1"/>
              <a:t>"Esta combinación toma lo mejor de las soluciones existentes, elimina las dependencias humanas y reduce el costo de entrada para que sea una tecnología viable para el cliente."</a:t>
            </a:r>
            <a:endParaRPr lang="es-E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67231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C662E7E7-356E-0A58-4B36-9F1D5C724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e329c1a26_0_10:notes">
            <a:extLst>
              <a:ext uri="{FF2B5EF4-FFF2-40B4-BE49-F238E27FC236}">
                <a16:creationId xmlns:a16="http://schemas.microsoft.com/office/drawing/2014/main" id="{7FA9CC7F-0378-E896-7B36-68CB597F26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0" name="Google Shape;240;g11e329c1a26_0_10:notes">
            <a:extLst>
              <a:ext uri="{FF2B5EF4-FFF2-40B4-BE49-F238E27FC236}">
                <a16:creationId xmlns:a16="http://schemas.microsoft.com/office/drawing/2014/main" id="{0E761EC8-777F-A137-CBC3-3BC4C3E06D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13417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10991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977EE883-8BF6-4AF9-FB71-B7662B196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e329c1a26_0_10:notes">
            <a:extLst>
              <a:ext uri="{FF2B5EF4-FFF2-40B4-BE49-F238E27FC236}">
                <a16:creationId xmlns:a16="http://schemas.microsoft.com/office/drawing/2014/main" id="{2B6B3165-CB71-7690-794E-BA60F12B4A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0" name="Google Shape;240;g11e329c1a26_0_10:notes">
            <a:extLst>
              <a:ext uri="{FF2B5EF4-FFF2-40B4-BE49-F238E27FC236}">
                <a16:creationId xmlns:a16="http://schemas.microsoft.com/office/drawing/2014/main" id="{9C2D3636-78D3-4259-E910-5696A958D1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76583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DAC271E7-B082-3532-3C89-192A23DFB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e329c1a26_0_10:notes">
            <a:extLst>
              <a:ext uri="{FF2B5EF4-FFF2-40B4-BE49-F238E27FC236}">
                <a16:creationId xmlns:a16="http://schemas.microsoft.com/office/drawing/2014/main" id="{0C595F29-A211-9DEE-87B1-E3867607B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0" name="Google Shape;240;g11e329c1a26_0_10:notes">
            <a:extLst>
              <a:ext uri="{FF2B5EF4-FFF2-40B4-BE49-F238E27FC236}">
                <a16:creationId xmlns:a16="http://schemas.microsoft.com/office/drawing/2014/main" id="{A2920EC0-62D4-E48C-B004-FD6E81DC9B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65992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1e329c1a26_0_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20" name="Google Shape;720;g11e329c1a26_0_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EB9531DC-0763-01FC-DE45-8E0DA022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1e329c1a26_0_701:notes">
            <a:extLst>
              <a:ext uri="{FF2B5EF4-FFF2-40B4-BE49-F238E27FC236}">
                <a16:creationId xmlns:a16="http://schemas.microsoft.com/office/drawing/2014/main" id="{88222A4F-3DA4-E640-03C1-4EDCC66086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20" name="Google Shape;720;g11e329c1a26_0_701:notes">
            <a:extLst>
              <a:ext uri="{FF2B5EF4-FFF2-40B4-BE49-F238E27FC236}">
                <a16:creationId xmlns:a16="http://schemas.microsoft.com/office/drawing/2014/main" id="{7F216BDC-DC23-58DC-35C0-F206D2DF31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33208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133DCEB6-D7B1-ABAE-5C05-750C93109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1e329c1a26_0_701:notes">
            <a:extLst>
              <a:ext uri="{FF2B5EF4-FFF2-40B4-BE49-F238E27FC236}">
                <a16:creationId xmlns:a16="http://schemas.microsoft.com/office/drawing/2014/main" id="{2C647E0B-3277-765A-04B9-E83C66D21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20" name="Google Shape;720;g11e329c1a26_0_701:notes">
            <a:extLst>
              <a:ext uri="{FF2B5EF4-FFF2-40B4-BE49-F238E27FC236}">
                <a16:creationId xmlns:a16="http://schemas.microsoft.com/office/drawing/2014/main" id="{E445BA04-A872-42E4-0D5A-04D3250E5A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62406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973C9861-037C-E442-11AE-D3140B5A6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e329c1a26_0_10:notes">
            <a:extLst>
              <a:ext uri="{FF2B5EF4-FFF2-40B4-BE49-F238E27FC236}">
                <a16:creationId xmlns:a16="http://schemas.microsoft.com/office/drawing/2014/main" id="{71764444-FF02-FD7F-ECA2-B697393034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0" name="Google Shape;240;g11e329c1a26_0_10:notes">
            <a:extLst>
              <a:ext uri="{FF2B5EF4-FFF2-40B4-BE49-F238E27FC236}">
                <a16:creationId xmlns:a16="http://schemas.microsoft.com/office/drawing/2014/main" id="{57477953-B22E-9A83-04CC-920A23953E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33284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1e329c1a26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33" name="Google Shape;433;g11e329c1a26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C28551E5-5838-6DA6-80AA-01D4CC68D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1e329c1a26_0_300:notes">
            <a:extLst>
              <a:ext uri="{FF2B5EF4-FFF2-40B4-BE49-F238E27FC236}">
                <a16:creationId xmlns:a16="http://schemas.microsoft.com/office/drawing/2014/main" id="{5356FA80-914E-D1D0-18D8-F4D0D3423E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33" name="Google Shape;433;g11e329c1a26_0_300:notes">
            <a:extLst>
              <a:ext uri="{FF2B5EF4-FFF2-40B4-BE49-F238E27FC236}">
                <a16:creationId xmlns:a16="http://schemas.microsoft.com/office/drawing/2014/main" id="{5225D9E0-BF74-A610-EDD9-6CB2C0C3D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15424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BC37CF1F-EC66-F249-B39F-2B7608DF1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1e329c1a26_0_300:notes">
            <a:extLst>
              <a:ext uri="{FF2B5EF4-FFF2-40B4-BE49-F238E27FC236}">
                <a16:creationId xmlns:a16="http://schemas.microsoft.com/office/drawing/2014/main" id="{E1697B73-D55C-E40D-2503-161B08659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33" name="Google Shape;433;g11e329c1a26_0_300:notes">
            <a:extLst>
              <a:ext uri="{FF2B5EF4-FFF2-40B4-BE49-F238E27FC236}">
                <a16:creationId xmlns:a16="http://schemas.microsoft.com/office/drawing/2014/main" id="{7CB5734D-09CF-138B-5D5D-66A560393B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46687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0069C80B-0171-D764-121B-8A3467BF1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1e329c1a26_0_300:notes">
            <a:extLst>
              <a:ext uri="{FF2B5EF4-FFF2-40B4-BE49-F238E27FC236}">
                <a16:creationId xmlns:a16="http://schemas.microsoft.com/office/drawing/2014/main" id="{A9A79F6D-7ADA-16CE-C9BB-20B9170122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33" name="Google Shape;433;g11e329c1a26_0_300:notes">
            <a:extLst>
              <a:ext uri="{FF2B5EF4-FFF2-40B4-BE49-F238E27FC236}">
                <a16:creationId xmlns:a16="http://schemas.microsoft.com/office/drawing/2014/main" id="{D8598A87-A0DF-D34C-FCE0-A353CB76B6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5359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A4544198-B1FF-96E3-4772-B983C2210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e329c1a26_0_10:notes">
            <a:extLst>
              <a:ext uri="{FF2B5EF4-FFF2-40B4-BE49-F238E27FC236}">
                <a16:creationId xmlns:a16="http://schemas.microsoft.com/office/drawing/2014/main" id="{E0BBCD20-CE27-7FF3-027B-BDF152F23C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0" name="Google Shape;240;g11e329c1a26_0_10:notes">
            <a:extLst>
              <a:ext uri="{FF2B5EF4-FFF2-40B4-BE49-F238E27FC236}">
                <a16:creationId xmlns:a16="http://schemas.microsoft.com/office/drawing/2014/main" id="{8B10E186-E5CC-9CD3-6138-6ACF5D50A1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8098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1e329c1a26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20" name="Google Shape;420;g11e329c1a26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F7CE0686-08C1-25CE-1989-B621AE168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e329c1a26_0_10:notes">
            <a:extLst>
              <a:ext uri="{FF2B5EF4-FFF2-40B4-BE49-F238E27FC236}">
                <a16:creationId xmlns:a16="http://schemas.microsoft.com/office/drawing/2014/main" id="{C4030CD1-7C20-ED03-36D5-E291D98F55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0" name="Google Shape;240;g11e329c1a26_0_10:notes">
            <a:extLst>
              <a:ext uri="{FF2B5EF4-FFF2-40B4-BE49-F238E27FC236}">
                <a16:creationId xmlns:a16="http://schemas.microsoft.com/office/drawing/2014/main" id="{9A0144F4-847F-D342-A939-BEC3DBFD3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48765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54dda1946d_6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87" name="Google Shape;687;g54dda1946d_6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>
          <a:extLst>
            <a:ext uri="{FF2B5EF4-FFF2-40B4-BE49-F238E27FC236}">
              <a16:creationId xmlns:a16="http://schemas.microsoft.com/office/drawing/2014/main" id="{09331746-D5CC-2381-B24A-699E997E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54dda1946d_6_370:notes">
            <a:extLst>
              <a:ext uri="{FF2B5EF4-FFF2-40B4-BE49-F238E27FC236}">
                <a16:creationId xmlns:a16="http://schemas.microsoft.com/office/drawing/2014/main" id="{F58D81E3-0B05-5B9D-06E9-D7D6D2D240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87" name="Google Shape;687;g54dda1946d_6_370:notes">
            <a:extLst>
              <a:ext uri="{FF2B5EF4-FFF2-40B4-BE49-F238E27FC236}">
                <a16:creationId xmlns:a16="http://schemas.microsoft.com/office/drawing/2014/main" id="{256DD8C4-5B35-FAB7-AE70-7CD67FE466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77198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>
          <a:extLst>
            <a:ext uri="{FF2B5EF4-FFF2-40B4-BE49-F238E27FC236}">
              <a16:creationId xmlns:a16="http://schemas.microsoft.com/office/drawing/2014/main" id="{5FBA8954-439E-DCEA-6D94-FB3C1CB23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54dda1946d_6_370:notes">
            <a:extLst>
              <a:ext uri="{FF2B5EF4-FFF2-40B4-BE49-F238E27FC236}">
                <a16:creationId xmlns:a16="http://schemas.microsoft.com/office/drawing/2014/main" id="{D0BF6AF0-5DF3-59E2-EC28-0862826C9A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87" name="Google Shape;687;g54dda1946d_6_370:notes">
            <a:extLst>
              <a:ext uri="{FF2B5EF4-FFF2-40B4-BE49-F238E27FC236}">
                <a16:creationId xmlns:a16="http://schemas.microsoft.com/office/drawing/2014/main" id="{4A646D79-B8B5-854E-CB70-42E5AE903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56058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>
          <a:extLst>
            <a:ext uri="{FF2B5EF4-FFF2-40B4-BE49-F238E27FC236}">
              <a16:creationId xmlns:a16="http://schemas.microsoft.com/office/drawing/2014/main" id="{FD2C11BD-59D8-7D77-ECA1-A50605B7E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54dda1946d_6_370:notes">
            <a:extLst>
              <a:ext uri="{FF2B5EF4-FFF2-40B4-BE49-F238E27FC236}">
                <a16:creationId xmlns:a16="http://schemas.microsoft.com/office/drawing/2014/main" id="{D832515C-2ED0-271B-4176-6AD1D7DC6E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87" name="Google Shape;687;g54dda1946d_6_370:notes">
            <a:extLst>
              <a:ext uri="{FF2B5EF4-FFF2-40B4-BE49-F238E27FC236}">
                <a16:creationId xmlns:a16="http://schemas.microsoft.com/office/drawing/2014/main" id="{EF50B46A-FE7E-C395-518F-B3D43AC1D7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21114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>
          <a:extLst>
            <a:ext uri="{FF2B5EF4-FFF2-40B4-BE49-F238E27FC236}">
              <a16:creationId xmlns:a16="http://schemas.microsoft.com/office/drawing/2014/main" id="{628B3925-0B4F-56CC-0031-D65098AD4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54dda1946d_6_370:notes">
            <a:extLst>
              <a:ext uri="{FF2B5EF4-FFF2-40B4-BE49-F238E27FC236}">
                <a16:creationId xmlns:a16="http://schemas.microsoft.com/office/drawing/2014/main" id="{32B8FC5D-19DB-48AD-8E77-23DEB4C01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87" name="Google Shape;687;g54dda1946d_6_370:notes">
            <a:extLst>
              <a:ext uri="{FF2B5EF4-FFF2-40B4-BE49-F238E27FC236}">
                <a16:creationId xmlns:a16="http://schemas.microsoft.com/office/drawing/2014/main" id="{7EACE9E9-D0A8-5663-548C-B32910680A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88059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DFF115BE-FB60-FCDA-2988-A61D79754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e329c1a26_0_10:notes">
            <a:extLst>
              <a:ext uri="{FF2B5EF4-FFF2-40B4-BE49-F238E27FC236}">
                <a16:creationId xmlns:a16="http://schemas.microsoft.com/office/drawing/2014/main" id="{175EBF58-BEC4-1152-53D5-549A1BF4A3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0" name="Google Shape;240;g11e329c1a26_0_10:notes">
            <a:extLst>
              <a:ext uri="{FF2B5EF4-FFF2-40B4-BE49-F238E27FC236}">
                <a16:creationId xmlns:a16="http://schemas.microsoft.com/office/drawing/2014/main" id="{DFE7EE12-7BAA-EC64-A870-4CDB414E58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6618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1e329c1a2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2" name="Google Shape;392;g11e329c1a2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9280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28350" y="1524476"/>
            <a:ext cx="7287300" cy="162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500"/>
              <a:buFont typeface="Loved by the King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28050" y="3253324"/>
            <a:ext cx="72879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1590272" y="1620788"/>
            <a:ext cx="3076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2200" b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 idx="2"/>
          </p:nvPr>
        </p:nvSpPr>
        <p:spPr>
          <a:xfrm>
            <a:off x="1590272" y="3011338"/>
            <a:ext cx="3076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2200" b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1590272" y="3380362"/>
            <a:ext cx="30762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3"/>
          </p:nvPr>
        </p:nvSpPr>
        <p:spPr>
          <a:xfrm>
            <a:off x="1590272" y="1989812"/>
            <a:ext cx="30768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 idx="4"/>
          </p:nvPr>
        </p:nvSpPr>
        <p:spPr>
          <a:xfrm>
            <a:off x="720000" y="539500"/>
            <a:ext cx="77040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7114379" y="4747621"/>
            <a:ext cx="111863" cy="48162"/>
          </a:xfrm>
          <a:custGeom>
            <a:avLst/>
            <a:gdLst/>
            <a:ahLst/>
            <a:cxnLst/>
            <a:rect l="l" t="t" r="r" b="b"/>
            <a:pathLst>
              <a:path w="2966" h="1277" fill="none" extrusionOk="0">
                <a:moveTo>
                  <a:pt x="0" y="19"/>
                </a:moveTo>
                <a:lnTo>
                  <a:pt x="0" y="19"/>
                </a:lnTo>
                <a:lnTo>
                  <a:pt x="0" y="19"/>
                </a:lnTo>
                <a:lnTo>
                  <a:pt x="601" y="0"/>
                </a:lnTo>
                <a:lnTo>
                  <a:pt x="601" y="0"/>
                </a:lnTo>
                <a:lnTo>
                  <a:pt x="1220" y="19"/>
                </a:lnTo>
                <a:lnTo>
                  <a:pt x="1802" y="75"/>
                </a:lnTo>
                <a:lnTo>
                  <a:pt x="1802" y="75"/>
                </a:lnTo>
                <a:lnTo>
                  <a:pt x="2121" y="113"/>
                </a:lnTo>
                <a:lnTo>
                  <a:pt x="2308" y="150"/>
                </a:lnTo>
                <a:lnTo>
                  <a:pt x="2496" y="188"/>
                </a:lnTo>
                <a:lnTo>
                  <a:pt x="2684" y="263"/>
                </a:lnTo>
                <a:lnTo>
                  <a:pt x="2759" y="319"/>
                </a:lnTo>
                <a:lnTo>
                  <a:pt x="2834" y="376"/>
                </a:lnTo>
                <a:lnTo>
                  <a:pt x="2890" y="432"/>
                </a:lnTo>
                <a:lnTo>
                  <a:pt x="2928" y="507"/>
                </a:lnTo>
                <a:lnTo>
                  <a:pt x="2946" y="582"/>
                </a:lnTo>
                <a:lnTo>
                  <a:pt x="2965" y="676"/>
                </a:lnTo>
                <a:lnTo>
                  <a:pt x="2965" y="676"/>
                </a:lnTo>
                <a:lnTo>
                  <a:pt x="2965" y="770"/>
                </a:lnTo>
                <a:lnTo>
                  <a:pt x="2928" y="864"/>
                </a:lnTo>
                <a:lnTo>
                  <a:pt x="2890" y="976"/>
                </a:lnTo>
                <a:lnTo>
                  <a:pt x="2834" y="1089"/>
                </a:lnTo>
                <a:lnTo>
                  <a:pt x="2834" y="1089"/>
                </a:lnTo>
                <a:lnTo>
                  <a:pt x="2796" y="1126"/>
                </a:lnTo>
                <a:lnTo>
                  <a:pt x="2740" y="1183"/>
                </a:lnTo>
                <a:lnTo>
                  <a:pt x="2665" y="1201"/>
                </a:lnTo>
                <a:lnTo>
                  <a:pt x="2590" y="1239"/>
                </a:lnTo>
                <a:lnTo>
                  <a:pt x="2402" y="1258"/>
                </a:lnTo>
                <a:lnTo>
                  <a:pt x="2177" y="1276"/>
                </a:lnTo>
                <a:lnTo>
                  <a:pt x="2177" y="1276"/>
                </a:lnTo>
                <a:lnTo>
                  <a:pt x="1896" y="1258"/>
                </a:lnTo>
                <a:lnTo>
                  <a:pt x="1614" y="1220"/>
                </a:lnTo>
                <a:lnTo>
                  <a:pt x="1389" y="1183"/>
                </a:lnTo>
                <a:lnTo>
                  <a:pt x="1220" y="1145"/>
                </a:lnTo>
                <a:lnTo>
                  <a:pt x="1220" y="1145"/>
                </a:lnTo>
                <a:lnTo>
                  <a:pt x="976" y="1051"/>
                </a:lnTo>
                <a:lnTo>
                  <a:pt x="770" y="939"/>
                </a:lnTo>
                <a:lnTo>
                  <a:pt x="601" y="826"/>
                </a:lnTo>
                <a:lnTo>
                  <a:pt x="432" y="676"/>
                </a:lnTo>
                <a:lnTo>
                  <a:pt x="301" y="526"/>
                </a:lnTo>
                <a:lnTo>
                  <a:pt x="169" y="376"/>
                </a:lnTo>
                <a:lnTo>
                  <a:pt x="75" y="207"/>
                </a:lnTo>
                <a:lnTo>
                  <a:pt x="0" y="19"/>
                </a:lnTo>
                <a:lnTo>
                  <a:pt x="0" y="19"/>
                </a:ln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6344360" y="4890557"/>
            <a:ext cx="21988" cy="66567"/>
          </a:xfrm>
          <a:custGeom>
            <a:avLst/>
            <a:gdLst/>
            <a:ahLst/>
            <a:cxnLst/>
            <a:rect l="l" t="t" r="r" b="b"/>
            <a:pathLst>
              <a:path w="583" h="1765" fill="none" extrusionOk="0">
                <a:moveTo>
                  <a:pt x="1" y="1765"/>
                </a:moveTo>
                <a:lnTo>
                  <a:pt x="1" y="1765"/>
                </a:lnTo>
                <a:lnTo>
                  <a:pt x="1" y="1521"/>
                </a:lnTo>
                <a:lnTo>
                  <a:pt x="1" y="1277"/>
                </a:lnTo>
                <a:lnTo>
                  <a:pt x="39" y="1052"/>
                </a:lnTo>
                <a:lnTo>
                  <a:pt x="95" y="808"/>
                </a:lnTo>
                <a:lnTo>
                  <a:pt x="170" y="583"/>
                </a:lnTo>
                <a:lnTo>
                  <a:pt x="264" y="376"/>
                </a:lnTo>
                <a:lnTo>
                  <a:pt x="414" y="170"/>
                </a:lnTo>
                <a:lnTo>
                  <a:pt x="583" y="1"/>
                </a:lnTo>
                <a:lnTo>
                  <a:pt x="583" y="1"/>
                </a:lnTo>
                <a:lnTo>
                  <a:pt x="470" y="170"/>
                </a:lnTo>
                <a:lnTo>
                  <a:pt x="376" y="339"/>
                </a:lnTo>
                <a:lnTo>
                  <a:pt x="282" y="508"/>
                </a:lnTo>
                <a:lnTo>
                  <a:pt x="207" y="695"/>
                </a:lnTo>
                <a:lnTo>
                  <a:pt x="95" y="1052"/>
                </a:lnTo>
                <a:lnTo>
                  <a:pt x="39" y="1389"/>
                </a:lnTo>
                <a:lnTo>
                  <a:pt x="39" y="1389"/>
                </a:lnTo>
                <a:lnTo>
                  <a:pt x="20" y="1577"/>
                </a:lnTo>
                <a:lnTo>
                  <a:pt x="1" y="1765"/>
                </a:ln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1541400" y="1396725"/>
            <a:ext cx="6061200" cy="27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●"/>
              <a:defRPr sz="1400" b="1"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400"/>
            </a:lvl2pPr>
            <a:lvl3pPr marL="1371600" lvl="2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○"/>
              <a:defRPr/>
            </a:lvl5pPr>
            <a:lvl6pPr marL="2743200" lvl="5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2385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5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713250" y="1618350"/>
            <a:ext cx="7717500" cy="19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1330200" y="1534802"/>
            <a:ext cx="6483600" cy="82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1330200" y="2511298"/>
            <a:ext cx="64836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941825" y="2884650"/>
            <a:ext cx="4489500" cy="162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1638086" y="1242775"/>
            <a:ext cx="29142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1638075" y="1608925"/>
            <a:ext cx="29124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2"/>
          </p:nvPr>
        </p:nvSpPr>
        <p:spPr>
          <a:xfrm>
            <a:off x="1638086" y="3653154"/>
            <a:ext cx="29187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3"/>
          </p:nvPr>
        </p:nvSpPr>
        <p:spPr>
          <a:xfrm>
            <a:off x="1638075" y="4019965"/>
            <a:ext cx="29124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4"/>
          </p:nvPr>
        </p:nvSpPr>
        <p:spPr>
          <a:xfrm flipH="1">
            <a:off x="5478107" y="1242779"/>
            <a:ext cx="29124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5"/>
          </p:nvPr>
        </p:nvSpPr>
        <p:spPr>
          <a:xfrm flipH="1">
            <a:off x="5478074" y="1608925"/>
            <a:ext cx="29124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6" hasCustomPrompt="1"/>
          </p:nvPr>
        </p:nvSpPr>
        <p:spPr>
          <a:xfrm>
            <a:off x="749032" y="1242784"/>
            <a:ext cx="822900" cy="82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7" hasCustomPrompt="1"/>
          </p:nvPr>
        </p:nvSpPr>
        <p:spPr>
          <a:xfrm flipH="1">
            <a:off x="4579905" y="1242784"/>
            <a:ext cx="822900" cy="82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8" hasCustomPrompt="1"/>
          </p:nvPr>
        </p:nvSpPr>
        <p:spPr>
          <a:xfrm>
            <a:off x="749032" y="3653159"/>
            <a:ext cx="822900" cy="82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9"/>
          </p:nvPr>
        </p:nvSpPr>
        <p:spPr>
          <a:xfrm>
            <a:off x="720000" y="539500"/>
            <a:ext cx="77040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13"/>
          </p:nvPr>
        </p:nvSpPr>
        <p:spPr>
          <a:xfrm>
            <a:off x="1638086" y="2449446"/>
            <a:ext cx="29142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4"/>
          </p:nvPr>
        </p:nvSpPr>
        <p:spPr>
          <a:xfrm>
            <a:off x="1638076" y="2816826"/>
            <a:ext cx="29124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15"/>
          </p:nvPr>
        </p:nvSpPr>
        <p:spPr>
          <a:xfrm>
            <a:off x="5478068" y="3653154"/>
            <a:ext cx="29169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6"/>
          </p:nvPr>
        </p:nvSpPr>
        <p:spPr>
          <a:xfrm>
            <a:off x="5478075" y="4019965"/>
            <a:ext cx="29124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17"/>
          </p:nvPr>
        </p:nvSpPr>
        <p:spPr>
          <a:xfrm flipH="1">
            <a:off x="5478107" y="2449446"/>
            <a:ext cx="29124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8"/>
          </p:nvPr>
        </p:nvSpPr>
        <p:spPr>
          <a:xfrm flipH="1">
            <a:off x="5478075" y="2816826"/>
            <a:ext cx="29124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9" hasCustomPrompt="1"/>
          </p:nvPr>
        </p:nvSpPr>
        <p:spPr>
          <a:xfrm>
            <a:off x="749032" y="2449451"/>
            <a:ext cx="822900" cy="82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20" hasCustomPrompt="1"/>
          </p:nvPr>
        </p:nvSpPr>
        <p:spPr>
          <a:xfrm flipH="1">
            <a:off x="4579905" y="2449451"/>
            <a:ext cx="822900" cy="82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21" hasCustomPrompt="1"/>
          </p:nvPr>
        </p:nvSpPr>
        <p:spPr>
          <a:xfrm>
            <a:off x="4579905" y="3653159"/>
            <a:ext cx="822900" cy="82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4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1168950" y="3565882"/>
            <a:ext cx="6806100" cy="36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ubTitle" idx="1"/>
          </p:nvPr>
        </p:nvSpPr>
        <p:spPr>
          <a:xfrm>
            <a:off x="1170300" y="1217618"/>
            <a:ext cx="6803400" cy="204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3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2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4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1105393" y="1794340"/>
            <a:ext cx="26934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1"/>
          </p:nvPr>
        </p:nvSpPr>
        <p:spPr>
          <a:xfrm>
            <a:off x="1105950" y="2367560"/>
            <a:ext cx="2692500" cy="9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4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subTitle" idx="1"/>
          </p:nvPr>
        </p:nvSpPr>
        <p:spPr>
          <a:xfrm>
            <a:off x="719929" y="2614950"/>
            <a:ext cx="2501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2"/>
          </p:nvPr>
        </p:nvSpPr>
        <p:spPr>
          <a:xfrm>
            <a:off x="719929" y="2986425"/>
            <a:ext cx="25017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3"/>
          </p:nvPr>
        </p:nvSpPr>
        <p:spPr>
          <a:xfrm>
            <a:off x="3320929" y="2614950"/>
            <a:ext cx="2501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4"/>
          </p:nvPr>
        </p:nvSpPr>
        <p:spPr>
          <a:xfrm>
            <a:off x="3320929" y="2986425"/>
            <a:ext cx="25017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5"/>
          </p:nvPr>
        </p:nvSpPr>
        <p:spPr>
          <a:xfrm>
            <a:off x="5922371" y="2614950"/>
            <a:ext cx="2501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tillium Web"/>
              <a:buNone/>
              <a:defRPr sz="2200" b="1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6"/>
          </p:nvPr>
        </p:nvSpPr>
        <p:spPr>
          <a:xfrm>
            <a:off x="5922371" y="2986425"/>
            <a:ext cx="25017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2667794" y="2670860"/>
            <a:ext cx="1853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subTitle" idx="1"/>
          </p:nvPr>
        </p:nvSpPr>
        <p:spPr>
          <a:xfrm>
            <a:off x="2667794" y="3041660"/>
            <a:ext cx="18537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title" idx="2"/>
          </p:nvPr>
        </p:nvSpPr>
        <p:spPr>
          <a:xfrm>
            <a:off x="4627842" y="2670860"/>
            <a:ext cx="1853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subTitle" idx="3"/>
          </p:nvPr>
        </p:nvSpPr>
        <p:spPr>
          <a:xfrm>
            <a:off x="4627842" y="3041660"/>
            <a:ext cx="18537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title" idx="4"/>
          </p:nvPr>
        </p:nvSpPr>
        <p:spPr>
          <a:xfrm>
            <a:off x="709321" y="2670866"/>
            <a:ext cx="18516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subTitle" idx="5"/>
          </p:nvPr>
        </p:nvSpPr>
        <p:spPr>
          <a:xfrm>
            <a:off x="708271" y="3041660"/>
            <a:ext cx="18537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title" idx="6"/>
          </p:nvPr>
        </p:nvSpPr>
        <p:spPr>
          <a:xfrm>
            <a:off x="6587890" y="2670866"/>
            <a:ext cx="1853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ubTitle" idx="7"/>
          </p:nvPr>
        </p:nvSpPr>
        <p:spPr>
          <a:xfrm>
            <a:off x="6587890" y="3041660"/>
            <a:ext cx="1853700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title" idx="8"/>
          </p:nvPr>
        </p:nvSpPr>
        <p:spPr>
          <a:xfrm>
            <a:off x="720000" y="539500"/>
            <a:ext cx="77040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Ref idx="1002">
        <a:schemeClr val="bg2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;p2">
            <a:extLst>
              <a:ext uri="{FF2B5EF4-FFF2-40B4-BE49-F238E27FC236}">
                <a16:creationId xmlns:a16="http://schemas.microsoft.com/office/drawing/2014/main" id="{7773BB88-943F-D251-C983-99969B8AC89F}"/>
              </a:ext>
            </a:extLst>
          </p:cNvPr>
          <p:cNvSpPr/>
          <p:nvPr userDrawn="1"/>
        </p:nvSpPr>
        <p:spPr>
          <a:xfrm>
            <a:off x="211350" y="193050"/>
            <a:ext cx="8721300" cy="4757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7750" y="539496"/>
            <a:ext cx="770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Char char="●"/>
              <a:defRPr sz="15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Char char="○"/>
              <a:defRPr sz="15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Char char="■"/>
              <a:defRPr sz="15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Char char="●"/>
              <a:defRPr sz="15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Char char="○"/>
              <a:defRPr sz="15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Char char="■"/>
              <a:defRPr sz="15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Char char="●"/>
              <a:defRPr sz="15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Char char="○"/>
              <a:defRPr sz="15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Char char="■"/>
              <a:defRPr sz="15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pic>
        <p:nvPicPr>
          <p:cNvPr id="3" name="Imagen 2" descr="Texto, Logotipo&#10;&#10;El contenido generado por IA puede ser incorrecto.">
            <a:extLst>
              <a:ext uri="{FF2B5EF4-FFF2-40B4-BE49-F238E27FC236}">
                <a16:creationId xmlns:a16="http://schemas.microsoft.com/office/drawing/2014/main" id="{0A96BBA0-0C6C-972A-36B4-B4AE7375448A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7013850" y="4050450"/>
            <a:ext cx="1918800" cy="9000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40C40A5-21EF-A92E-F2B9-5248F58795DE}"/>
              </a:ext>
            </a:extLst>
          </p:cNvPr>
          <p:cNvSpPr/>
          <p:nvPr userDrawn="1"/>
        </p:nvSpPr>
        <p:spPr>
          <a:xfrm>
            <a:off x="386700" y="4363072"/>
            <a:ext cx="612000" cy="432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62" r:id="rId11"/>
    <p:sldLayoutId id="2147483663" r:id="rId12"/>
    <p:sldLayoutId id="2147483666" r:id="rId13"/>
    <p:sldLayoutId id="2147483669" r:id="rId14"/>
    <p:sldLayoutId id="2147483674" r:id="rId15"/>
    <p:sldLayoutId id="2147483675" r:id="rId16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13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Relationship Id="rId1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13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Relationship Id="rId1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13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microsoft.com/office/2007/relationships/diagramDrawing" Target="../diagrams/drawing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diagramColors" Target="../diagrams/colors9.xml"/><Relationship Id="rId5" Type="http://schemas.openxmlformats.org/officeDocument/2006/relationships/diagramQuickStyle" Target="../diagrams/quickStyle8.xml"/><Relationship Id="rId10" Type="http://schemas.openxmlformats.org/officeDocument/2006/relationships/diagramQuickStyle" Target="../diagrams/quickStyle9.xml"/><Relationship Id="rId4" Type="http://schemas.openxmlformats.org/officeDocument/2006/relationships/diagramLayout" Target="../diagrams/layout8.xml"/><Relationship Id="rId9" Type="http://schemas.openxmlformats.org/officeDocument/2006/relationships/diagramLayout" Target="../diagrams/layout9.xml"/><Relationship Id="rId1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10.xml"/><Relationship Id="rId7" Type="http://schemas.openxmlformats.org/officeDocument/2006/relationships/image" Target="../media/image2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Relationship Id="rId9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12.xml"/><Relationship Id="rId7" Type="http://schemas.openxmlformats.org/officeDocument/2006/relationships/image" Target="../media/image2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Relationship Id="rId9" Type="http://schemas.openxmlformats.org/officeDocument/2006/relationships/image" Target="../media/image3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14.xml"/><Relationship Id="rId7" Type="http://schemas.openxmlformats.org/officeDocument/2006/relationships/image" Target="../media/image2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Relationship Id="rId9" Type="http://schemas.openxmlformats.org/officeDocument/2006/relationships/image" Target="../media/image3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16.xml"/><Relationship Id="rId7" Type="http://schemas.openxmlformats.org/officeDocument/2006/relationships/image" Target="../media/image2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Relationship Id="rId9" Type="http://schemas.openxmlformats.org/officeDocument/2006/relationships/image" Target="../media/image3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18.xml"/><Relationship Id="rId7" Type="http://schemas.openxmlformats.org/officeDocument/2006/relationships/image" Target="../media/image2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Relationship Id="rId9" Type="http://schemas.openxmlformats.org/officeDocument/2006/relationships/image" Target="../media/image3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20.xml"/><Relationship Id="rId7" Type="http://schemas.openxmlformats.org/officeDocument/2006/relationships/image" Target="../media/image2.pn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sv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>
            <a:spLocks noGrp="1"/>
          </p:cNvSpPr>
          <p:nvPr>
            <p:ph type="ctrTitle"/>
          </p:nvPr>
        </p:nvSpPr>
        <p:spPr>
          <a:xfrm>
            <a:off x="928275" y="944550"/>
            <a:ext cx="7287300" cy="16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CO" sz="4400" noProof="0"/>
              <a:t>Robot móvil para automatizar el proceso de inventariado</a:t>
            </a:r>
            <a:endParaRPr lang="es-CO" noProof="0"/>
          </a:p>
        </p:txBody>
      </p:sp>
      <p:sp>
        <p:nvSpPr>
          <p:cNvPr id="193" name="Google Shape;193;p33"/>
          <p:cNvSpPr txBox="1">
            <a:spLocks noGrp="1"/>
          </p:cNvSpPr>
          <p:nvPr>
            <p:ph type="subTitle" idx="1"/>
          </p:nvPr>
        </p:nvSpPr>
        <p:spPr>
          <a:xfrm>
            <a:off x="928275" y="2947428"/>
            <a:ext cx="7287900" cy="16271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CO" b="1" noProof="0">
                <a:latin typeface="DM Sans" pitchFamily="2" charset="0"/>
              </a:rPr>
              <a:t>Autores: Juan David Aarón - Nicolás Murillo - Samuel Arias</a:t>
            </a:r>
          </a:p>
          <a:p>
            <a:r>
              <a:rPr lang="es-CO" b="1" noProof="0">
                <a:latin typeface="DM Sans" pitchFamily="2" charset="0"/>
              </a:rPr>
              <a:t>Ingeniería</a:t>
            </a:r>
          </a:p>
          <a:p>
            <a:r>
              <a:rPr lang="es-CO" b="1" noProof="0">
                <a:latin typeface="DM Sans" pitchFamily="2" charset="0"/>
              </a:rPr>
              <a:t>Director: Juan Camilo Acosta, PhD.</a:t>
            </a:r>
          </a:p>
          <a:p>
            <a:r>
              <a:rPr lang="es-CO" b="1" noProof="0">
                <a:latin typeface="DM Sans" pitchFamily="2" charset="0"/>
              </a:rPr>
              <a:t>Cliente: Impacta Comercializadora S.A.S</a:t>
            </a:r>
          </a:p>
          <a:p>
            <a:r>
              <a:rPr lang="es-CO" b="1" noProof="0">
                <a:latin typeface="DM Sans" pitchFamily="2" charset="0"/>
              </a:rPr>
              <a:t>Pontificia Universidad Javeriana</a:t>
            </a:r>
          </a:p>
          <a:p>
            <a:r>
              <a:rPr lang="es-CO" b="1" noProof="0">
                <a:latin typeface="DM Sans" pitchFamily="2" charset="0"/>
              </a:rPr>
              <a:t>12 de Noviembre 2025</a:t>
            </a:r>
            <a:endParaRPr lang="es-CO" noProof="0">
              <a:latin typeface="DM Sans" pitchFamily="2" charset="0"/>
            </a:endParaRPr>
          </a:p>
        </p:txBody>
      </p:sp>
      <p:cxnSp>
        <p:nvCxnSpPr>
          <p:cNvPr id="194" name="Google Shape;194;p33"/>
          <p:cNvCxnSpPr/>
          <p:nvPr/>
        </p:nvCxnSpPr>
        <p:spPr>
          <a:xfrm>
            <a:off x="928275" y="2938299"/>
            <a:ext cx="7287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690F475D-B7E2-78B9-FB19-7F09EB5AFB8B}"/>
              </a:ext>
            </a:extLst>
          </p:cNvPr>
          <p:cNvSpPr/>
          <p:nvPr/>
        </p:nvSpPr>
        <p:spPr>
          <a:xfrm>
            <a:off x="496760" y="4282236"/>
            <a:ext cx="41229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2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1</a:t>
            </a:r>
          </a:p>
        </p:txBody>
      </p:sp>
      <p:pic>
        <p:nvPicPr>
          <p:cNvPr id="3" name="Cámara 2">
            <a:extLst>
              <a:ext uri="{FF2B5EF4-FFF2-40B4-BE49-F238E27FC236}">
                <a16:creationId xmlns:a16="http://schemas.microsoft.com/office/drawing/2014/main" id="{4167ABD5-02ED-C508-AC38-EFAEC09FEB8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6847" y="1"/>
            <a:ext cx="2247153" cy="12550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>
            <a:spLocks noGrp="1"/>
          </p:cNvSpPr>
          <p:nvPr>
            <p:ph type="title" idx="9"/>
          </p:nvPr>
        </p:nvSpPr>
        <p:spPr>
          <a:xfrm>
            <a:off x="720000" y="562198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noProof="0"/>
              <a:t>ÍNDICE</a:t>
            </a:r>
          </a:p>
        </p:txBody>
      </p:sp>
      <p:sp>
        <p:nvSpPr>
          <p:cNvPr id="210" name="Google Shape;210;p35"/>
          <p:cNvSpPr txBox="1">
            <a:spLocks noGrp="1"/>
          </p:cNvSpPr>
          <p:nvPr>
            <p:ph type="title"/>
          </p:nvPr>
        </p:nvSpPr>
        <p:spPr>
          <a:xfrm>
            <a:off x="1720747" y="1389287"/>
            <a:ext cx="2914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noProof="0"/>
              <a:t>INTRODUCCIÓN</a:t>
            </a:r>
          </a:p>
        </p:txBody>
      </p:sp>
      <p:sp>
        <p:nvSpPr>
          <p:cNvPr id="212" name="Google Shape;212;p35"/>
          <p:cNvSpPr txBox="1">
            <a:spLocks noGrp="1"/>
          </p:cNvSpPr>
          <p:nvPr>
            <p:ph type="title" idx="2"/>
          </p:nvPr>
        </p:nvSpPr>
        <p:spPr>
          <a:xfrm>
            <a:off x="1680738" y="2234695"/>
            <a:ext cx="2918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noProof="0"/>
              <a:t>ESTADO DEL ARTE</a:t>
            </a:r>
          </a:p>
        </p:txBody>
      </p:sp>
      <p:sp>
        <p:nvSpPr>
          <p:cNvPr id="214" name="Google Shape;214;p35"/>
          <p:cNvSpPr txBox="1">
            <a:spLocks noGrp="1"/>
          </p:cNvSpPr>
          <p:nvPr>
            <p:ph type="title" idx="4"/>
          </p:nvPr>
        </p:nvSpPr>
        <p:spPr>
          <a:xfrm flipH="1">
            <a:off x="5519339" y="1389568"/>
            <a:ext cx="2912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CO" sz="1200" noProof="0"/>
              <a:t>PLANTEAMIENTO DEL PROBLEMA</a:t>
            </a:r>
          </a:p>
        </p:txBody>
      </p:sp>
      <p:sp>
        <p:nvSpPr>
          <p:cNvPr id="215" name="Google Shape;215;p35"/>
          <p:cNvSpPr txBox="1">
            <a:spLocks noGrp="1"/>
          </p:cNvSpPr>
          <p:nvPr>
            <p:ph type="title" idx="13"/>
          </p:nvPr>
        </p:nvSpPr>
        <p:spPr>
          <a:xfrm>
            <a:off x="1699736" y="1799935"/>
            <a:ext cx="29142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noProof="0"/>
              <a:t>OBJETIVOS</a:t>
            </a:r>
          </a:p>
        </p:txBody>
      </p:sp>
      <p:sp>
        <p:nvSpPr>
          <p:cNvPr id="217" name="Google Shape;217;p35"/>
          <p:cNvSpPr txBox="1">
            <a:spLocks noGrp="1"/>
          </p:cNvSpPr>
          <p:nvPr>
            <p:ph type="title" idx="15"/>
          </p:nvPr>
        </p:nvSpPr>
        <p:spPr>
          <a:xfrm>
            <a:off x="5519339" y="2240333"/>
            <a:ext cx="29169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noProof="0"/>
              <a:t>MARCO TEÓRICO</a:t>
            </a:r>
          </a:p>
        </p:txBody>
      </p:sp>
      <p:sp>
        <p:nvSpPr>
          <p:cNvPr id="219" name="Google Shape;219;p35"/>
          <p:cNvSpPr txBox="1">
            <a:spLocks noGrp="1"/>
          </p:cNvSpPr>
          <p:nvPr>
            <p:ph type="title" idx="17"/>
          </p:nvPr>
        </p:nvSpPr>
        <p:spPr>
          <a:xfrm flipH="1">
            <a:off x="5519339" y="1811307"/>
            <a:ext cx="2912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noProof="0"/>
              <a:t>JUSTIFICACIÓN</a:t>
            </a:r>
          </a:p>
        </p:txBody>
      </p:sp>
      <p:sp>
        <p:nvSpPr>
          <p:cNvPr id="221" name="Google Shape;221;p35"/>
          <p:cNvSpPr txBox="1">
            <a:spLocks noGrp="1"/>
          </p:cNvSpPr>
          <p:nvPr>
            <p:ph type="title" idx="6"/>
          </p:nvPr>
        </p:nvSpPr>
        <p:spPr>
          <a:xfrm>
            <a:off x="790264" y="1163762"/>
            <a:ext cx="822900" cy="82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noProof="0">
                <a:solidFill>
                  <a:schemeClr val="dk2"/>
                </a:solidFill>
              </a:rPr>
              <a:t>1.</a:t>
            </a:r>
          </a:p>
        </p:txBody>
      </p:sp>
      <p:sp>
        <p:nvSpPr>
          <p:cNvPr id="222" name="Google Shape;222;p35"/>
          <p:cNvSpPr txBox="1">
            <a:spLocks noGrp="1"/>
          </p:cNvSpPr>
          <p:nvPr>
            <p:ph type="title" idx="19"/>
          </p:nvPr>
        </p:nvSpPr>
        <p:spPr>
          <a:xfrm>
            <a:off x="790264" y="1582707"/>
            <a:ext cx="822900" cy="82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noProof="0">
                <a:solidFill>
                  <a:schemeClr val="dk2"/>
                </a:solidFill>
              </a:rPr>
              <a:t>3.</a:t>
            </a:r>
          </a:p>
        </p:txBody>
      </p:sp>
      <p:sp>
        <p:nvSpPr>
          <p:cNvPr id="223" name="Google Shape;223;p35"/>
          <p:cNvSpPr txBox="1">
            <a:spLocks noGrp="1"/>
          </p:cNvSpPr>
          <p:nvPr>
            <p:ph type="title" idx="7"/>
          </p:nvPr>
        </p:nvSpPr>
        <p:spPr>
          <a:xfrm flipH="1">
            <a:off x="4621137" y="1163762"/>
            <a:ext cx="822900" cy="82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noProof="0">
                <a:solidFill>
                  <a:schemeClr val="dk2"/>
                </a:solidFill>
              </a:rPr>
              <a:t>2.</a:t>
            </a:r>
          </a:p>
        </p:txBody>
      </p:sp>
      <p:sp>
        <p:nvSpPr>
          <p:cNvPr id="224" name="Google Shape;224;p35"/>
          <p:cNvSpPr txBox="1">
            <a:spLocks noGrp="1"/>
          </p:cNvSpPr>
          <p:nvPr>
            <p:ph type="title" idx="20"/>
          </p:nvPr>
        </p:nvSpPr>
        <p:spPr>
          <a:xfrm flipH="1">
            <a:off x="4621137" y="1582707"/>
            <a:ext cx="822900" cy="82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noProof="0">
                <a:solidFill>
                  <a:schemeClr val="dk2"/>
                </a:solidFill>
              </a:rPr>
              <a:t>4.</a:t>
            </a:r>
          </a:p>
        </p:txBody>
      </p:sp>
      <p:sp>
        <p:nvSpPr>
          <p:cNvPr id="225" name="Google Shape;225;p35"/>
          <p:cNvSpPr txBox="1">
            <a:spLocks noGrp="1"/>
          </p:cNvSpPr>
          <p:nvPr>
            <p:ph type="title" idx="8"/>
          </p:nvPr>
        </p:nvSpPr>
        <p:spPr>
          <a:xfrm>
            <a:off x="790264" y="2011733"/>
            <a:ext cx="8229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noProof="0"/>
              <a:t>5.</a:t>
            </a:r>
          </a:p>
        </p:txBody>
      </p:sp>
      <p:sp>
        <p:nvSpPr>
          <p:cNvPr id="226" name="Google Shape;226;p35"/>
          <p:cNvSpPr txBox="1">
            <a:spLocks noGrp="1"/>
          </p:cNvSpPr>
          <p:nvPr>
            <p:ph type="title" idx="21"/>
          </p:nvPr>
        </p:nvSpPr>
        <p:spPr>
          <a:xfrm>
            <a:off x="4621137" y="2011733"/>
            <a:ext cx="8229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noProof="0"/>
              <a:t>6.</a:t>
            </a:r>
          </a:p>
        </p:txBody>
      </p:sp>
      <p:cxnSp>
        <p:nvCxnSpPr>
          <p:cNvPr id="227" name="Google Shape;227;p35"/>
          <p:cNvCxnSpPr/>
          <p:nvPr/>
        </p:nvCxnSpPr>
        <p:spPr>
          <a:xfrm>
            <a:off x="977487" y="1772844"/>
            <a:ext cx="7287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35"/>
          <p:cNvCxnSpPr/>
          <p:nvPr/>
        </p:nvCxnSpPr>
        <p:spPr>
          <a:xfrm>
            <a:off x="977487" y="2177007"/>
            <a:ext cx="7287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DC064F5-0625-65C5-E5B4-EB540127E3DB}"/>
              </a:ext>
            </a:extLst>
          </p:cNvPr>
          <p:cNvSpPr/>
          <p:nvPr/>
        </p:nvSpPr>
        <p:spPr>
          <a:xfrm>
            <a:off x="496760" y="4282236"/>
            <a:ext cx="41229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2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2</a:t>
            </a:r>
          </a:p>
        </p:txBody>
      </p:sp>
      <p:sp>
        <p:nvSpPr>
          <p:cNvPr id="2" name="Google Shape;210;p35">
            <a:extLst>
              <a:ext uri="{FF2B5EF4-FFF2-40B4-BE49-F238E27FC236}">
                <a16:creationId xmlns:a16="http://schemas.microsoft.com/office/drawing/2014/main" id="{E4E94EEA-D0D8-8511-BA02-EBB3A507D16C}"/>
              </a:ext>
            </a:extLst>
          </p:cNvPr>
          <p:cNvSpPr txBox="1">
            <a:spLocks/>
          </p:cNvSpPr>
          <p:nvPr/>
        </p:nvSpPr>
        <p:spPr>
          <a:xfrm>
            <a:off x="1676292" y="2677283"/>
            <a:ext cx="2914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M Sans"/>
              <a:buNone/>
              <a:defRPr sz="2200" b="1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CO" sz="1200" noProof="0"/>
              <a:t>REQUERIMIENTOS</a:t>
            </a:r>
          </a:p>
        </p:txBody>
      </p:sp>
      <p:sp>
        <p:nvSpPr>
          <p:cNvPr id="3" name="Google Shape;212;p35">
            <a:extLst>
              <a:ext uri="{FF2B5EF4-FFF2-40B4-BE49-F238E27FC236}">
                <a16:creationId xmlns:a16="http://schemas.microsoft.com/office/drawing/2014/main" id="{FA37F910-F767-8C09-AB99-911A72BCC146}"/>
              </a:ext>
            </a:extLst>
          </p:cNvPr>
          <p:cNvSpPr txBox="1">
            <a:spLocks/>
          </p:cNvSpPr>
          <p:nvPr/>
        </p:nvSpPr>
        <p:spPr>
          <a:xfrm>
            <a:off x="1676292" y="3543341"/>
            <a:ext cx="2918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M Sans"/>
              <a:buNone/>
              <a:defRPr sz="2200" b="1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CO" sz="1200" noProof="0"/>
              <a:t>PRESUPUESTO</a:t>
            </a:r>
          </a:p>
        </p:txBody>
      </p:sp>
      <p:sp>
        <p:nvSpPr>
          <p:cNvPr id="4" name="Google Shape;214;p35">
            <a:extLst>
              <a:ext uri="{FF2B5EF4-FFF2-40B4-BE49-F238E27FC236}">
                <a16:creationId xmlns:a16="http://schemas.microsoft.com/office/drawing/2014/main" id="{BA1BE3BC-18A0-5CDE-2E5F-0243D0D668B8}"/>
              </a:ext>
            </a:extLst>
          </p:cNvPr>
          <p:cNvSpPr txBox="1">
            <a:spLocks/>
          </p:cNvSpPr>
          <p:nvPr/>
        </p:nvSpPr>
        <p:spPr>
          <a:xfrm flipH="1">
            <a:off x="5493355" y="2676323"/>
            <a:ext cx="2912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M Sans"/>
              <a:buNone/>
              <a:defRPr sz="2200" b="1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CO" sz="1200" noProof="0"/>
              <a:t>DESCRIPCIÓN DE LA SOLUCIÓN</a:t>
            </a:r>
          </a:p>
        </p:txBody>
      </p:sp>
      <p:sp>
        <p:nvSpPr>
          <p:cNvPr id="5" name="Google Shape;215;p35">
            <a:extLst>
              <a:ext uri="{FF2B5EF4-FFF2-40B4-BE49-F238E27FC236}">
                <a16:creationId xmlns:a16="http://schemas.microsoft.com/office/drawing/2014/main" id="{EFF6D882-F80F-9D82-1151-37312204FEA3}"/>
              </a:ext>
            </a:extLst>
          </p:cNvPr>
          <p:cNvSpPr txBox="1">
            <a:spLocks/>
          </p:cNvSpPr>
          <p:nvPr/>
        </p:nvSpPr>
        <p:spPr>
          <a:xfrm>
            <a:off x="1685238" y="3123842"/>
            <a:ext cx="2914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M Sans"/>
              <a:buNone/>
              <a:defRPr sz="2200" b="1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CO" sz="1200" noProof="0"/>
              <a:t>ETAPAS DEL PROYECTO</a:t>
            </a:r>
          </a:p>
        </p:txBody>
      </p:sp>
      <p:sp>
        <p:nvSpPr>
          <p:cNvPr id="6" name="Google Shape;217;p35">
            <a:extLst>
              <a:ext uri="{FF2B5EF4-FFF2-40B4-BE49-F238E27FC236}">
                <a16:creationId xmlns:a16="http://schemas.microsoft.com/office/drawing/2014/main" id="{40347494-EED0-B3D9-F266-E178721B28A1}"/>
              </a:ext>
            </a:extLst>
          </p:cNvPr>
          <p:cNvSpPr txBox="1">
            <a:spLocks/>
          </p:cNvSpPr>
          <p:nvPr/>
        </p:nvSpPr>
        <p:spPr>
          <a:xfrm>
            <a:off x="5566765" y="3543341"/>
            <a:ext cx="2916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M Sans"/>
              <a:buNone/>
              <a:defRPr sz="2200" b="1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CO" sz="1200" noProof="0"/>
              <a:t>BIBLIOGRAFÍA</a:t>
            </a:r>
          </a:p>
        </p:txBody>
      </p:sp>
      <p:sp>
        <p:nvSpPr>
          <p:cNvPr id="7" name="Google Shape;219;p35">
            <a:extLst>
              <a:ext uri="{FF2B5EF4-FFF2-40B4-BE49-F238E27FC236}">
                <a16:creationId xmlns:a16="http://schemas.microsoft.com/office/drawing/2014/main" id="{D51A571A-BEF4-32EC-E8A4-60C179317325}"/>
              </a:ext>
            </a:extLst>
          </p:cNvPr>
          <p:cNvSpPr txBox="1">
            <a:spLocks/>
          </p:cNvSpPr>
          <p:nvPr/>
        </p:nvSpPr>
        <p:spPr>
          <a:xfrm flipH="1">
            <a:off x="5529920" y="3106379"/>
            <a:ext cx="2912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M Sans"/>
              <a:buNone/>
              <a:defRPr sz="2200" b="1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CO" sz="1200" noProof="0"/>
              <a:t>PLANEACIÓN DEL PROYECTO</a:t>
            </a:r>
          </a:p>
        </p:txBody>
      </p:sp>
      <p:sp>
        <p:nvSpPr>
          <p:cNvPr id="8" name="Google Shape;221;p35">
            <a:extLst>
              <a:ext uri="{FF2B5EF4-FFF2-40B4-BE49-F238E27FC236}">
                <a16:creationId xmlns:a16="http://schemas.microsoft.com/office/drawing/2014/main" id="{42EE55F7-7AB0-57DD-4C63-480D31A57CB0}"/>
              </a:ext>
            </a:extLst>
          </p:cNvPr>
          <p:cNvSpPr txBox="1">
            <a:spLocks/>
          </p:cNvSpPr>
          <p:nvPr/>
        </p:nvSpPr>
        <p:spPr>
          <a:xfrm>
            <a:off x="804074" y="2450761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25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CO" sz="1200" noProof="0"/>
              <a:t>7.</a:t>
            </a:r>
          </a:p>
        </p:txBody>
      </p:sp>
      <p:sp>
        <p:nvSpPr>
          <p:cNvPr id="9" name="Google Shape;222;p35">
            <a:extLst>
              <a:ext uri="{FF2B5EF4-FFF2-40B4-BE49-F238E27FC236}">
                <a16:creationId xmlns:a16="http://schemas.microsoft.com/office/drawing/2014/main" id="{C54AF989-B27E-8C4F-A716-FAC0F2DE82F4}"/>
              </a:ext>
            </a:extLst>
          </p:cNvPr>
          <p:cNvSpPr txBox="1">
            <a:spLocks/>
          </p:cNvSpPr>
          <p:nvPr/>
        </p:nvSpPr>
        <p:spPr>
          <a:xfrm>
            <a:off x="817577" y="2874148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25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CO" sz="1200" noProof="0"/>
              <a:t>9.</a:t>
            </a:r>
          </a:p>
        </p:txBody>
      </p:sp>
      <p:sp>
        <p:nvSpPr>
          <p:cNvPr id="10" name="Google Shape;223;p35">
            <a:extLst>
              <a:ext uri="{FF2B5EF4-FFF2-40B4-BE49-F238E27FC236}">
                <a16:creationId xmlns:a16="http://schemas.microsoft.com/office/drawing/2014/main" id="{ACD2E0D6-5B7E-55D8-5161-32C6068B1ABF}"/>
              </a:ext>
            </a:extLst>
          </p:cNvPr>
          <p:cNvSpPr txBox="1">
            <a:spLocks/>
          </p:cNvSpPr>
          <p:nvPr/>
        </p:nvSpPr>
        <p:spPr>
          <a:xfrm flipH="1">
            <a:off x="4648756" y="2470872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25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CO" sz="1200" noProof="0"/>
              <a:t>8.</a:t>
            </a:r>
          </a:p>
        </p:txBody>
      </p:sp>
      <p:sp>
        <p:nvSpPr>
          <p:cNvPr id="11" name="Google Shape;224;p35">
            <a:extLst>
              <a:ext uri="{FF2B5EF4-FFF2-40B4-BE49-F238E27FC236}">
                <a16:creationId xmlns:a16="http://schemas.microsoft.com/office/drawing/2014/main" id="{DD9040ED-AC7F-080A-D244-A75C27C26E75}"/>
              </a:ext>
            </a:extLst>
          </p:cNvPr>
          <p:cNvSpPr txBox="1">
            <a:spLocks/>
          </p:cNvSpPr>
          <p:nvPr/>
        </p:nvSpPr>
        <p:spPr>
          <a:xfrm flipH="1">
            <a:off x="4648756" y="2891953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25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CO" sz="1200" noProof="0"/>
              <a:t>10.</a:t>
            </a:r>
          </a:p>
        </p:txBody>
      </p:sp>
      <p:sp>
        <p:nvSpPr>
          <p:cNvPr id="12" name="Google Shape;225;p35">
            <a:extLst>
              <a:ext uri="{FF2B5EF4-FFF2-40B4-BE49-F238E27FC236}">
                <a16:creationId xmlns:a16="http://schemas.microsoft.com/office/drawing/2014/main" id="{DE00BE54-38AC-40E8-3C28-896D3A1268FE}"/>
              </a:ext>
            </a:extLst>
          </p:cNvPr>
          <p:cNvSpPr txBox="1">
            <a:spLocks/>
          </p:cNvSpPr>
          <p:nvPr/>
        </p:nvSpPr>
        <p:spPr>
          <a:xfrm>
            <a:off x="820139" y="3318815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25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CO" sz="1200" noProof="0"/>
              <a:t>11.</a:t>
            </a:r>
          </a:p>
        </p:txBody>
      </p:sp>
      <p:sp>
        <p:nvSpPr>
          <p:cNvPr id="13" name="Google Shape;226;p35">
            <a:extLst>
              <a:ext uri="{FF2B5EF4-FFF2-40B4-BE49-F238E27FC236}">
                <a16:creationId xmlns:a16="http://schemas.microsoft.com/office/drawing/2014/main" id="{78E093F7-06C8-774C-6C01-1D9C0A6AE7BA}"/>
              </a:ext>
            </a:extLst>
          </p:cNvPr>
          <p:cNvSpPr txBox="1">
            <a:spLocks/>
          </p:cNvSpPr>
          <p:nvPr/>
        </p:nvSpPr>
        <p:spPr>
          <a:xfrm>
            <a:off x="4659466" y="3309679"/>
            <a:ext cx="8229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2500" b="0" i="0" u="none" strike="noStrike" cap="non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CO" sz="1200" noProof="0"/>
              <a:t>12.</a:t>
            </a:r>
          </a:p>
        </p:txBody>
      </p:sp>
      <p:cxnSp>
        <p:nvCxnSpPr>
          <p:cNvPr id="14" name="Google Shape;227;p35">
            <a:extLst>
              <a:ext uri="{FF2B5EF4-FFF2-40B4-BE49-F238E27FC236}">
                <a16:creationId xmlns:a16="http://schemas.microsoft.com/office/drawing/2014/main" id="{39CE747A-B980-D351-614B-3A3E3C03E18A}"/>
              </a:ext>
            </a:extLst>
          </p:cNvPr>
          <p:cNvCxnSpPr/>
          <p:nvPr/>
        </p:nvCxnSpPr>
        <p:spPr>
          <a:xfrm>
            <a:off x="1005106" y="3069438"/>
            <a:ext cx="7287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228;p35">
            <a:extLst>
              <a:ext uri="{FF2B5EF4-FFF2-40B4-BE49-F238E27FC236}">
                <a16:creationId xmlns:a16="http://schemas.microsoft.com/office/drawing/2014/main" id="{C71F8BA8-D565-7AB7-7D9F-5A2EB341FDB9}"/>
              </a:ext>
            </a:extLst>
          </p:cNvPr>
          <p:cNvCxnSpPr/>
          <p:nvPr/>
        </p:nvCxnSpPr>
        <p:spPr>
          <a:xfrm>
            <a:off x="1005106" y="3516441"/>
            <a:ext cx="7287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227;p35">
            <a:extLst>
              <a:ext uri="{FF2B5EF4-FFF2-40B4-BE49-F238E27FC236}">
                <a16:creationId xmlns:a16="http://schemas.microsoft.com/office/drawing/2014/main" id="{ADAC39F3-CE80-D6D4-A826-CC41AE8D54DB}"/>
              </a:ext>
            </a:extLst>
          </p:cNvPr>
          <p:cNvCxnSpPr/>
          <p:nvPr/>
        </p:nvCxnSpPr>
        <p:spPr>
          <a:xfrm>
            <a:off x="958705" y="2600395"/>
            <a:ext cx="7287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Cámara 17">
            <a:extLst>
              <a:ext uri="{FF2B5EF4-FFF2-40B4-BE49-F238E27FC236}">
                <a16:creationId xmlns:a16="http://schemas.microsoft.com/office/drawing/2014/main" id="{836F1F52-572D-ED34-E7C2-5C8B7843787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BEF572C5-1197-AA22-D232-01B2F1BB0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>
            <a:extLst>
              <a:ext uri="{FF2B5EF4-FFF2-40B4-BE49-F238E27FC236}">
                <a16:creationId xmlns:a16="http://schemas.microsoft.com/office/drawing/2014/main" id="{3D3CAA0B-817E-7BEB-167A-2FA65A7FAC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8922" y="1748850"/>
            <a:ext cx="7046156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CO" sz="6600" noProof="0">
                <a:latin typeface="DM Sans" pitchFamily="2" charset="0"/>
              </a:rPr>
              <a:t>INTRODUCCIÓN</a:t>
            </a:r>
            <a:endParaRPr lang="es-CO" noProof="0">
              <a:latin typeface="DM Sans" pitchFamily="2" charset="0"/>
            </a:endParaRPr>
          </a:p>
        </p:txBody>
      </p:sp>
      <p:cxnSp>
        <p:nvCxnSpPr>
          <p:cNvPr id="244" name="Google Shape;244;p37">
            <a:extLst>
              <a:ext uri="{FF2B5EF4-FFF2-40B4-BE49-F238E27FC236}">
                <a16:creationId xmlns:a16="http://schemas.microsoft.com/office/drawing/2014/main" id="{D7268E8F-8F91-FD13-2659-883A4F569F37}"/>
              </a:ext>
            </a:extLst>
          </p:cNvPr>
          <p:cNvCxnSpPr/>
          <p:nvPr/>
        </p:nvCxnSpPr>
        <p:spPr>
          <a:xfrm>
            <a:off x="1342075" y="2647947"/>
            <a:ext cx="648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F8A16EB4-E077-35D6-538E-FC0C95D59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0200" y="2724145"/>
            <a:ext cx="6483600" cy="1097400"/>
          </a:xfrm>
        </p:spPr>
        <p:txBody>
          <a:bodyPr/>
          <a:lstStyle/>
          <a:p>
            <a:r>
              <a:rPr lang="es-CO" sz="4000" b="1">
                <a:latin typeface="DM Sans" pitchFamily="2" charset="0"/>
              </a:rPr>
              <a:t>1</a:t>
            </a:r>
            <a:r>
              <a:rPr lang="es-CO" sz="4000" b="1" noProof="0">
                <a:latin typeface="DM Sans" pitchFamily="2" charset="0"/>
              </a:rPr>
              <a:t> de 12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8823A5-4743-A22F-99DB-9DD282E2CCAD}"/>
              </a:ext>
            </a:extLst>
          </p:cNvPr>
          <p:cNvSpPr/>
          <p:nvPr/>
        </p:nvSpPr>
        <p:spPr>
          <a:xfrm>
            <a:off x="496760" y="4282236"/>
            <a:ext cx="41229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2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26020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C7C1EB9-2A3B-1E47-48BB-D505784683DF}"/>
              </a:ext>
            </a:extLst>
          </p:cNvPr>
          <p:cNvSpPr/>
          <p:nvPr/>
        </p:nvSpPr>
        <p:spPr>
          <a:xfrm>
            <a:off x="496760" y="4282236"/>
            <a:ext cx="41229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2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4</a:t>
            </a:r>
          </a:p>
        </p:txBody>
      </p:sp>
      <p:graphicFrame>
        <p:nvGraphicFramePr>
          <p:cNvPr id="19" name="Diagrama 18">
            <a:extLst>
              <a:ext uri="{FF2B5EF4-FFF2-40B4-BE49-F238E27FC236}">
                <a16:creationId xmlns:a16="http://schemas.microsoft.com/office/drawing/2014/main" id="{7A0FBC1F-2624-1E46-7446-6D4E807175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49255"/>
              </p:ext>
            </p:extLst>
          </p:nvPr>
        </p:nvGraphicFramePr>
        <p:xfrm>
          <a:off x="4490255" y="634507"/>
          <a:ext cx="4202292" cy="2529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2" name="Diagrama 21">
            <a:extLst>
              <a:ext uri="{FF2B5EF4-FFF2-40B4-BE49-F238E27FC236}">
                <a16:creationId xmlns:a16="http://schemas.microsoft.com/office/drawing/2014/main" id="{73491D70-FF8C-11F3-F524-6B5E105223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5270011"/>
              </p:ext>
            </p:extLst>
          </p:nvPr>
        </p:nvGraphicFramePr>
        <p:xfrm>
          <a:off x="203097" y="716901"/>
          <a:ext cx="4202292" cy="2447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4" name="CuadroTexto 23">
            <a:extLst>
              <a:ext uri="{FF2B5EF4-FFF2-40B4-BE49-F238E27FC236}">
                <a16:creationId xmlns:a16="http://schemas.microsoft.com/office/drawing/2014/main" id="{F9009FDB-0D42-297A-28F1-023FCC5E32AF}"/>
              </a:ext>
            </a:extLst>
          </p:cNvPr>
          <p:cNvSpPr txBox="1"/>
          <p:nvPr/>
        </p:nvSpPr>
        <p:spPr>
          <a:xfrm>
            <a:off x="1193800" y="3982851"/>
            <a:ext cx="5921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CO" noProof="0">
                <a:latin typeface="DM Sans" pitchFamily="2" charset="0"/>
              </a:rPr>
              <a:t>La </a:t>
            </a:r>
            <a:r>
              <a:rPr lang="es-CO" b="1" noProof="0">
                <a:latin typeface="DM Sans" pitchFamily="2" charset="0"/>
              </a:rPr>
              <a:t>Inexactitud en el Registro de Inventario (IRI)</a:t>
            </a:r>
            <a:r>
              <a:rPr lang="es-CO" noProof="0">
                <a:latin typeface="DM Sans" pitchFamily="2" charset="0"/>
              </a:rPr>
              <a:t> genera ineficiencias y pérdidas económicas significativas.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D463E11-609E-B888-1FE8-EBF631ED55B0}"/>
              </a:ext>
            </a:extLst>
          </p:cNvPr>
          <p:cNvSpPr txBox="1"/>
          <p:nvPr/>
        </p:nvSpPr>
        <p:spPr>
          <a:xfrm>
            <a:off x="1193800" y="3244186"/>
            <a:ext cx="63387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noProof="0">
                <a:latin typeface="DM Sans" pitchFamily="2" charset="0"/>
              </a:rPr>
              <a:t>La empresa </a:t>
            </a:r>
            <a:r>
              <a:rPr lang="es-CO" b="1" noProof="0">
                <a:latin typeface="DM Sans" pitchFamily="2" charset="0"/>
              </a:rPr>
              <a:t>Impacta Comercializadora S.A.S. </a:t>
            </a:r>
            <a:r>
              <a:rPr lang="es-CO" noProof="0">
                <a:latin typeface="DM Sans" pitchFamily="2" charset="0"/>
              </a:rPr>
              <a:t>tiene como objeto social el comercio al por menor en establecimientos no especializados, con una selección conformada por artículos de la canasta familiar. </a:t>
            </a:r>
          </a:p>
        </p:txBody>
      </p:sp>
      <p:sp>
        <p:nvSpPr>
          <p:cNvPr id="256" name="CuadroTexto 255">
            <a:extLst>
              <a:ext uri="{FF2B5EF4-FFF2-40B4-BE49-F238E27FC236}">
                <a16:creationId xmlns:a16="http://schemas.microsoft.com/office/drawing/2014/main" id="{634F0903-04C2-0625-7D79-CCE6F2790040}"/>
              </a:ext>
            </a:extLst>
          </p:cNvPr>
          <p:cNvSpPr txBox="1"/>
          <p:nvPr/>
        </p:nvSpPr>
        <p:spPr>
          <a:xfrm>
            <a:off x="6344406" y="394419"/>
            <a:ext cx="15408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noProof="0">
                <a:latin typeface="DM Sans" pitchFamily="2" charset="0"/>
              </a:rPr>
              <a:t>Impacto</a:t>
            </a:r>
            <a:endParaRPr lang="es-CO" sz="2000" noProof="0"/>
          </a:p>
        </p:txBody>
      </p: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72D94AD5-FDA6-D2CC-2E9D-F40A3B4E9513}"/>
              </a:ext>
            </a:extLst>
          </p:cNvPr>
          <p:cNvSpPr txBox="1"/>
          <p:nvPr/>
        </p:nvSpPr>
        <p:spPr>
          <a:xfrm>
            <a:off x="1560765" y="316791"/>
            <a:ext cx="19247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noProof="0">
                <a:latin typeface="DM Sans" pitchFamily="2" charset="0"/>
              </a:rPr>
              <a:t>Tipos de IRI</a:t>
            </a:r>
            <a:endParaRPr lang="es-CO" sz="2000" noProof="0"/>
          </a:p>
        </p:txBody>
      </p:sp>
      <p:pic>
        <p:nvPicPr>
          <p:cNvPr id="4" name="Cámara 3">
            <a:extLst>
              <a:ext uri="{FF2B5EF4-FFF2-40B4-BE49-F238E27FC236}">
                <a16:creationId xmlns:a16="http://schemas.microsoft.com/office/drawing/2014/main" id="{8B208D28-E305-E1FF-8BF3-65B8DCDA010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82229" y="3020465"/>
            <a:ext cx="1261771" cy="1261771"/>
          </a:xfrm>
          <a:prstGeom prst="ellipse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9" grpId="0">
        <p:bldAsOne/>
      </p:bldGraphic>
      <p:bldGraphic spid="22" grpId="0">
        <p:bldAsOne/>
      </p:bldGraphic>
      <p:bldP spid="24" grpId="0"/>
      <p:bldP spid="30" grpId="0"/>
      <p:bldP spid="256" grpId="0"/>
      <p:bldP spid="2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3AB47832-AFD3-F659-DA0A-DF047A31E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>
            <a:extLst>
              <a:ext uri="{FF2B5EF4-FFF2-40B4-BE49-F238E27FC236}">
                <a16:creationId xmlns:a16="http://schemas.microsoft.com/office/drawing/2014/main" id="{8D47A959-9228-7ADE-EE56-B7C8B96258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8922" y="1748850"/>
            <a:ext cx="7046156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CO" sz="6600" noProof="0">
                <a:latin typeface="DM Sans" pitchFamily="2" charset="0"/>
              </a:rPr>
              <a:t>PLANTEAMIENTO DEL PROBLEMA</a:t>
            </a:r>
            <a:br>
              <a:rPr lang="es-CO" sz="6600" noProof="0">
                <a:latin typeface="DM Sans" pitchFamily="2" charset="0"/>
              </a:rPr>
            </a:br>
            <a:endParaRPr lang="es-CO" noProof="0">
              <a:latin typeface="DM Sans" pitchFamily="2" charset="0"/>
            </a:endParaRPr>
          </a:p>
        </p:txBody>
      </p:sp>
      <p:cxnSp>
        <p:nvCxnSpPr>
          <p:cNvPr id="244" name="Google Shape;244;p37">
            <a:extLst>
              <a:ext uri="{FF2B5EF4-FFF2-40B4-BE49-F238E27FC236}">
                <a16:creationId xmlns:a16="http://schemas.microsoft.com/office/drawing/2014/main" id="{A88CAE27-1784-381E-1CCF-6E7EB0992459}"/>
              </a:ext>
            </a:extLst>
          </p:cNvPr>
          <p:cNvCxnSpPr/>
          <p:nvPr/>
        </p:nvCxnSpPr>
        <p:spPr>
          <a:xfrm>
            <a:off x="1342075" y="2647947"/>
            <a:ext cx="648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60420365-402E-421C-23C8-FDD2BAB5C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0200" y="2724145"/>
            <a:ext cx="6483600" cy="1097400"/>
          </a:xfrm>
        </p:spPr>
        <p:txBody>
          <a:bodyPr/>
          <a:lstStyle/>
          <a:p>
            <a:r>
              <a:rPr lang="es-CO" sz="4000" b="1" noProof="0">
                <a:latin typeface="DM Sans" pitchFamily="2" charset="0"/>
              </a:rPr>
              <a:t>2 de 12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B4B5D63-7BCE-134F-2440-45278A28A9C5}"/>
              </a:ext>
            </a:extLst>
          </p:cNvPr>
          <p:cNvSpPr/>
          <p:nvPr/>
        </p:nvSpPr>
        <p:spPr>
          <a:xfrm>
            <a:off x="496760" y="4282236"/>
            <a:ext cx="41229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2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76233077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1"/>
          <p:cNvSpPr txBox="1">
            <a:spLocks noGrp="1"/>
          </p:cNvSpPr>
          <p:nvPr>
            <p:ph type="title"/>
          </p:nvPr>
        </p:nvSpPr>
        <p:spPr>
          <a:xfrm>
            <a:off x="719986" y="412575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>
                <a:latin typeface="DM Sans" pitchFamily="2" charset="0"/>
              </a:rPr>
              <a:t>Desafíos de la situación actual</a:t>
            </a:r>
          </a:p>
        </p:txBody>
      </p:sp>
      <p:sp>
        <p:nvSpPr>
          <p:cNvPr id="308" name="Google Shape;308;p41"/>
          <p:cNvSpPr txBox="1"/>
          <p:nvPr/>
        </p:nvSpPr>
        <p:spPr>
          <a:xfrm>
            <a:off x="908741" y="1208806"/>
            <a:ext cx="7326489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La dependencia de procesos manuales genera inconsistencias significativas que requieren de una intervención en su metodología.</a:t>
            </a:r>
          </a:p>
        </p:txBody>
      </p:sp>
      <p:sp>
        <p:nvSpPr>
          <p:cNvPr id="309" name="Google Shape;309;p41"/>
          <p:cNvSpPr txBox="1"/>
          <p:nvPr/>
        </p:nvSpPr>
        <p:spPr>
          <a:xfrm>
            <a:off x="550694" y="2228152"/>
            <a:ext cx="17922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noProof="0">
                <a:solidFill>
                  <a:schemeClr val="dk2"/>
                </a:solidFill>
                <a:latin typeface="DM Sans" pitchFamily="2" charset="0"/>
                <a:ea typeface="DM Sans"/>
                <a:cs typeface="DM Sans"/>
                <a:sym typeface="DM Sans"/>
              </a:rPr>
              <a:t>Errores</a:t>
            </a:r>
          </a:p>
        </p:txBody>
      </p:sp>
      <p:sp>
        <p:nvSpPr>
          <p:cNvPr id="310" name="Google Shape;310;p41"/>
          <p:cNvSpPr txBox="1"/>
          <p:nvPr/>
        </p:nvSpPr>
        <p:spPr>
          <a:xfrm>
            <a:off x="538618" y="2747165"/>
            <a:ext cx="1898831" cy="1321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s-CO" sz="1300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Criterios por trabajador.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s-CO" sz="1300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Cálculos manuales.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s-CO" sz="1300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Digitación incorrecta.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s-CO" sz="1300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Información desactualizada.</a:t>
            </a:r>
          </a:p>
        </p:txBody>
      </p:sp>
      <p:sp>
        <p:nvSpPr>
          <p:cNvPr id="311" name="Google Shape;311;p41"/>
          <p:cNvSpPr txBox="1"/>
          <p:nvPr/>
        </p:nvSpPr>
        <p:spPr>
          <a:xfrm>
            <a:off x="2691738" y="2222084"/>
            <a:ext cx="17922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noProof="0">
                <a:solidFill>
                  <a:schemeClr val="dk2"/>
                </a:solidFill>
                <a:latin typeface="DM Sans" pitchFamily="2" charset="0"/>
                <a:ea typeface="DM Sans"/>
                <a:cs typeface="DM Sans"/>
                <a:sym typeface="DM Sans"/>
              </a:rPr>
              <a:t>Retos</a:t>
            </a:r>
          </a:p>
        </p:txBody>
      </p:sp>
      <p:sp>
        <p:nvSpPr>
          <p:cNvPr id="312" name="Google Shape;312;p41"/>
          <p:cNvSpPr txBox="1"/>
          <p:nvPr/>
        </p:nvSpPr>
        <p:spPr>
          <a:xfrm>
            <a:off x="2692638" y="2625551"/>
            <a:ext cx="1791300" cy="2260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s-CO" sz="1300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Rotación alta de mercancía.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s-CO" sz="1300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Gran extensión de la bodega.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s-CO" sz="1300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Amplia diversidad de productos.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s-CO" sz="1300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Robos o pérdidas de mercancía.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s-CO" sz="1300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Inventarios por partes.</a:t>
            </a:r>
          </a:p>
        </p:txBody>
      </p:sp>
      <p:sp>
        <p:nvSpPr>
          <p:cNvPr id="313" name="Google Shape;313;p41"/>
          <p:cNvSpPr txBox="1"/>
          <p:nvPr/>
        </p:nvSpPr>
        <p:spPr>
          <a:xfrm>
            <a:off x="4730610" y="2211750"/>
            <a:ext cx="17922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noProof="0">
                <a:solidFill>
                  <a:schemeClr val="dk2"/>
                </a:solidFill>
                <a:latin typeface="DM Sans" pitchFamily="2" charset="0"/>
                <a:ea typeface="DM Sans"/>
                <a:cs typeface="DM Sans"/>
                <a:sym typeface="DM Sans"/>
              </a:rPr>
              <a:t>Peticiones</a:t>
            </a:r>
          </a:p>
        </p:txBody>
      </p:sp>
      <p:sp>
        <p:nvSpPr>
          <p:cNvPr id="314" name="Google Shape;314;p41"/>
          <p:cNvSpPr txBox="1"/>
          <p:nvPr/>
        </p:nvSpPr>
        <p:spPr>
          <a:xfrm>
            <a:off x="4728442" y="2587004"/>
            <a:ext cx="1791300" cy="2148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s-CO" sz="1300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Inventario diario actualizado.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s-CO" sz="1300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Historial de movimientos de mercancía.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s-CO" sz="1300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Control de la cantidad por producto.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s-CO" sz="1300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Diferenciación entre productos.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1300" noProof="0">
              <a:solidFill>
                <a:schemeClr val="dk2"/>
              </a:solidFill>
              <a:latin typeface="DM Sans" pitchFamily="2" charset="0"/>
              <a:ea typeface="Catamaran"/>
              <a:cs typeface="Catamaran"/>
              <a:sym typeface="Catamaran"/>
            </a:endParaRPr>
          </a:p>
        </p:txBody>
      </p:sp>
      <p:cxnSp>
        <p:nvCxnSpPr>
          <p:cNvPr id="315" name="Google Shape;315;p41"/>
          <p:cNvCxnSpPr/>
          <p:nvPr/>
        </p:nvCxnSpPr>
        <p:spPr>
          <a:xfrm>
            <a:off x="874250" y="2184684"/>
            <a:ext cx="108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" name="Google Shape;316;p41"/>
          <p:cNvCxnSpPr/>
          <p:nvPr/>
        </p:nvCxnSpPr>
        <p:spPr>
          <a:xfrm>
            <a:off x="2993244" y="2187488"/>
            <a:ext cx="108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41"/>
          <p:cNvCxnSpPr/>
          <p:nvPr/>
        </p:nvCxnSpPr>
        <p:spPr>
          <a:xfrm>
            <a:off x="5083260" y="2184684"/>
            <a:ext cx="108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8" name="Google Shape;318;p41"/>
          <p:cNvSpPr txBox="1"/>
          <p:nvPr/>
        </p:nvSpPr>
        <p:spPr>
          <a:xfrm>
            <a:off x="1035344" y="1799640"/>
            <a:ext cx="8229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noProof="0">
                <a:solidFill>
                  <a:srgbClr val="363636"/>
                </a:solidFill>
                <a:latin typeface="DM Sans" pitchFamily="2" charset="0"/>
                <a:ea typeface="DM Sans"/>
                <a:cs typeface="DM Sans"/>
                <a:sym typeface="DM Sans"/>
              </a:rPr>
              <a:t>1.</a:t>
            </a:r>
          </a:p>
        </p:txBody>
      </p:sp>
      <p:sp>
        <p:nvSpPr>
          <p:cNvPr id="319" name="Google Shape;319;p41"/>
          <p:cNvSpPr txBox="1"/>
          <p:nvPr/>
        </p:nvSpPr>
        <p:spPr>
          <a:xfrm>
            <a:off x="3176388" y="1799640"/>
            <a:ext cx="8229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noProof="0">
                <a:solidFill>
                  <a:srgbClr val="363636"/>
                </a:solidFill>
                <a:latin typeface="DM Sans" pitchFamily="2" charset="0"/>
                <a:ea typeface="DM Sans"/>
                <a:cs typeface="DM Sans"/>
                <a:sym typeface="DM Sans"/>
              </a:rPr>
              <a:t>2.</a:t>
            </a:r>
          </a:p>
        </p:txBody>
      </p:sp>
      <p:sp>
        <p:nvSpPr>
          <p:cNvPr id="320" name="Google Shape;320;p41"/>
          <p:cNvSpPr txBox="1"/>
          <p:nvPr/>
        </p:nvSpPr>
        <p:spPr>
          <a:xfrm>
            <a:off x="5230501" y="1793312"/>
            <a:ext cx="8229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noProof="0">
                <a:solidFill>
                  <a:srgbClr val="363636"/>
                </a:solidFill>
                <a:latin typeface="DM Sans" pitchFamily="2" charset="0"/>
                <a:ea typeface="DM Sans"/>
                <a:cs typeface="DM Sans"/>
                <a:sym typeface="DM Sans"/>
              </a:rPr>
              <a:t>3.</a:t>
            </a:r>
          </a:p>
        </p:txBody>
      </p:sp>
      <p:sp>
        <p:nvSpPr>
          <p:cNvPr id="17" name="Google Shape;313;p41">
            <a:extLst>
              <a:ext uri="{FF2B5EF4-FFF2-40B4-BE49-F238E27FC236}">
                <a16:creationId xmlns:a16="http://schemas.microsoft.com/office/drawing/2014/main" id="{4064145B-6811-1513-9D38-61458570BDF2}"/>
              </a:ext>
            </a:extLst>
          </p:cNvPr>
          <p:cNvSpPr txBox="1"/>
          <p:nvPr/>
        </p:nvSpPr>
        <p:spPr>
          <a:xfrm>
            <a:off x="6696197" y="2222084"/>
            <a:ext cx="17922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 noProof="0">
                <a:solidFill>
                  <a:schemeClr val="dk2"/>
                </a:solidFill>
                <a:latin typeface="DM Sans" pitchFamily="2" charset="0"/>
                <a:ea typeface="DM Sans"/>
                <a:cs typeface="DM Sans"/>
                <a:sym typeface="DM Sans"/>
              </a:rPr>
              <a:t>Cambios</a:t>
            </a:r>
          </a:p>
        </p:txBody>
      </p:sp>
      <p:sp>
        <p:nvSpPr>
          <p:cNvPr id="18" name="Google Shape;314;p41">
            <a:extLst>
              <a:ext uri="{FF2B5EF4-FFF2-40B4-BE49-F238E27FC236}">
                <a16:creationId xmlns:a16="http://schemas.microsoft.com/office/drawing/2014/main" id="{C826509B-5506-7E66-13E5-D971B39CCDA4}"/>
              </a:ext>
            </a:extLst>
          </p:cNvPr>
          <p:cNvSpPr txBox="1"/>
          <p:nvPr/>
        </p:nvSpPr>
        <p:spPr>
          <a:xfrm>
            <a:off x="6727244" y="2582084"/>
            <a:ext cx="2004757" cy="1792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s-CO" sz="1300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Reducción de la intervención humana.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s-CO" sz="1300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Inventarios completos diarios.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s-CO" sz="1300" noProof="0">
                <a:solidFill>
                  <a:schemeClr val="dk2"/>
                </a:solidFill>
                <a:latin typeface="DM Sans" pitchFamily="2" charset="0"/>
                <a:ea typeface="Catamaran"/>
                <a:cs typeface="Catamaran"/>
                <a:sym typeface="Catamaran"/>
              </a:rPr>
              <a:t>Ubicaciones y distribución  fijas.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s-CO" sz="1300" noProof="0">
              <a:solidFill>
                <a:schemeClr val="dk2"/>
              </a:solidFill>
              <a:latin typeface="DM Sans" pitchFamily="2" charset="0"/>
              <a:ea typeface="Catamaran"/>
              <a:cs typeface="Catamaran"/>
              <a:sym typeface="Catamar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O" sz="1300" noProof="0">
              <a:solidFill>
                <a:schemeClr val="dk2"/>
              </a:solidFill>
              <a:latin typeface="DM Sans" pitchFamily="2" charset="0"/>
              <a:ea typeface="Catamaran"/>
              <a:cs typeface="Catamaran"/>
              <a:sym typeface="Catamaran"/>
            </a:endParaRPr>
          </a:p>
        </p:txBody>
      </p:sp>
      <p:cxnSp>
        <p:nvCxnSpPr>
          <p:cNvPr id="19" name="Google Shape;317;p41">
            <a:extLst>
              <a:ext uri="{FF2B5EF4-FFF2-40B4-BE49-F238E27FC236}">
                <a16:creationId xmlns:a16="http://schemas.microsoft.com/office/drawing/2014/main" id="{480A314B-8E6A-4A88-46EC-2A97804D4C2A}"/>
              </a:ext>
            </a:extLst>
          </p:cNvPr>
          <p:cNvCxnSpPr/>
          <p:nvPr/>
        </p:nvCxnSpPr>
        <p:spPr>
          <a:xfrm>
            <a:off x="7048847" y="2189332"/>
            <a:ext cx="108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20;p41">
            <a:extLst>
              <a:ext uri="{FF2B5EF4-FFF2-40B4-BE49-F238E27FC236}">
                <a16:creationId xmlns:a16="http://schemas.microsoft.com/office/drawing/2014/main" id="{D42EC718-F7DB-034B-EB3A-F81B7BBF5D1E}"/>
              </a:ext>
            </a:extLst>
          </p:cNvPr>
          <p:cNvSpPr txBox="1"/>
          <p:nvPr/>
        </p:nvSpPr>
        <p:spPr>
          <a:xfrm>
            <a:off x="7196088" y="1793312"/>
            <a:ext cx="8229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noProof="0">
                <a:solidFill>
                  <a:srgbClr val="363636"/>
                </a:solidFill>
                <a:latin typeface="DM Sans" pitchFamily="2" charset="0"/>
                <a:ea typeface="DM Sans"/>
                <a:cs typeface="DM Sans"/>
                <a:sym typeface="DM Sans"/>
              </a:rPr>
              <a:t>4.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5908F08-1E54-730C-7055-C23F55C9F7C1}"/>
              </a:ext>
            </a:extLst>
          </p:cNvPr>
          <p:cNvSpPr/>
          <p:nvPr/>
        </p:nvSpPr>
        <p:spPr>
          <a:xfrm>
            <a:off x="496760" y="4282236"/>
            <a:ext cx="41229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2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6</a:t>
            </a:r>
          </a:p>
        </p:txBody>
      </p:sp>
      <p:pic>
        <p:nvPicPr>
          <p:cNvPr id="2" name="Cámara 1">
            <a:extLst>
              <a:ext uri="{FF2B5EF4-FFF2-40B4-BE49-F238E27FC236}">
                <a16:creationId xmlns:a16="http://schemas.microsoft.com/office/drawing/2014/main" id="{1A1D66EC-132F-415D-1C82-4213966CC41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" grpId="0"/>
      <p:bldP spid="309" grpId="0"/>
      <p:bldP spid="310" grpId="0"/>
      <p:bldP spid="311" grpId="0"/>
      <p:bldP spid="312" grpId="0"/>
      <p:bldP spid="313" grpId="0"/>
      <p:bldP spid="314" grpId="0"/>
      <p:bldP spid="318" grpId="0"/>
      <p:bldP spid="319" grpId="0"/>
      <p:bldP spid="320" grpId="0"/>
      <p:bldP spid="17" grpId="0"/>
      <p:bldP spid="18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2FA06885-447A-8E43-C9FD-A60463E3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>
            <a:extLst>
              <a:ext uri="{FF2B5EF4-FFF2-40B4-BE49-F238E27FC236}">
                <a16:creationId xmlns:a16="http://schemas.microsoft.com/office/drawing/2014/main" id="{08BA1FFD-803D-8656-42D0-F3BBD632BD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200" y="1534802"/>
            <a:ext cx="64836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CO" sz="6600" noProof="0">
                <a:latin typeface="DM Sans" pitchFamily="2" charset="0"/>
              </a:rPr>
              <a:t>OBJETIVOS</a:t>
            </a:r>
            <a:endParaRPr lang="es-CO" noProof="0">
              <a:latin typeface="DM Sans" pitchFamily="2" charset="0"/>
            </a:endParaRPr>
          </a:p>
        </p:txBody>
      </p:sp>
      <p:cxnSp>
        <p:nvCxnSpPr>
          <p:cNvPr id="244" name="Google Shape;244;p37">
            <a:extLst>
              <a:ext uri="{FF2B5EF4-FFF2-40B4-BE49-F238E27FC236}">
                <a16:creationId xmlns:a16="http://schemas.microsoft.com/office/drawing/2014/main" id="{189A2EB2-D409-6C67-719C-44481A9FB13D}"/>
              </a:ext>
            </a:extLst>
          </p:cNvPr>
          <p:cNvCxnSpPr/>
          <p:nvPr/>
        </p:nvCxnSpPr>
        <p:spPr>
          <a:xfrm>
            <a:off x="1342075" y="2435100"/>
            <a:ext cx="648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6822B8AA-CCC0-57AB-0C6C-A6CFC0B74B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sz="4000" b="1" noProof="0">
                <a:latin typeface="DM Sans" pitchFamily="2" charset="0"/>
              </a:rPr>
              <a:t>3 de 12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BAB7E25-5F0B-E581-E970-EC6DBCA416E3}"/>
              </a:ext>
            </a:extLst>
          </p:cNvPr>
          <p:cNvSpPr/>
          <p:nvPr/>
        </p:nvSpPr>
        <p:spPr>
          <a:xfrm>
            <a:off x="496760" y="4282236"/>
            <a:ext cx="41229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2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84613594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0256A947-B240-22E0-0468-99959948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">
            <a:extLst>
              <a:ext uri="{FF2B5EF4-FFF2-40B4-BE49-F238E27FC236}">
                <a16:creationId xmlns:a16="http://schemas.microsoft.com/office/drawing/2014/main" id="{A13F36F7-9F9B-AA90-0CDB-137BD0C275D3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20000" y="763223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>
                <a:latin typeface="DM Sans" pitchFamily="2" charset="0"/>
              </a:rPr>
              <a:t>OBJETIVOS DEL PROYECTO</a:t>
            </a:r>
          </a:p>
        </p:txBody>
      </p:sp>
      <p:sp>
        <p:nvSpPr>
          <p:cNvPr id="361" name="Google Shape;361;p43">
            <a:extLst>
              <a:ext uri="{FF2B5EF4-FFF2-40B4-BE49-F238E27FC236}">
                <a16:creationId xmlns:a16="http://schemas.microsoft.com/office/drawing/2014/main" id="{65FCD052-9DB1-46B6-37EB-C2302386B2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18" y="1706777"/>
            <a:ext cx="2129984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>
                <a:latin typeface="DM Sans" pitchFamily="2" charset="0"/>
              </a:rPr>
              <a:t>ESPECÍFICOS</a:t>
            </a:r>
          </a:p>
        </p:txBody>
      </p:sp>
      <p:sp>
        <p:nvSpPr>
          <p:cNvPr id="364" name="Google Shape;364;p43">
            <a:extLst>
              <a:ext uri="{FF2B5EF4-FFF2-40B4-BE49-F238E27FC236}">
                <a16:creationId xmlns:a16="http://schemas.microsoft.com/office/drawing/2014/main" id="{70F1530C-DF9C-50CA-CF49-877BFB84569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572000" y="2891092"/>
            <a:ext cx="3701462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just"/>
            <a:r>
              <a:rPr lang="es-CO" noProof="0">
                <a:latin typeface="DM Sans" pitchFamily="2" charset="0"/>
              </a:rPr>
              <a:t>1. 	</a:t>
            </a:r>
            <a:r>
              <a:rPr lang="es-CO" noProof="0">
                <a:solidFill>
                  <a:srgbClr val="0070C0"/>
                </a:solidFill>
                <a:latin typeface="DM Sans" pitchFamily="2" charset="0"/>
              </a:rPr>
              <a:t>Construir un prototipo de robot móvil</a:t>
            </a:r>
            <a:r>
              <a:rPr lang="es-CO" noProof="0">
                <a:latin typeface="DM Sans" pitchFamily="2" charset="0"/>
              </a:rPr>
              <a:t> que integre un sistema de navegación autónoma y que incorpore sensores para la lectura de códigos de barras junto con un módulo de comunicación </a:t>
            </a:r>
            <a:r>
              <a:rPr lang="es-CO" noProof="0" err="1">
                <a:latin typeface="DM Sans" pitchFamily="2" charset="0"/>
              </a:rPr>
              <a:t>Wi</a:t>
            </a:r>
            <a:r>
              <a:rPr lang="es-CO" noProof="0">
                <a:latin typeface="DM Sans" pitchFamily="2" charset="0"/>
              </a:rPr>
              <a:t>-Fi, de tal manera que sea capaz de desplazarse por los pasillos de la bodega y recopilar información sobre el tipo de producto y la cantidad almacenada.</a:t>
            </a:r>
          </a:p>
        </p:txBody>
      </p:sp>
      <p:sp>
        <p:nvSpPr>
          <p:cNvPr id="365" name="Google Shape;365;p43">
            <a:extLst>
              <a:ext uri="{FF2B5EF4-FFF2-40B4-BE49-F238E27FC236}">
                <a16:creationId xmlns:a16="http://schemas.microsoft.com/office/drawing/2014/main" id="{2412EEBA-3073-475E-A1F3-6A5CD5696A8B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177038" y="1652394"/>
            <a:ext cx="18516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>
                <a:latin typeface="DM Sans" pitchFamily="2" charset="0"/>
              </a:rPr>
              <a:t>GENERAL</a:t>
            </a:r>
          </a:p>
        </p:txBody>
      </p:sp>
      <p:sp>
        <p:nvSpPr>
          <p:cNvPr id="366" name="Google Shape;366;p43">
            <a:extLst>
              <a:ext uri="{FF2B5EF4-FFF2-40B4-BE49-F238E27FC236}">
                <a16:creationId xmlns:a16="http://schemas.microsoft.com/office/drawing/2014/main" id="{11473032-A251-280B-5DAF-0B03612AC7FF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08573" y="2090550"/>
            <a:ext cx="3188530" cy="20697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just"/>
            <a:r>
              <a:rPr lang="es-CO" sz="1600" noProof="0">
                <a:latin typeface="DM Sans" pitchFamily="2" charset="0"/>
              </a:rPr>
              <a:t>     </a:t>
            </a:r>
            <a:r>
              <a:rPr lang="es-CO" sz="1600" noProof="0">
                <a:solidFill>
                  <a:srgbClr val="0070C0"/>
                </a:solidFill>
                <a:latin typeface="DM Sans" pitchFamily="2" charset="0"/>
              </a:rPr>
              <a:t>Diseñar</a:t>
            </a:r>
            <a:r>
              <a:rPr lang="es-CO" sz="1600" noProof="0">
                <a:latin typeface="DM Sans" pitchFamily="2" charset="0"/>
              </a:rPr>
              <a:t> e </a:t>
            </a:r>
            <a:r>
              <a:rPr lang="es-CO" sz="1600" noProof="0">
                <a:solidFill>
                  <a:srgbClr val="0070C0"/>
                </a:solidFill>
                <a:latin typeface="DM Sans" pitchFamily="2" charset="0"/>
              </a:rPr>
              <a:t>implementar</a:t>
            </a:r>
            <a:r>
              <a:rPr lang="es-CO" sz="1600" noProof="0">
                <a:latin typeface="DM Sans" pitchFamily="2" charset="0"/>
              </a:rPr>
              <a:t> un </a:t>
            </a:r>
            <a:r>
              <a:rPr lang="es-CO" sz="1600" noProof="0">
                <a:solidFill>
                  <a:srgbClr val="0070C0"/>
                </a:solidFill>
                <a:latin typeface="DM Sans" pitchFamily="2" charset="0"/>
              </a:rPr>
              <a:t>sistema para gestión y monitoreo de inventario</a:t>
            </a:r>
            <a:r>
              <a:rPr lang="es-CO" sz="1600" noProof="0">
                <a:latin typeface="DM Sans" pitchFamily="2" charset="0"/>
              </a:rPr>
              <a:t> diario en la empresa Impacta Comercializadora SAS, </a:t>
            </a:r>
            <a:r>
              <a:rPr lang="es-CO" sz="1600" noProof="0">
                <a:solidFill>
                  <a:srgbClr val="0070C0"/>
                </a:solidFill>
                <a:latin typeface="DM Sans" pitchFamily="2" charset="0"/>
              </a:rPr>
              <a:t>asistido por un robot móvil </a:t>
            </a:r>
            <a:r>
              <a:rPr lang="es-CO" sz="1600" noProof="0">
                <a:latin typeface="DM Sans" pitchFamily="2" charset="0"/>
              </a:rPr>
              <a:t>para la recolección y transmisión de datos mediante </a:t>
            </a:r>
            <a:r>
              <a:rPr lang="es-CO" sz="1600" noProof="0" err="1">
                <a:latin typeface="DM Sans" pitchFamily="2" charset="0"/>
              </a:rPr>
              <a:t>IoT</a:t>
            </a:r>
            <a:r>
              <a:rPr lang="es-CO" sz="1600" noProof="0">
                <a:latin typeface="DM Sans" pitchFamily="2" charset="0"/>
              </a:rPr>
              <a:t>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1412B26-205D-E8F5-CB7D-A1C67F3992DB}"/>
              </a:ext>
            </a:extLst>
          </p:cNvPr>
          <p:cNvSpPr/>
          <p:nvPr/>
        </p:nvSpPr>
        <p:spPr>
          <a:xfrm>
            <a:off x="379861" y="4316777"/>
            <a:ext cx="680278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8</a:t>
            </a:r>
          </a:p>
        </p:txBody>
      </p:sp>
      <p:pic>
        <p:nvPicPr>
          <p:cNvPr id="3" name="Cámara 2">
            <a:extLst>
              <a:ext uri="{FF2B5EF4-FFF2-40B4-BE49-F238E27FC236}">
                <a16:creationId xmlns:a16="http://schemas.microsoft.com/office/drawing/2014/main" id="{5F686AA0-2DCD-E570-551B-087B9F10B3D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6103971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" grpId="0"/>
      <p:bldP spid="364" grpId="0" build="p"/>
      <p:bldP spid="365" grpId="0"/>
      <p:bldP spid="36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1C35C2DC-FAD2-9112-1C8F-AD0D00817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">
            <a:extLst>
              <a:ext uri="{FF2B5EF4-FFF2-40B4-BE49-F238E27FC236}">
                <a16:creationId xmlns:a16="http://schemas.microsoft.com/office/drawing/2014/main" id="{9CF9CD7C-A06B-F88F-E350-417F1ACC014E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20000" y="771341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>
                <a:latin typeface="DM Sans" pitchFamily="2" charset="0"/>
              </a:rPr>
              <a:t>OBJETIVOS DEL PROYECTO</a:t>
            </a:r>
          </a:p>
        </p:txBody>
      </p:sp>
      <p:sp>
        <p:nvSpPr>
          <p:cNvPr id="361" name="Google Shape;361;p43">
            <a:extLst>
              <a:ext uri="{FF2B5EF4-FFF2-40B4-BE49-F238E27FC236}">
                <a16:creationId xmlns:a16="http://schemas.microsoft.com/office/drawing/2014/main" id="{F01E6F3C-42CD-9E60-FF8F-0881AC5E94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18" y="1706777"/>
            <a:ext cx="2129984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>
                <a:latin typeface="DM Sans" pitchFamily="2" charset="0"/>
              </a:rPr>
              <a:t>ESPECÍFICOS</a:t>
            </a:r>
          </a:p>
        </p:txBody>
      </p:sp>
      <p:sp>
        <p:nvSpPr>
          <p:cNvPr id="364" name="Google Shape;364;p43">
            <a:extLst>
              <a:ext uri="{FF2B5EF4-FFF2-40B4-BE49-F238E27FC236}">
                <a16:creationId xmlns:a16="http://schemas.microsoft.com/office/drawing/2014/main" id="{CC4E9FC1-C4B8-E7F6-98B9-218BE7484AF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572000" y="2571750"/>
            <a:ext cx="3701462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/>
            <a:r>
              <a:rPr lang="es-CO" noProof="0">
                <a:latin typeface="DM Sans" pitchFamily="2" charset="0"/>
              </a:rPr>
              <a:t>2.	</a:t>
            </a:r>
            <a:r>
              <a:rPr lang="es-CO" noProof="0">
                <a:solidFill>
                  <a:srgbClr val="0070C0"/>
                </a:solidFill>
                <a:latin typeface="DM Sans" pitchFamily="2" charset="0"/>
              </a:rPr>
              <a:t>Adecuar la infraestructura de la bodega</a:t>
            </a:r>
            <a:r>
              <a:rPr lang="es-CO" noProof="0">
                <a:latin typeface="DM Sans" pitchFamily="2" charset="0"/>
              </a:rPr>
              <a:t> con el fin de dar cumplimiento a las recomendaciones del proveedor y garantizar que tanto los operarios como el robot móvil tengan libre tránsito durante la ejecución de sus tareas. </a:t>
            </a:r>
          </a:p>
        </p:txBody>
      </p:sp>
      <p:sp>
        <p:nvSpPr>
          <p:cNvPr id="365" name="Google Shape;365;p43">
            <a:extLst>
              <a:ext uri="{FF2B5EF4-FFF2-40B4-BE49-F238E27FC236}">
                <a16:creationId xmlns:a16="http://schemas.microsoft.com/office/drawing/2014/main" id="{2B254E33-FAB7-CE49-4567-796B1EA28DD3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177038" y="1652394"/>
            <a:ext cx="18516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>
                <a:latin typeface="DM Sans" pitchFamily="2" charset="0"/>
              </a:rPr>
              <a:t>GENERAL</a:t>
            </a:r>
          </a:p>
        </p:txBody>
      </p:sp>
      <p:sp>
        <p:nvSpPr>
          <p:cNvPr id="5" name="Google Shape;366;p43">
            <a:extLst>
              <a:ext uri="{FF2B5EF4-FFF2-40B4-BE49-F238E27FC236}">
                <a16:creationId xmlns:a16="http://schemas.microsoft.com/office/drawing/2014/main" id="{6C9E75AF-FCDD-7741-F60D-26BC169F8E05}"/>
              </a:ext>
            </a:extLst>
          </p:cNvPr>
          <p:cNvSpPr txBox="1">
            <a:spLocks/>
          </p:cNvSpPr>
          <p:nvPr/>
        </p:nvSpPr>
        <p:spPr>
          <a:xfrm>
            <a:off x="508573" y="2090550"/>
            <a:ext cx="3188530" cy="2069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indent="0" algn="just"/>
            <a:r>
              <a:rPr lang="es-CO" sz="1600" noProof="0">
                <a:latin typeface="DM Sans" pitchFamily="2" charset="0"/>
              </a:rPr>
              <a:t>     </a:t>
            </a:r>
            <a:r>
              <a:rPr lang="es-CO" sz="1600" noProof="0">
                <a:solidFill>
                  <a:srgbClr val="0070C0"/>
                </a:solidFill>
                <a:latin typeface="DM Sans" pitchFamily="2" charset="0"/>
              </a:rPr>
              <a:t>Diseñar</a:t>
            </a:r>
            <a:r>
              <a:rPr lang="es-CO" sz="1600" noProof="0">
                <a:latin typeface="DM Sans" pitchFamily="2" charset="0"/>
              </a:rPr>
              <a:t> e </a:t>
            </a:r>
            <a:r>
              <a:rPr lang="es-CO" sz="1600" noProof="0">
                <a:solidFill>
                  <a:srgbClr val="0070C0"/>
                </a:solidFill>
                <a:latin typeface="DM Sans" pitchFamily="2" charset="0"/>
              </a:rPr>
              <a:t>implementar</a:t>
            </a:r>
            <a:r>
              <a:rPr lang="es-CO" sz="1600" noProof="0">
                <a:latin typeface="DM Sans" pitchFamily="2" charset="0"/>
              </a:rPr>
              <a:t> un </a:t>
            </a:r>
            <a:r>
              <a:rPr lang="es-CO" sz="1600" noProof="0">
                <a:solidFill>
                  <a:srgbClr val="0070C0"/>
                </a:solidFill>
                <a:latin typeface="DM Sans" pitchFamily="2" charset="0"/>
              </a:rPr>
              <a:t>sistema para gestión y monitoreo de inventario</a:t>
            </a:r>
            <a:r>
              <a:rPr lang="es-CO" sz="1600" noProof="0">
                <a:latin typeface="DM Sans" pitchFamily="2" charset="0"/>
              </a:rPr>
              <a:t> diario en la empresa Impacta Comercializadora SAS, </a:t>
            </a:r>
            <a:r>
              <a:rPr lang="es-CO" sz="1600" noProof="0">
                <a:solidFill>
                  <a:srgbClr val="0070C0"/>
                </a:solidFill>
                <a:latin typeface="DM Sans" pitchFamily="2" charset="0"/>
              </a:rPr>
              <a:t>asistido por un robot móvil </a:t>
            </a:r>
            <a:r>
              <a:rPr lang="es-CO" sz="1600" noProof="0">
                <a:latin typeface="DM Sans" pitchFamily="2" charset="0"/>
              </a:rPr>
              <a:t>para la recolección y transmisión de datos mediante </a:t>
            </a:r>
            <a:r>
              <a:rPr lang="es-CO" sz="1600" noProof="0" err="1">
                <a:latin typeface="DM Sans" pitchFamily="2" charset="0"/>
              </a:rPr>
              <a:t>IoT</a:t>
            </a:r>
            <a:r>
              <a:rPr lang="es-CO" sz="1600" noProof="0">
                <a:latin typeface="DM Sans" pitchFamily="2" charset="0"/>
              </a:rPr>
              <a:t>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02AFF71-D32C-7588-0001-C5454152CCA2}"/>
              </a:ext>
            </a:extLst>
          </p:cNvPr>
          <p:cNvSpPr/>
          <p:nvPr/>
        </p:nvSpPr>
        <p:spPr>
          <a:xfrm>
            <a:off x="379861" y="4316777"/>
            <a:ext cx="680278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9</a:t>
            </a:r>
          </a:p>
        </p:txBody>
      </p:sp>
      <p:pic>
        <p:nvPicPr>
          <p:cNvPr id="2" name="Cámara 1">
            <a:extLst>
              <a:ext uri="{FF2B5EF4-FFF2-40B4-BE49-F238E27FC236}">
                <a16:creationId xmlns:a16="http://schemas.microsoft.com/office/drawing/2014/main" id="{9F7E6ACA-737F-0F03-ACEF-B21F9B703E3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2260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A303B4DC-CBED-80BE-1D76-09A7298AE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">
            <a:extLst>
              <a:ext uri="{FF2B5EF4-FFF2-40B4-BE49-F238E27FC236}">
                <a16:creationId xmlns:a16="http://schemas.microsoft.com/office/drawing/2014/main" id="{2327D13A-B3D3-0E06-3CD5-674A6FA46A55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20000" y="754637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>
                <a:latin typeface="DM Sans" pitchFamily="2" charset="0"/>
              </a:rPr>
              <a:t>OBJETIVOS DEL PROYECTO</a:t>
            </a:r>
          </a:p>
        </p:txBody>
      </p:sp>
      <p:sp>
        <p:nvSpPr>
          <p:cNvPr id="361" name="Google Shape;361;p43">
            <a:extLst>
              <a:ext uri="{FF2B5EF4-FFF2-40B4-BE49-F238E27FC236}">
                <a16:creationId xmlns:a16="http://schemas.microsoft.com/office/drawing/2014/main" id="{B6579F61-7F85-7077-68BB-D584EFBAD8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18" y="1706777"/>
            <a:ext cx="2129984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>
                <a:latin typeface="DM Sans" pitchFamily="2" charset="0"/>
              </a:rPr>
              <a:t>ESPECÍFICOS</a:t>
            </a:r>
          </a:p>
        </p:txBody>
      </p:sp>
      <p:sp>
        <p:nvSpPr>
          <p:cNvPr id="364" name="Google Shape;364;p43">
            <a:extLst>
              <a:ext uri="{FF2B5EF4-FFF2-40B4-BE49-F238E27FC236}">
                <a16:creationId xmlns:a16="http://schemas.microsoft.com/office/drawing/2014/main" id="{6F799C52-05B1-FDA5-727D-BC9BFC921DB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572000" y="2211750"/>
            <a:ext cx="3701462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just"/>
            <a:r>
              <a:rPr lang="es-CO" noProof="0">
                <a:latin typeface="DM Sans" pitchFamily="2" charset="0"/>
              </a:rPr>
              <a:t>3. 	</a:t>
            </a:r>
            <a:r>
              <a:rPr lang="es-CO" noProof="0">
                <a:solidFill>
                  <a:srgbClr val="0070C0"/>
                </a:solidFill>
                <a:latin typeface="DM Sans" pitchFamily="2" charset="0"/>
              </a:rPr>
              <a:t>Implementar una base de datos </a:t>
            </a:r>
            <a:r>
              <a:rPr lang="es-CO" noProof="0">
                <a:latin typeface="DM Sans" pitchFamily="2" charset="0"/>
              </a:rPr>
              <a:t>que almacene la información recopilada por el robot móvil.</a:t>
            </a:r>
          </a:p>
        </p:txBody>
      </p:sp>
      <p:sp>
        <p:nvSpPr>
          <p:cNvPr id="365" name="Google Shape;365;p43">
            <a:extLst>
              <a:ext uri="{FF2B5EF4-FFF2-40B4-BE49-F238E27FC236}">
                <a16:creationId xmlns:a16="http://schemas.microsoft.com/office/drawing/2014/main" id="{95AE7DCE-2BB9-0257-8938-617D5BDE61B0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177038" y="1652394"/>
            <a:ext cx="18516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>
                <a:latin typeface="DM Sans" pitchFamily="2" charset="0"/>
              </a:rPr>
              <a:t>GENERAL</a:t>
            </a:r>
          </a:p>
        </p:txBody>
      </p:sp>
      <p:sp>
        <p:nvSpPr>
          <p:cNvPr id="4" name="Google Shape;366;p43">
            <a:extLst>
              <a:ext uri="{FF2B5EF4-FFF2-40B4-BE49-F238E27FC236}">
                <a16:creationId xmlns:a16="http://schemas.microsoft.com/office/drawing/2014/main" id="{36CE67A4-4D3C-F628-9133-5CF9D186BD7D}"/>
              </a:ext>
            </a:extLst>
          </p:cNvPr>
          <p:cNvSpPr txBox="1">
            <a:spLocks/>
          </p:cNvSpPr>
          <p:nvPr/>
        </p:nvSpPr>
        <p:spPr>
          <a:xfrm>
            <a:off x="508573" y="2090550"/>
            <a:ext cx="3188530" cy="2069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indent="0" algn="just"/>
            <a:r>
              <a:rPr lang="es-CO" sz="1600" noProof="0">
                <a:latin typeface="DM Sans" pitchFamily="2" charset="0"/>
              </a:rPr>
              <a:t>     </a:t>
            </a:r>
            <a:r>
              <a:rPr lang="es-CO" sz="1600" noProof="0">
                <a:solidFill>
                  <a:srgbClr val="0070C0"/>
                </a:solidFill>
                <a:latin typeface="DM Sans" pitchFamily="2" charset="0"/>
              </a:rPr>
              <a:t>Diseñar</a:t>
            </a:r>
            <a:r>
              <a:rPr lang="es-CO" sz="1600" noProof="0">
                <a:latin typeface="DM Sans" pitchFamily="2" charset="0"/>
              </a:rPr>
              <a:t> e </a:t>
            </a:r>
            <a:r>
              <a:rPr lang="es-CO" sz="1600" noProof="0">
                <a:solidFill>
                  <a:srgbClr val="0070C0"/>
                </a:solidFill>
                <a:latin typeface="DM Sans" pitchFamily="2" charset="0"/>
              </a:rPr>
              <a:t>implementar</a:t>
            </a:r>
            <a:r>
              <a:rPr lang="es-CO" sz="1600" noProof="0">
                <a:latin typeface="DM Sans" pitchFamily="2" charset="0"/>
              </a:rPr>
              <a:t> un </a:t>
            </a:r>
            <a:r>
              <a:rPr lang="es-CO" sz="1600" noProof="0">
                <a:solidFill>
                  <a:srgbClr val="0070C0"/>
                </a:solidFill>
                <a:latin typeface="DM Sans" pitchFamily="2" charset="0"/>
              </a:rPr>
              <a:t>sistema para gestión y monitoreo de inventario</a:t>
            </a:r>
            <a:r>
              <a:rPr lang="es-CO" sz="1600" noProof="0">
                <a:latin typeface="DM Sans" pitchFamily="2" charset="0"/>
              </a:rPr>
              <a:t> diario en la empresa Impacta Comercializadora SAS, </a:t>
            </a:r>
            <a:r>
              <a:rPr lang="es-CO" sz="1600" noProof="0">
                <a:solidFill>
                  <a:srgbClr val="0070C0"/>
                </a:solidFill>
                <a:latin typeface="DM Sans" pitchFamily="2" charset="0"/>
              </a:rPr>
              <a:t>asistido por un robot móvil </a:t>
            </a:r>
            <a:r>
              <a:rPr lang="es-CO" sz="1600" noProof="0">
                <a:latin typeface="DM Sans" pitchFamily="2" charset="0"/>
              </a:rPr>
              <a:t>para la recolección y transmisión de datos mediante </a:t>
            </a:r>
            <a:r>
              <a:rPr lang="es-CO" sz="1600" noProof="0" err="1">
                <a:latin typeface="DM Sans" pitchFamily="2" charset="0"/>
              </a:rPr>
              <a:t>IoT</a:t>
            </a:r>
            <a:r>
              <a:rPr lang="es-CO" sz="1600" noProof="0">
                <a:latin typeface="DM Sans" pitchFamily="2" charset="0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5FF6515-3C12-66EA-6936-936025645141}"/>
              </a:ext>
            </a:extLst>
          </p:cNvPr>
          <p:cNvSpPr/>
          <p:nvPr/>
        </p:nvSpPr>
        <p:spPr>
          <a:xfrm>
            <a:off x="379861" y="4316777"/>
            <a:ext cx="680278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10</a:t>
            </a:r>
          </a:p>
        </p:txBody>
      </p:sp>
      <p:pic>
        <p:nvPicPr>
          <p:cNvPr id="2" name="Cámara 1">
            <a:extLst>
              <a:ext uri="{FF2B5EF4-FFF2-40B4-BE49-F238E27FC236}">
                <a16:creationId xmlns:a16="http://schemas.microsoft.com/office/drawing/2014/main" id="{CE134A9E-5DE0-7641-28E8-07531CB7B40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8024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201FD313-AE05-ACE2-137C-34403DAB2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">
            <a:extLst>
              <a:ext uri="{FF2B5EF4-FFF2-40B4-BE49-F238E27FC236}">
                <a16:creationId xmlns:a16="http://schemas.microsoft.com/office/drawing/2014/main" id="{BB346BF2-D114-7B77-650B-0BAF7DB79428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20000" y="771341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>
                <a:latin typeface="DM Sans" pitchFamily="2" charset="0"/>
              </a:rPr>
              <a:t>OBJETIVOS DEL PROYECTO</a:t>
            </a:r>
          </a:p>
        </p:txBody>
      </p:sp>
      <p:sp>
        <p:nvSpPr>
          <p:cNvPr id="361" name="Google Shape;361;p43">
            <a:extLst>
              <a:ext uri="{FF2B5EF4-FFF2-40B4-BE49-F238E27FC236}">
                <a16:creationId xmlns:a16="http://schemas.microsoft.com/office/drawing/2014/main" id="{148A0538-CA49-D1E9-3052-3FEBFCD454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18" y="1706777"/>
            <a:ext cx="2129984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>
                <a:latin typeface="DM Sans" pitchFamily="2" charset="0"/>
              </a:rPr>
              <a:t>ESPECÍFICOS</a:t>
            </a:r>
          </a:p>
        </p:txBody>
      </p:sp>
      <p:sp>
        <p:nvSpPr>
          <p:cNvPr id="364" name="Google Shape;364;p43">
            <a:extLst>
              <a:ext uri="{FF2B5EF4-FFF2-40B4-BE49-F238E27FC236}">
                <a16:creationId xmlns:a16="http://schemas.microsoft.com/office/drawing/2014/main" id="{4EF4B939-418D-BB9C-4BD3-3E9C2B80493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572000" y="2765406"/>
            <a:ext cx="3701462" cy="7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just"/>
            <a:r>
              <a:rPr lang="es-CO" noProof="0">
                <a:latin typeface="DM Sans" pitchFamily="2" charset="0"/>
              </a:rPr>
              <a:t>4.     </a:t>
            </a:r>
            <a:r>
              <a:rPr lang="es-CO" noProof="0">
                <a:solidFill>
                  <a:srgbClr val="0070C0"/>
                </a:solidFill>
                <a:latin typeface="DM Sans" pitchFamily="2" charset="0"/>
              </a:rPr>
              <a:t>Evaluar el desempeño de la propuesta </a:t>
            </a:r>
            <a:r>
              <a:rPr lang="es-CO" noProof="0">
                <a:latin typeface="DM Sans" pitchFamily="2" charset="0"/>
              </a:rPr>
              <a:t>mediante la comparación entre el inventariado tradicional y el inventariado asistido por el robot móvil, con el propósito de evidenciar la reducción en los tiempos de toma de inventario y de comprobar un aumento en la confiabilidad de los datos frente a la metodología manual.</a:t>
            </a:r>
          </a:p>
        </p:txBody>
      </p:sp>
      <p:sp>
        <p:nvSpPr>
          <p:cNvPr id="365" name="Google Shape;365;p43">
            <a:extLst>
              <a:ext uri="{FF2B5EF4-FFF2-40B4-BE49-F238E27FC236}">
                <a16:creationId xmlns:a16="http://schemas.microsoft.com/office/drawing/2014/main" id="{159C5450-3657-BBC6-15AB-3BDACBEF01C1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177038" y="1652394"/>
            <a:ext cx="18516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>
                <a:latin typeface="DM Sans" pitchFamily="2" charset="0"/>
              </a:rPr>
              <a:t>GENERAL</a:t>
            </a:r>
          </a:p>
        </p:txBody>
      </p:sp>
      <p:sp>
        <p:nvSpPr>
          <p:cNvPr id="4" name="Google Shape;366;p43">
            <a:extLst>
              <a:ext uri="{FF2B5EF4-FFF2-40B4-BE49-F238E27FC236}">
                <a16:creationId xmlns:a16="http://schemas.microsoft.com/office/drawing/2014/main" id="{6079D2DC-FBE6-D490-B0D1-3DB42B5FF113}"/>
              </a:ext>
            </a:extLst>
          </p:cNvPr>
          <p:cNvSpPr txBox="1">
            <a:spLocks/>
          </p:cNvSpPr>
          <p:nvPr/>
        </p:nvSpPr>
        <p:spPr>
          <a:xfrm>
            <a:off x="508573" y="2090550"/>
            <a:ext cx="3188530" cy="2069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tamaran"/>
              <a:buNone/>
              <a:defRPr sz="1500" b="0" i="0" u="none" strike="noStrike" cap="none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indent="0" algn="just"/>
            <a:r>
              <a:rPr lang="es-CO" sz="1600" noProof="0">
                <a:latin typeface="DM Sans" pitchFamily="2" charset="0"/>
              </a:rPr>
              <a:t>     </a:t>
            </a:r>
            <a:r>
              <a:rPr lang="es-CO" sz="1600" noProof="0">
                <a:solidFill>
                  <a:srgbClr val="0070C0"/>
                </a:solidFill>
                <a:latin typeface="DM Sans" pitchFamily="2" charset="0"/>
              </a:rPr>
              <a:t>Diseñar</a:t>
            </a:r>
            <a:r>
              <a:rPr lang="es-CO" sz="1600" noProof="0">
                <a:latin typeface="DM Sans" pitchFamily="2" charset="0"/>
              </a:rPr>
              <a:t> e </a:t>
            </a:r>
            <a:r>
              <a:rPr lang="es-CO" sz="1600" noProof="0">
                <a:solidFill>
                  <a:srgbClr val="0070C0"/>
                </a:solidFill>
                <a:latin typeface="DM Sans" pitchFamily="2" charset="0"/>
              </a:rPr>
              <a:t>implementar</a:t>
            </a:r>
            <a:r>
              <a:rPr lang="es-CO" sz="1600" noProof="0">
                <a:latin typeface="DM Sans" pitchFamily="2" charset="0"/>
              </a:rPr>
              <a:t> un </a:t>
            </a:r>
            <a:r>
              <a:rPr lang="es-CO" sz="1600" noProof="0">
                <a:solidFill>
                  <a:srgbClr val="0070C0"/>
                </a:solidFill>
                <a:latin typeface="DM Sans" pitchFamily="2" charset="0"/>
              </a:rPr>
              <a:t>sistema para gestión y monitoreo de inventario</a:t>
            </a:r>
            <a:r>
              <a:rPr lang="es-CO" sz="1600" noProof="0">
                <a:latin typeface="DM Sans" pitchFamily="2" charset="0"/>
              </a:rPr>
              <a:t> diario en la empresa Impacta Comercializadora SAS, </a:t>
            </a:r>
            <a:r>
              <a:rPr lang="es-CO" sz="1600" noProof="0">
                <a:solidFill>
                  <a:srgbClr val="0070C0"/>
                </a:solidFill>
                <a:latin typeface="DM Sans" pitchFamily="2" charset="0"/>
              </a:rPr>
              <a:t>asistido por un robot móvil </a:t>
            </a:r>
            <a:r>
              <a:rPr lang="es-CO" sz="1600" noProof="0">
                <a:latin typeface="DM Sans" pitchFamily="2" charset="0"/>
              </a:rPr>
              <a:t>para la recolección y transmisión de datos mediante </a:t>
            </a:r>
            <a:r>
              <a:rPr lang="es-CO" sz="1600" noProof="0" err="1">
                <a:latin typeface="DM Sans" pitchFamily="2" charset="0"/>
              </a:rPr>
              <a:t>IoT</a:t>
            </a:r>
            <a:r>
              <a:rPr lang="es-CO" sz="1600" noProof="0">
                <a:latin typeface="DM Sans" pitchFamily="2" charset="0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49D6E48-6188-AF1D-E551-E1B0D62DFC38}"/>
              </a:ext>
            </a:extLst>
          </p:cNvPr>
          <p:cNvSpPr/>
          <p:nvPr/>
        </p:nvSpPr>
        <p:spPr>
          <a:xfrm>
            <a:off x="379861" y="4316777"/>
            <a:ext cx="680278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11</a:t>
            </a:r>
          </a:p>
        </p:txBody>
      </p:sp>
      <p:pic>
        <p:nvPicPr>
          <p:cNvPr id="2" name="Cámara 1">
            <a:extLst>
              <a:ext uri="{FF2B5EF4-FFF2-40B4-BE49-F238E27FC236}">
                <a16:creationId xmlns:a16="http://schemas.microsoft.com/office/drawing/2014/main" id="{D62E61FB-E9DB-034C-D9E2-0AC98E15CED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5996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13FBB86B-CBC4-3FEB-96CF-C2D3FAE39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>
            <a:extLst>
              <a:ext uri="{FF2B5EF4-FFF2-40B4-BE49-F238E27FC236}">
                <a16:creationId xmlns:a16="http://schemas.microsoft.com/office/drawing/2014/main" id="{ECBB7AEF-5463-6950-56FB-49C6378DD4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200" y="1534802"/>
            <a:ext cx="64836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s-CO" sz="6600" noProof="0">
                <a:latin typeface="DM Sans" pitchFamily="2" charset="0"/>
              </a:rPr>
              <a:t>JUSTIFICACIÓN</a:t>
            </a:r>
          </a:p>
        </p:txBody>
      </p:sp>
      <p:cxnSp>
        <p:nvCxnSpPr>
          <p:cNvPr id="244" name="Google Shape;244;p37">
            <a:extLst>
              <a:ext uri="{FF2B5EF4-FFF2-40B4-BE49-F238E27FC236}">
                <a16:creationId xmlns:a16="http://schemas.microsoft.com/office/drawing/2014/main" id="{C860B7A9-23C8-738A-75A4-20854FC5A7F1}"/>
              </a:ext>
            </a:extLst>
          </p:cNvPr>
          <p:cNvCxnSpPr/>
          <p:nvPr/>
        </p:nvCxnSpPr>
        <p:spPr>
          <a:xfrm>
            <a:off x="1342075" y="2435100"/>
            <a:ext cx="648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8AA3AF70-082B-7783-A078-7B82F8BF06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sz="4000" b="1" noProof="0">
                <a:latin typeface="DM Sans" pitchFamily="2" charset="0"/>
              </a:rPr>
              <a:t>4 de 12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5DECEFB-530A-D473-6E4C-14CCCC1D48AD}"/>
              </a:ext>
            </a:extLst>
          </p:cNvPr>
          <p:cNvSpPr/>
          <p:nvPr/>
        </p:nvSpPr>
        <p:spPr>
          <a:xfrm>
            <a:off x="379861" y="4316777"/>
            <a:ext cx="680278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84725705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>
            <a:spLocks noGrp="1"/>
          </p:cNvSpPr>
          <p:nvPr>
            <p:ph type="title"/>
          </p:nvPr>
        </p:nvSpPr>
        <p:spPr>
          <a:xfrm>
            <a:off x="719929" y="601878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noProof="0"/>
              <a:t>PROPÓSITO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B77A8CC-440F-13CE-224C-B53D484F8E0C}"/>
              </a:ext>
            </a:extLst>
          </p:cNvPr>
          <p:cNvSpPr/>
          <p:nvPr/>
        </p:nvSpPr>
        <p:spPr>
          <a:xfrm>
            <a:off x="379861" y="4316777"/>
            <a:ext cx="680278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13</a:t>
            </a:r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B0B5DF8E-166A-D3C1-2D7E-C721ACF679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5586845"/>
              </p:ext>
            </p:extLst>
          </p:nvPr>
        </p:nvGraphicFramePr>
        <p:xfrm>
          <a:off x="1433689" y="1391501"/>
          <a:ext cx="5176393" cy="3150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Cámara 2">
            <a:extLst>
              <a:ext uri="{FF2B5EF4-FFF2-40B4-BE49-F238E27FC236}">
                <a16:creationId xmlns:a16="http://schemas.microsoft.com/office/drawing/2014/main" id="{74AFE708-0DA1-44E5-6CD4-2562FB0450C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A8590958-2301-DAB5-5C66-0E00A3FD2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>
            <a:extLst>
              <a:ext uri="{FF2B5EF4-FFF2-40B4-BE49-F238E27FC236}">
                <a16:creationId xmlns:a16="http://schemas.microsoft.com/office/drawing/2014/main" id="{993F0DAE-4212-71DD-FCC5-CF75C8F357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730" y="1536003"/>
            <a:ext cx="7621889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s-CO" sz="6600" noProof="0">
                <a:latin typeface="DM Sans" pitchFamily="2" charset="0"/>
              </a:rPr>
              <a:t>ESTADO DEL ARTE</a:t>
            </a:r>
          </a:p>
        </p:txBody>
      </p:sp>
      <p:cxnSp>
        <p:nvCxnSpPr>
          <p:cNvPr id="244" name="Google Shape;244;p37">
            <a:extLst>
              <a:ext uri="{FF2B5EF4-FFF2-40B4-BE49-F238E27FC236}">
                <a16:creationId xmlns:a16="http://schemas.microsoft.com/office/drawing/2014/main" id="{17822AF8-B80A-B3FB-4373-730441E8B10A}"/>
              </a:ext>
            </a:extLst>
          </p:cNvPr>
          <p:cNvCxnSpPr/>
          <p:nvPr/>
        </p:nvCxnSpPr>
        <p:spPr>
          <a:xfrm>
            <a:off x="1342075" y="2435100"/>
            <a:ext cx="648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BBDC63D8-351E-3ADB-EAB0-C780F3C59B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sz="4000" b="1" noProof="0">
                <a:latin typeface="DM Sans" pitchFamily="2" charset="0"/>
              </a:rPr>
              <a:t>5 de 12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4AF5978-E354-B9EA-2F61-61E9EEABDDF5}"/>
              </a:ext>
            </a:extLst>
          </p:cNvPr>
          <p:cNvSpPr/>
          <p:nvPr/>
        </p:nvSpPr>
        <p:spPr>
          <a:xfrm>
            <a:off x="379861" y="4316777"/>
            <a:ext cx="680278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663755098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D19C5152-D1AB-A20B-C98F-A8F6E8CF1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C112A46-FA9B-8AD9-3FC1-64D028B605DF}"/>
              </a:ext>
            </a:extLst>
          </p:cNvPr>
          <p:cNvSpPr/>
          <p:nvPr/>
        </p:nvSpPr>
        <p:spPr>
          <a:xfrm>
            <a:off x="379861" y="4316777"/>
            <a:ext cx="680278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15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E48C7A23-D45C-2F50-1EA6-DCA2D4FCD028}"/>
              </a:ext>
            </a:extLst>
          </p:cNvPr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r>
              <a:rPr lang="es-CO" noProof="0"/>
              <a:t>Estado del Arte: Tecnologías para Inventariado Automático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23D33E5E-6C66-B3FB-2307-0589691D8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3788356"/>
              </p:ext>
            </p:extLst>
          </p:nvPr>
        </p:nvGraphicFramePr>
        <p:xfrm>
          <a:off x="6048146" y="1405044"/>
          <a:ext cx="1872000" cy="2654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AA03ACEE-9538-0BB9-1ADF-1EED2029FB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4832053"/>
              </p:ext>
            </p:extLst>
          </p:nvPr>
        </p:nvGraphicFramePr>
        <p:xfrm>
          <a:off x="1223854" y="1405045"/>
          <a:ext cx="4725389" cy="2654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4" name="Cámara 3">
            <a:extLst>
              <a:ext uri="{FF2B5EF4-FFF2-40B4-BE49-F238E27FC236}">
                <a16:creationId xmlns:a16="http://schemas.microsoft.com/office/drawing/2014/main" id="{3E0AF70A-5679-F0D5-A79F-37B0A17CBEB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93114" y="2101326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15390061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0F715705-8060-705B-35B1-4858B76B0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5E8375E-2365-B48E-7BA9-3E080769DA13}"/>
              </a:ext>
            </a:extLst>
          </p:cNvPr>
          <p:cNvSpPr/>
          <p:nvPr/>
        </p:nvSpPr>
        <p:spPr>
          <a:xfrm>
            <a:off x="379861" y="4316777"/>
            <a:ext cx="680278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16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E58F03E-E555-C32A-B48A-632091817AA9}"/>
              </a:ext>
            </a:extLst>
          </p:cNvPr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r>
              <a:rPr lang="es-CO" noProof="0"/>
              <a:t>Estado del Arte: Tecnologías para Inventariado Automático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398C2CD1-B679-B04B-883C-DE705F60BD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5903429"/>
              </p:ext>
            </p:extLst>
          </p:nvPr>
        </p:nvGraphicFramePr>
        <p:xfrm>
          <a:off x="3202659" y="1405045"/>
          <a:ext cx="4717486" cy="2654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3D2B1B6D-EFF7-BB96-9243-05D14DF9BD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8671034"/>
              </p:ext>
            </p:extLst>
          </p:nvPr>
        </p:nvGraphicFramePr>
        <p:xfrm>
          <a:off x="1223854" y="1405045"/>
          <a:ext cx="1869301" cy="2654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4" name="Cámara 3">
            <a:extLst>
              <a:ext uri="{FF2B5EF4-FFF2-40B4-BE49-F238E27FC236}">
                <a16:creationId xmlns:a16="http://schemas.microsoft.com/office/drawing/2014/main" id="{37749756-5BDF-B95C-738E-D196B140401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93114" y="2101327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863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1CAB38CD-645B-1F5A-7575-BD209A3A0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0E5D566-5704-5258-95A1-BD5D253BB644}"/>
              </a:ext>
            </a:extLst>
          </p:cNvPr>
          <p:cNvSpPr/>
          <p:nvPr/>
        </p:nvSpPr>
        <p:spPr>
          <a:xfrm>
            <a:off x="379861" y="4316777"/>
            <a:ext cx="680278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/>
              </a:rPr>
              <a:t>17</a:t>
            </a:r>
            <a:endParaRPr lang="es-CO" sz="3000" b="1" spc="50" noProof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DM Sans" pitchFamily="2" charset="0"/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F7DE20CB-2FE2-F6A1-4C8E-B286CA2DC9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9635925"/>
              </p:ext>
            </p:extLst>
          </p:nvPr>
        </p:nvGraphicFramePr>
        <p:xfrm>
          <a:off x="735105" y="1398494"/>
          <a:ext cx="4125731" cy="27829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Título 5">
            <a:extLst>
              <a:ext uri="{FF2B5EF4-FFF2-40B4-BE49-F238E27FC236}">
                <a16:creationId xmlns:a16="http://schemas.microsoft.com/office/drawing/2014/main" id="{EACAC3B9-1B51-AEEF-096F-12D835133C22}"/>
              </a:ext>
            </a:extLst>
          </p:cNvPr>
          <p:cNvSpPr txBox="1">
            <a:spLocks/>
          </p:cNvSpPr>
          <p:nvPr/>
        </p:nvSpPr>
        <p:spPr>
          <a:xfrm>
            <a:off x="438059" y="623320"/>
            <a:ext cx="50682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"/>
              <a:buNone/>
              <a:defRPr sz="35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CO" sz="2400" noProof="0">
                <a:latin typeface="DM Sans" pitchFamily="2" charset="0"/>
              </a:rPr>
              <a:t>Comparación y brechas identificadas en el Estado del Arte</a:t>
            </a:r>
          </a:p>
        </p:txBody>
      </p:sp>
      <p:graphicFrame>
        <p:nvGraphicFramePr>
          <p:cNvPr id="16" name="Diagrama 15">
            <a:extLst>
              <a:ext uri="{FF2B5EF4-FFF2-40B4-BE49-F238E27FC236}">
                <a16:creationId xmlns:a16="http://schemas.microsoft.com/office/drawing/2014/main" id="{440EC40A-5800-12EC-AC0E-CF39805E0E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913195"/>
              </p:ext>
            </p:extLst>
          </p:nvPr>
        </p:nvGraphicFramePr>
        <p:xfrm>
          <a:off x="5416651" y="623320"/>
          <a:ext cx="2902598" cy="35580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4" name="Cámara 3">
            <a:extLst>
              <a:ext uri="{FF2B5EF4-FFF2-40B4-BE49-F238E27FC236}">
                <a16:creationId xmlns:a16="http://schemas.microsoft.com/office/drawing/2014/main" id="{CECBA8C6-2E9B-660D-15E4-28B68D9AA21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48999" y="-3263"/>
            <a:ext cx="1083783" cy="108378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2578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4C9B1B39-B381-F464-0EC4-A4AF01787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>
            <a:extLst>
              <a:ext uri="{FF2B5EF4-FFF2-40B4-BE49-F238E27FC236}">
                <a16:creationId xmlns:a16="http://schemas.microsoft.com/office/drawing/2014/main" id="{A26E3B70-49CA-4507-3933-5F381B203E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8730" y="1536003"/>
            <a:ext cx="7113889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s-CO" sz="6600" noProof="0">
                <a:latin typeface="DM Sans" pitchFamily="2" charset="0"/>
              </a:rPr>
              <a:t>MARCO TEÓRICO</a:t>
            </a:r>
          </a:p>
        </p:txBody>
      </p:sp>
      <p:cxnSp>
        <p:nvCxnSpPr>
          <p:cNvPr id="244" name="Google Shape;244;p37">
            <a:extLst>
              <a:ext uri="{FF2B5EF4-FFF2-40B4-BE49-F238E27FC236}">
                <a16:creationId xmlns:a16="http://schemas.microsoft.com/office/drawing/2014/main" id="{45D1A0B6-9A0B-1F08-485C-6A58AA84107D}"/>
              </a:ext>
            </a:extLst>
          </p:cNvPr>
          <p:cNvCxnSpPr/>
          <p:nvPr/>
        </p:nvCxnSpPr>
        <p:spPr>
          <a:xfrm>
            <a:off x="1342075" y="2435100"/>
            <a:ext cx="648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1B8C374F-0771-41F6-1351-703A75A40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sz="4000" b="1" noProof="0">
                <a:latin typeface="DM Sans" pitchFamily="2" charset="0"/>
              </a:rPr>
              <a:t>6 de 12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AE9F1F9-AB08-F0A6-A3CC-25636344B179}"/>
              </a:ext>
            </a:extLst>
          </p:cNvPr>
          <p:cNvSpPr/>
          <p:nvPr/>
        </p:nvSpPr>
        <p:spPr>
          <a:xfrm>
            <a:off x="379861" y="4316777"/>
            <a:ext cx="680278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11260908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EAB77C52-6536-401A-D4DD-A7B9782537C9}"/>
              </a:ext>
            </a:extLst>
          </p:cNvPr>
          <p:cNvSpPr>
            <a:spLocks noGrp="1"/>
          </p:cNvSpPr>
          <p:nvPr>
            <p:ph type="title" idx="8"/>
          </p:nvPr>
        </p:nvSpPr>
        <p:spPr>
          <a:xfrm>
            <a:off x="719999" y="390877"/>
            <a:ext cx="7704000" cy="457200"/>
          </a:xfrm>
        </p:spPr>
        <p:txBody>
          <a:bodyPr/>
          <a:lstStyle/>
          <a:p>
            <a:r>
              <a:rPr lang="es-CO" noProof="0">
                <a:latin typeface="DM Sans" pitchFamily="2" charset="0"/>
              </a:rPr>
              <a:t>MARCO TEÓRICO</a:t>
            </a:r>
            <a:endParaRPr lang="es-CO" noProof="0"/>
          </a:p>
        </p:txBody>
      </p:sp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DD44441C-7E1A-0F24-61AE-40F0B00934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8675572"/>
              </p:ext>
            </p:extLst>
          </p:nvPr>
        </p:nvGraphicFramePr>
        <p:xfrm>
          <a:off x="1381097" y="1018822"/>
          <a:ext cx="6381805" cy="3105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95457E5D-3158-A06A-FF24-170B71F17559}"/>
              </a:ext>
            </a:extLst>
          </p:cNvPr>
          <p:cNvSpPr/>
          <p:nvPr/>
        </p:nvSpPr>
        <p:spPr>
          <a:xfrm>
            <a:off x="379861" y="4316777"/>
            <a:ext cx="680278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19</a:t>
            </a:r>
          </a:p>
        </p:txBody>
      </p:sp>
      <p:pic>
        <p:nvPicPr>
          <p:cNvPr id="3" name="Cámara 2">
            <a:extLst>
              <a:ext uri="{FF2B5EF4-FFF2-40B4-BE49-F238E27FC236}">
                <a16:creationId xmlns:a16="http://schemas.microsoft.com/office/drawing/2014/main" id="{B7E3E19C-8699-1A9C-05BE-C339BE43D81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93113" y="1940864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03100816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FCF2F-F7AE-A0AC-ED2B-39F531292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605EC274-453D-1188-AC9F-E4EFFE369042}"/>
              </a:ext>
            </a:extLst>
          </p:cNvPr>
          <p:cNvSpPr>
            <a:spLocks noGrp="1"/>
          </p:cNvSpPr>
          <p:nvPr>
            <p:ph type="title" idx="8"/>
          </p:nvPr>
        </p:nvSpPr>
        <p:spPr>
          <a:xfrm>
            <a:off x="719999" y="390877"/>
            <a:ext cx="7704000" cy="457200"/>
          </a:xfrm>
        </p:spPr>
        <p:txBody>
          <a:bodyPr/>
          <a:lstStyle/>
          <a:p>
            <a:r>
              <a:rPr lang="es-CO" sz="2800" noProof="0"/>
              <a:t>Herramientas Técnicas del Marco Teórico</a:t>
            </a:r>
          </a:p>
        </p:txBody>
      </p:sp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3D86A0B8-AF30-1353-41C5-1E854D782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6300937"/>
              </p:ext>
            </p:extLst>
          </p:nvPr>
        </p:nvGraphicFramePr>
        <p:xfrm>
          <a:off x="1381097" y="1018822"/>
          <a:ext cx="6381805" cy="3105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55FE7735-B201-0141-F1B2-E8C579CD1BE9}"/>
              </a:ext>
            </a:extLst>
          </p:cNvPr>
          <p:cNvSpPr/>
          <p:nvPr/>
        </p:nvSpPr>
        <p:spPr>
          <a:xfrm>
            <a:off x="379861" y="4316777"/>
            <a:ext cx="695904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20</a:t>
            </a:r>
            <a:endParaRPr lang="es-CO" sz="3000" b="1" spc="50" noProof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DM Sans" pitchFamily="2" charset="0"/>
            </a:endParaRPr>
          </a:p>
        </p:txBody>
      </p:sp>
      <p:pic>
        <p:nvPicPr>
          <p:cNvPr id="3" name="Cámara 2">
            <a:extLst>
              <a:ext uri="{FF2B5EF4-FFF2-40B4-BE49-F238E27FC236}">
                <a16:creationId xmlns:a16="http://schemas.microsoft.com/office/drawing/2014/main" id="{AFD31A12-2CB0-696E-659B-62194B0C7A4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93113" y="1940864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3173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D2CC8CD8-62EC-C32A-E228-370D1D496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>
            <a:extLst>
              <a:ext uri="{FF2B5EF4-FFF2-40B4-BE49-F238E27FC236}">
                <a16:creationId xmlns:a16="http://schemas.microsoft.com/office/drawing/2014/main" id="{11C046B3-360C-2503-B224-1BB7DB540F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0389" y="1536003"/>
            <a:ext cx="7283222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CO" sz="6600" noProof="0">
                <a:latin typeface="DM Sans" pitchFamily="2" charset="0"/>
              </a:rPr>
              <a:t>REQUERIMIENTOS</a:t>
            </a:r>
          </a:p>
        </p:txBody>
      </p:sp>
      <p:cxnSp>
        <p:nvCxnSpPr>
          <p:cNvPr id="244" name="Google Shape;244;p37">
            <a:extLst>
              <a:ext uri="{FF2B5EF4-FFF2-40B4-BE49-F238E27FC236}">
                <a16:creationId xmlns:a16="http://schemas.microsoft.com/office/drawing/2014/main" id="{BCCF2132-9886-9123-8C86-7A675ACD0789}"/>
              </a:ext>
            </a:extLst>
          </p:cNvPr>
          <p:cNvCxnSpPr/>
          <p:nvPr/>
        </p:nvCxnSpPr>
        <p:spPr>
          <a:xfrm>
            <a:off x="1342075" y="2435100"/>
            <a:ext cx="648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73479C58-71C2-20B1-5293-FB00AAEBCE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sz="4000" b="1" noProof="0">
                <a:latin typeface="DM Sans" pitchFamily="2" charset="0"/>
              </a:rPr>
              <a:t>7 de 12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ED1EF9D-EF8C-ED47-0CD2-B8368509BB9F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33412840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941BBA6-3847-CAA0-753F-4148515738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2785468"/>
              </p:ext>
            </p:extLst>
          </p:nvPr>
        </p:nvGraphicFramePr>
        <p:xfrm>
          <a:off x="625475" y="138477"/>
          <a:ext cx="7893050" cy="41643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59875311-1BD1-17E2-FA0C-6A24E5FAA8FA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22</a:t>
            </a:r>
          </a:p>
        </p:txBody>
      </p:sp>
      <p:pic>
        <p:nvPicPr>
          <p:cNvPr id="2" name="Cámara 1">
            <a:extLst>
              <a:ext uri="{FF2B5EF4-FFF2-40B4-BE49-F238E27FC236}">
                <a16:creationId xmlns:a16="http://schemas.microsoft.com/office/drawing/2014/main" id="{375B2A58-DCB5-2E92-B852-3405DAD3069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45071068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84EFD619-0A50-C7F2-6B51-CD4292AB7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>
            <a:extLst>
              <a:ext uri="{FF2B5EF4-FFF2-40B4-BE49-F238E27FC236}">
                <a16:creationId xmlns:a16="http://schemas.microsoft.com/office/drawing/2014/main" id="{1E18BC23-9A47-F569-583A-201A0A4212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8908" y="1536003"/>
            <a:ext cx="7373533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CO" sz="6600" noProof="0">
                <a:latin typeface="DM Sans" pitchFamily="2" charset="0"/>
              </a:rPr>
              <a:t>DESCRIPCIÓN DE LA SOLUCIÓN</a:t>
            </a:r>
            <a:br>
              <a:rPr lang="es-CO" sz="6600" noProof="0">
                <a:latin typeface="DM Sans" pitchFamily="2" charset="0"/>
              </a:rPr>
            </a:br>
            <a:endParaRPr lang="es-CO" noProof="0">
              <a:latin typeface="DM Sans" pitchFamily="2" charset="0"/>
            </a:endParaRPr>
          </a:p>
        </p:txBody>
      </p:sp>
      <p:cxnSp>
        <p:nvCxnSpPr>
          <p:cNvPr id="244" name="Google Shape;244;p37">
            <a:extLst>
              <a:ext uri="{FF2B5EF4-FFF2-40B4-BE49-F238E27FC236}">
                <a16:creationId xmlns:a16="http://schemas.microsoft.com/office/drawing/2014/main" id="{FCDB38A8-0D64-1E61-A40C-342F95436CBD}"/>
              </a:ext>
            </a:extLst>
          </p:cNvPr>
          <p:cNvCxnSpPr/>
          <p:nvPr/>
        </p:nvCxnSpPr>
        <p:spPr>
          <a:xfrm>
            <a:off x="1342075" y="2435100"/>
            <a:ext cx="648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4C190D25-3F49-C9F7-CC3F-DFD5E957BA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sz="4000" b="1" noProof="0">
                <a:latin typeface="DM Sans" pitchFamily="2" charset="0"/>
              </a:rPr>
              <a:t>8 de 12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EC32ACC-EB08-54D9-45E5-D9F52E52D41B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55366951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E6B0311-055F-65CF-B241-81B904EA35B4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24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CDA57A6-3436-07A9-B6F2-1416CD925C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49347"/>
          <a:stretch>
            <a:fillRect/>
          </a:stretch>
        </p:blipFill>
        <p:spPr>
          <a:xfrm>
            <a:off x="210419" y="639476"/>
            <a:ext cx="4361581" cy="3488642"/>
          </a:xfrm>
          <a:prstGeom prst="rect">
            <a:avLst/>
          </a:prstGeom>
        </p:spPr>
      </p:pic>
      <p:pic>
        <p:nvPicPr>
          <p:cNvPr id="2" name="Cámara 1">
            <a:extLst>
              <a:ext uri="{FF2B5EF4-FFF2-40B4-BE49-F238E27FC236}">
                <a16:creationId xmlns:a16="http://schemas.microsoft.com/office/drawing/2014/main" id="{2613C2D7-A959-506D-411E-1D868577EBA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>
          <a:extLst>
            <a:ext uri="{FF2B5EF4-FFF2-40B4-BE49-F238E27FC236}">
              <a16:creationId xmlns:a16="http://schemas.microsoft.com/office/drawing/2014/main" id="{CF81ED6F-AFCD-EACA-5AF9-C13E92CE5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3918A77-2CBA-98E0-FCD6-2CC61A1DFE3B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25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71EBD16-F3EC-E4E9-A84A-F35B0C00C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36" y="656946"/>
            <a:ext cx="8673484" cy="3585537"/>
          </a:xfrm>
          <a:prstGeom prst="rect">
            <a:avLst/>
          </a:prstGeom>
        </p:spPr>
      </p:pic>
      <p:pic>
        <p:nvPicPr>
          <p:cNvPr id="2" name="Cámara 1">
            <a:extLst>
              <a:ext uri="{FF2B5EF4-FFF2-40B4-BE49-F238E27FC236}">
                <a16:creationId xmlns:a16="http://schemas.microsoft.com/office/drawing/2014/main" id="{AD3EEB29-5945-EA61-BD84-57753D36BD1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6729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>
          <a:extLst>
            <a:ext uri="{FF2B5EF4-FFF2-40B4-BE49-F238E27FC236}">
              <a16:creationId xmlns:a16="http://schemas.microsoft.com/office/drawing/2014/main" id="{0B2D9D3B-8C5D-9480-D904-376529599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92B0A832-DF25-9A54-B611-1C3413EDA2E1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26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235EE2E-F486-5CA2-5268-896AF70FF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18" y="639476"/>
            <a:ext cx="8610605" cy="3488642"/>
          </a:xfrm>
          <a:prstGeom prst="rect">
            <a:avLst/>
          </a:prstGeom>
        </p:spPr>
      </p:pic>
      <p:pic>
        <p:nvPicPr>
          <p:cNvPr id="2" name="Cámara 1">
            <a:extLst>
              <a:ext uri="{FF2B5EF4-FFF2-40B4-BE49-F238E27FC236}">
                <a16:creationId xmlns:a16="http://schemas.microsoft.com/office/drawing/2014/main" id="{7A01F666-D2DB-604F-EB97-87596D67546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6925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75291DFD-84BB-3DE6-9F15-4CB299861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>
            <a:extLst>
              <a:ext uri="{FF2B5EF4-FFF2-40B4-BE49-F238E27FC236}">
                <a16:creationId xmlns:a16="http://schemas.microsoft.com/office/drawing/2014/main" id="{AA7FFA35-C7C9-8C81-20C3-DFAD4C0964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200" y="1444491"/>
            <a:ext cx="64836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CO" sz="6600" noProof="0">
                <a:latin typeface="DM Sans" pitchFamily="2" charset="0"/>
              </a:rPr>
              <a:t>ETAPAS DEL PROYECTO</a:t>
            </a:r>
          </a:p>
        </p:txBody>
      </p:sp>
      <p:cxnSp>
        <p:nvCxnSpPr>
          <p:cNvPr id="244" name="Google Shape;244;p37">
            <a:extLst>
              <a:ext uri="{FF2B5EF4-FFF2-40B4-BE49-F238E27FC236}">
                <a16:creationId xmlns:a16="http://schemas.microsoft.com/office/drawing/2014/main" id="{2F1B58A3-864C-6112-EBAE-B09C57BEC0E4}"/>
              </a:ext>
            </a:extLst>
          </p:cNvPr>
          <p:cNvCxnSpPr/>
          <p:nvPr/>
        </p:nvCxnSpPr>
        <p:spPr>
          <a:xfrm>
            <a:off x="1342075" y="2796345"/>
            <a:ext cx="648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E2F89797-36B9-32F1-A040-819B2DC7E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0200" y="2872543"/>
            <a:ext cx="6483600" cy="1097400"/>
          </a:xfrm>
        </p:spPr>
        <p:txBody>
          <a:bodyPr/>
          <a:lstStyle/>
          <a:p>
            <a:r>
              <a:rPr lang="es-CO" sz="4000" b="1" noProof="0">
                <a:latin typeface="DM Sans" pitchFamily="2" charset="0"/>
              </a:rPr>
              <a:t>9 de 12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BE470FB-B1DE-B33E-D6E8-6032F94DB172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567598984"/>
      </p:ext>
    </p:extLst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7C7FDC2-E7B8-11F4-01DF-B594BFDE6A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7242665"/>
              </p:ext>
            </p:extLst>
          </p:nvPr>
        </p:nvGraphicFramePr>
        <p:xfrm>
          <a:off x="824089" y="0"/>
          <a:ext cx="7394221" cy="5143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524BBD42-98F6-AEB1-327A-31C4D1DFE18D}"/>
              </a:ext>
            </a:extLst>
          </p:cNvPr>
          <p:cNvSpPr/>
          <p:nvPr/>
        </p:nvSpPr>
        <p:spPr>
          <a:xfrm>
            <a:off x="711199" y="2652888"/>
            <a:ext cx="1919111" cy="151271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6" name="Google Shape;723;p58">
            <a:extLst>
              <a:ext uri="{FF2B5EF4-FFF2-40B4-BE49-F238E27FC236}">
                <a16:creationId xmlns:a16="http://schemas.microsoft.com/office/drawing/2014/main" id="{FC220DEF-F59A-3CC3-D440-928ADAF06B29}"/>
              </a:ext>
            </a:extLst>
          </p:cNvPr>
          <p:cNvSpPr txBox="1">
            <a:spLocks/>
          </p:cNvSpPr>
          <p:nvPr/>
        </p:nvSpPr>
        <p:spPr>
          <a:xfrm>
            <a:off x="324504" y="1904717"/>
            <a:ext cx="2692500" cy="9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noProof="0">
                <a:solidFill>
                  <a:srgbClr val="FF0000"/>
                </a:solidFill>
                <a:latin typeface="DM Sans" pitchFamily="2" charset="0"/>
              </a:rPr>
              <a:t>Etapa 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032B60D-DBFC-1806-AD7F-E58C98E64E01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28</a:t>
            </a:r>
          </a:p>
        </p:txBody>
      </p:sp>
      <p:pic>
        <p:nvPicPr>
          <p:cNvPr id="2" name="Cámara 1">
            <a:extLst>
              <a:ext uri="{FF2B5EF4-FFF2-40B4-BE49-F238E27FC236}">
                <a16:creationId xmlns:a16="http://schemas.microsoft.com/office/drawing/2014/main" id="{97691895-AB4F-B9C0-DA31-4C75CDC0BB4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80B64466-D5AF-54DC-A912-09192129B4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1765501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47AEE4B2-F376-9384-4824-136F202D330D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29</a:t>
            </a:r>
          </a:p>
        </p:txBody>
      </p:sp>
      <p:pic>
        <p:nvPicPr>
          <p:cNvPr id="2" name="Cámara 1">
            <a:extLst>
              <a:ext uri="{FF2B5EF4-FFF2-40B4-BE49-F238E27FC236}">
                <a16:creationId xmlns:a16="http://schemas.microsoft.com/office/drawing/2014/main" id="{762FC492-2BC8-62C2-8EC1-38C4F0F1C7B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28156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B102BCF8-7B34-C897-A661-7DC0F38C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92A315D-7A11-B386-2EB8-2C9C62E5FF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5162288"/>
              </p:ext>
            </p:extLst>
          </p:nvPr>
        </p:nvGraphicFramePr>
        <p:xfrm>
          <a:off x="824089" y="0"/>
          <a:ext cx="7394221" cy="5143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FC2EFF77-DBB4-69F9-A80D-CFF660D06355}"/>
              </a:ext>
            </a:extLst>
          </p:cNvPr>
          <p:cNvSpPr/>
          <p:nvPr/>
        </p:nvSpPr>
        <p:spPr>
          <a:xfrm>
            <a:off x="2619021" y="2675466"/>
            <a:ext cx="1919111" cy="151271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6" name="Google Shape;723;p58">
            <a:extLst>
              <a:ext uri="{FF2B5EF4-FFF2-40B4-BE49-F238E27FC236}">
                <a16:creationId xmlns:a16="http://schemas.microsoft.com/office/drawing/2014/main" id="{C0A07047-B19B-1A0E-77B9-72628255A436}"/>
              </a:ext>
            </a:extLst>
          </p:cNvPr>
          <p:cNvSpPr txBox="1">
            <a:spLocks/>
          </p:cNvSpPr>
          <p:nvPr/>
        </p:nvSpPr>
        <p:spPr>
          <a:xfrm>
            <a:off x="2232326" y="3880272"/>
            <a:ext cx="2692500" cy="9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noProof="0">
                <a:solidFill>
                  <a:srgbClr val="FF0000"/>
                </a:solidFill>
                <a:latin typeface="DM Sans" pitchFamily="2" charset="0"/>
              </a:rPr>
              <a:t>Etapa 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18ED478-2A03-A55E-F693-A19FD8BAE512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30</a:t>
            </a:r>
          </a:p>
        </p:txBody>
      </p:sp>
      <p:pic>
        <p:nvPicPr>
          <p:cNvPr id="3" name="Cámara 2">
            <a:extLst>
              <a:ext uri="{FF2B5EF4-FFF2-40B4-BE49-F238E27FC236}">
                <a16:creationId xmlns:a16="http://schemas.microsoft.com/office/drawing/2014/main" id="{C1DC3DE4-EC6A-5B37-37CD-80138D4082B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0958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FE848-1524-A46A-7656-92AEA008D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509C35A-9499-E04B-D209-159255FA64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1511738"/>
              </p:ext>
            </p:extLst>
          </p:nvPr>
        </p:nvGraphicFramePr>
        <p:xfrm>
          <a:off x="1859844" y="792162"/>
          <a:ext cx="5424312" cy="3559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AB171D9F-2ED9-6E67-4A07-99DB4E48FAC5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31</a:t>
            </a:r>
          </a:p>
        </p:txBody>
      </p:sp>
      <p:pic>
        <p:nvPicPr>
          <p:cNvPr id="3" name="Cámara 2">
            <a:extLst>
              <a:ext uri="{FF2B5EF4-FFF2-40B4-BE49-F238E27FC236}">
                <a16:creationId xmlns:a16="http://schemas.microsoft.com/office/drawing/2014/main" id="{64102C26-2AC6-6C2C-0D71-D363A46D928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78106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59E14A01-1E69-2053-4815-0723A7D0C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5215C21-E426-4E50-3F9E-B1E63523AE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9607830"/>
              </p:ext>
            </p:extLst>
          </p:nvPr>
        </p:nvGraphicFramePr>
        <p:xfrm>
          <a:off x="824089" y="0"/>
          <a:ext cx="7394221" cy="5143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0BB81B4D-5831-8CAB-C790-CB2987B6CC9B}"/>
              </a:ext>
            </a:extLst>
          </p:cNvPr>
          <p:cNvSpPr/>
          <p:nvPr/>
        </p:nvSpPr>
        <p:spPr>
          <a:xfrm>
            <a:off x="4492976" y="2664177"/>
            <a:ext cx="1919111" cy="151271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6" name="Google Shape;723;p58">
            <a:extLst>
              <a:ext uri="{FF2B5EF4-FFF2-40B4-BE49-F238E27FC236}">
                <a16:creationId xmlns:a16="http://schemas.microsoft.com/office/drawing/2014/main" id="{9A6F9DD5-7688-81EC-219F-FF8625EA0EFB}"/>
              </a:ext>
            </a:extLst>
          </p:cNvPr>
          <p:cNvSpPr txBox="1">
            <a:spLocks/>
          </p:cNvSpPr>
          <p:nvPr/>
        </p:nvSpPr>
        <p:spPr>
          <a:xfrm>
            <a:off x="4106281" y="3868983"/>
            <a:ext cx="2692500" cy="9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noProof="0">
                <a:solidFill>
                  <a:srgbClr val="FF0000"/>
                </a:solidFill>
                <a:latin typeface="DM Sans" pitchFamily="2" charset="0"/>
              </a:rPr>
              <a:t>Etapa 3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C1424FD-B0DE-F0E1-35E3-3081141E637F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32</a:t>
            </a:r>
          </a:p>
        </p:txBody>
      </p:sp>
      <p:pic>
        <p:nvPicPr>
          <p:cNvPr id="3" name="Cámara 2">
            <a:extLst>
              <a:ext uri="{FF2B5EF4-FFF2-40B4-BE49-F238E27FC236}">
                <a16:creationId xmlns:a16="http://schemas.microsoft.com/office/drawing/2014/main" id="{8DCC955B-0816-3B1A-991A-C53F9E12B80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2290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178A9-FB70-9D93-4D68-14722836D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A23F53C-CB6A-092E-4E4C-1E88D92147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9938434"/>
              </p:ext>
            </p:extLst>
          </p:nvPr>
        </p:nvGraphicFramePr>
        <p:xfrm>
          <a:off x="1859844" y="792162"/>
          <a:ext cx="5424312" cy="3559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6DEC6592-6980-6774-C3BD-A6FD6432E267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33</a:t>
            </a:r>
          </a:p>
        </p:txBody>
      </p:sp>
      <p:pic>
        <p:nvPicPr>
          <p:cNvPr id="3" name="Cámara 2">
            <a:extLst>
              <a:ext uri="{FF2B5EF4-FFF2-40B4-BE49-F238E27FC236}">
                <a16:creationId xmlns:a16="http://schemas.microsoft.com/office/drawing/2014/main" id="{CC1E3A11-5EC5-4270-58E4-BE9D73B81DF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4937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5CE433D0-4DD1-8572-39FA-A74BD9B9A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A69AE9A-7DB5-1C29-571F-670D1790FB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0065118"/>
              </p:ext>
            </p:extLst>
          </p:nvPr>
        </p:nvGraphicFramePr>
        <p:xfrm>
          <a:off x="824089" y="0"/>
          <a:ext cx="7394221" cy="5143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AEF38535-1873-31C6-6491-8DD8E986028E}"/>
              </a:ext>
            </a:extLst>
          </p:cNvPr>
          <p:cNvSpPr/>
          <p:nvPr/>
        </p:nvSpPr>
        <p:spPr>
          <a:xfrm>
            <a:off x="6400799" y="2675466"/>
            <a:ext cx="1919111" cy="151271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6" name="Google Shape;723;p58">
            <a:extLst>
              <a:ext uri="{FF2B5EF4-FFF2-40B4-BE49-F238E27FC236}">
                <a16:creationId xmlns:a16="http://schemas.microsoft.com/office/drawing/2014/main" id="{6AC3B412-884F-ADDD-5D45-A39FA01BE1B0}"/>
              </a:ext>
            </a:extLst>
          </p:cNvPr>
          <p:cNvSpPr txBox="1">
            <a:spLocks/>
          </p:cNvSpPr>
          <p:nvPr/>
        </p:nvSpPr>
        <p:spPr>
          <a:xfrm>
            <a:off x="6014104" y="1898212"/>
            <a:ext cx="2692500" cy="9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noProof="0">
                <a:solidFill>
                  <a:srgbClr val="FF0000"/>
                </a:solidFill>
                <a:latin typeface="DM Sans" pitchFamily="2" charset="0"/>
              </a:rPr>
              <a:t>Etapa 4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28464C2-0CBE-4E57-3BEE-01417D71BDEF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34</a:t>
            </a:r>
          </a:p>
        </p:txBody>
      </p:sp>
      <p:pic>
        <p:nvPicPr>
          <p:cNvPr id="3" name="Cámara 2">
            <a:extLst>
              <a:ext uri="{FF2B5EF4-FFF2-40B4-BE49-F238E27FC236}">
                <a16:creationId xmlns:a16="http://schemas.microsoft.com/office/drawing/2014/main" id="{6B646BBD-7D1C-038B-77A2-EBBB0184F42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22865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578DE-7E9D-7353-5B15-F4EC970D8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AEB4AFE-B17D-BA3D-12B1-6814EE56BD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0605950"/>
              </p:ext>
            </p:extLst>
          </p:nvPr>
        </p:nvGraphicFramePr>
        <p:xfrm>
          <a:off x="1859844" y="792162"/>
          <a:ext cx="5424312" cy="3559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E3E78D30-FD1C-E0B1-2137-770E92055413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35</a:t>
            </a:r>
          </a:p>
        </p:txBody>
      </p:sp>
      <p:pic>
        <p:nvPicPr>
          <p:cNvPr id="3" name="Cámara 2">
            <a:extLst>
              <a:ext uri="{FF2B5EF4-FFF2-40B4-BE49-F238E27FC236}">
                <a16:creationId xmlns:a16="http://schemas.microsoft.com/office/drawing/2014/main" id="{CD5B7F81-EB0D-6FA1-1E3D-035FA312114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12199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0A636AA6-E081-1D23-73D3-8B7B0B291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>
            <a:extLst>
              <a:ext uri="{FF2B5EF4-FFF2-40B4-BE49-F238E27FC236}">
                <a16:creationId xmlns:a16="http://schemas.microsoft.com/office/drawing/2014/main" id="{1945A7BF-00D8-1938-F666-7A297753DB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200" y="1534802"/>
            <a:ext cx="64836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CO" sz="6600" noProof="0">
                <a:latin typeface="DM Sans" pitchFamily="2" charset="0"/>
              </a:rPr>
              <a:t>PLANEACIÓN DEL PROYECTO</a:t>
            </a:r>
            <a:br>
              <a:rPr lang="es-CO" sz="6600" noProof="0">
                <a:latin typeface="DM Sans" pitchFamily="2" charset="0"/>
              </a:rPr>
            </a:br>
            <a:endParaRPr lang="es-CO" noProof="0">
              <a:latin typeface="DM Sans" pitchFamily="2" charset="0"/>
            </a:endParaRPr>
          </a:p>
        </p:txBody>
      </p:sp>
      <p:cxnSp>
        <p:nvCxnSpPr>
          <p:cNvPr id="244" name="Google Shape;244;p37">
            <a:extLst>
              <a:ext uri="{FF2B5EF4-FFF2-40B4-BE49-F238E27FC236}">
                <a16:creationId xmlns:a16="http://schemas.microsoft.com/office/drawing/2014/main" id="{89F8FDDC-9EA9-7A3E-E585-2DD71F81C9B0}"/>
              </a:ext>
            </a:extLst>
          </p:cNvPr>
          <p:cNvCxnSpPr/>
          <p:nvPr/>
        </p:nvCxnSpPr>
        <p:spPr>
          <a:xfrm>
            <a:off x="1342075" y="2435100"/>
            <a:ext cx="648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3DA7B200-16FB-6203-A4DB-EEFE6526C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sz="4000" b="1" noProof="0">
                <a:latin typeface="DM Sans" pitchFamily="2" charset="0"/>
              </a:rPr>
              <a:t>10 de 12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8A3960D-49A3-CA9A-285B-2B6E1BC6B2E3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3246600251"/>
      </p:ext>
    </p:extLst>
  </p:cSld>
  <p:clrMapOvr>
    <a:masterClrMapping/>
  </p:clrMapOvr>
  <p:transition spd="slow">
    <p:cover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1C4936E-2A80-184E-D552-EA0DCC31796C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37</a:t>
            </a:r>
          </a:p>
        </p:txBody>
      </p:sp>
      <p:graphicFrame>
        <p:nvGraphicFramePr>
          <p:cNvPr id="15" name="Table 1">
            <a:extLst>
              <a:ext uri="{FF2B5EF4-FFF2-40B4-BE49-F238E27FC236}">
                <a16:creationId xmlns:a16="http://schemas.microsoft.com/office/drawing/2014/main" id="{B04925AB-248E-110C-C7F9-3204D5075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103908"/>
              </p:ext>
            </p:extLst>
          </p:nvPr>
        </p:nvGraphicFramePr>
        <p:xfrm>
          <a:off x="530606" y="2080258"/>
          <a:ext cx="8082815" cy="1592584"/>
        </p:xfrm>
        <a:graphic>
          <a:graphicData uri="http://schemas.openxmlformats.org/drawingml/2006/table">
            <a:tbl>
              <a:tblPr firstRow="1" bandRow="1">
                <a:effectLst>
                  <a:outerShdw blurRad="114300" dist="38100" dir="2700000" algn="tl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883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57132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</a:tblGrid>
              <a:tr h="213324">
                <a:tc>
                  <a:txBody>
                    <a:bodyPr/>
                    <a:lstStyle/>
                    <a:p>
                      <a:pPr algn="ctr"/>
                      <a:endParaRPr lang="es-CO" sz="1400" noProof="0">
                        <a:latin typeface="DM Sans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100" noProof="0">
                          <a:solidFill>
                            <a:schemeClr val="tx1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747">
                <a:tc>
                  <a:txBody>
                    <a:bodyPr/>
                    <a:lstStyle/>
                    <a:p>
                      <a:pPr algn="just"/>
                      <a:r>
                        <a:rPr lang="es-CO" sz="1200" noProof="0">
                          <a:solidFill>
                            <a:srgbClr val="000000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Etapa 1</a:t>
                      </a:r>
                    </a:p>
                  </a:txBody>
                  <a:tcPr marL="85726" marR="85726" marT="42863" marB="42863" anchor="ctr">
                    <a:lnL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747">
                <a:tc>
                  <a:txBody>
                    <a:bodyPr/>
                    <a:lstStyle/>
                    <a:p>
                      <a:pPr algn="just"/>
                      <a:r>
                        <a:rPr lang="es-CO" sz="1200" noProof="0">
                          <a:solidFill>
                            <a:srgbClr val="000000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Etapa 2</a:t>
                      </a:r>
                    </a:p>
                  </a:txBody>
                  <a:tcPr marL="85726" marR="85726" marT="42863" marB="42863" anchor="ctr">
                    <a:lnL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747">
                <a:tc>
                  <a:txBody>
                    <a:bodyPr/>
                    <a:lstStyle/>
                    <a:p>
                      <a:pPr algn="just"/>
                      <a:r>
                        <a:rPr lang="es-CO" sz="1200" noProof="0">
                          <a:solidFill>
                            <a:srgbClr val="000000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Etapa 3</a:t>
                      </a:r>
                    </a:p>
                  </a:txBody>
                  <a:tcPr marL="85726" marR="85726" marT="42863" marB="42863" anchor="ctr">
                    <a:lnL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74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200" noProof="0">
                          <a:solidFill>
                            <a:srgbClr val="000000"/>
                          </a:solidFill>
                          <a:latin typeface="DM Sans" pitchFamily="2" charset="0"/>
                          <a:cs typeface="Arial" panose="020B0604020202020204" pitchFamily="34" charset="0"/>
                        </a:rPr>
                        <a:t>Etapa 4</a:t>
                      </a:r>
                    </a:p>
                  </a:txBody>
                  <a:tcPr marL="85726" marR="85726" marT="42863" marB="42863" anchor="ctr">
                    <a:lnL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O" sz="1700" noProof="0">
                        <a:latin typeface="DM Sans" pitchFamily="2" charset="0"/>
                      </a:endParaRP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686702"/>
                  </a:ext>
                </a:extLst>
              </a:tr>
            </a:tbl>
          </a:graphicData>
        </a:graphic>
      </p:graphicFrame>
      <p:graphicFrame>
        <p:nvGraphicFramePr>
          <p:cNvPr id="17" name="Table 26">
            <a:extLst>
              <a:ext uri="{FF2B5EF4-FFF2-40B4-BE49-F238E27FC236}">
                <a16:creationId xmlns:a16="http://schemas.microsoft.com/office/drawing/2014/main" id="{DC938EEC-C1FF-28BE-A22D-EBFD98AD4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984038"/>
              </p:ext>
            </p:extLst>
          </p:nvPr>
        </p:nvGraphicFramePr>
        <p:xfrm>
          <a:off x="530593" y="1477323"/>
          <a:ext cx="8082840" cy="299086"/>
        </p:xfrm>
        <a:graphic>
          <a:graphicData uri="http://schemas.openxmlformats.org/drawingml/2006/table">
            <a:tbl>
              <a:tblPr firstRow="1" bandRow="1">
                <a:effectLst>
                  <a:outerShdw blurRad="114300" dist="38100" dir="2700000" algn="t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891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5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s-CO" sz="1400" b="1" noProof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DM Sans" pitchFamily="2" charset="0"/>
                          <a:cs typeface="Arial" panose="020B0604020202020204" pitchFamily="34" charset="0"/>
                        </a:rPr>
                        <a:t>Etapas</a:t>
                      </a:r>
                    </a:p>
                  </a:txBody>
                  <a:tcPr marL="85726" marR="85726" marT="42863" marB="42863">
                    <a:lnL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s-CO" sz="1400" b="1" noProof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DM Sans" pitchFamily="2" charset="0"/>
                          <a:cs typeface="Arial" panose="020B0604020202020204" pitchFamily="34" charset="0"/>
                        </a:rPr>
                        <a:t>Semanas</a:t>
                      </a:r>
                    </a:p>
                  </a:txBody>
                  <a:tcPr marL="85726" marR="85726" marT="42863" marB="42863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Rectangle 65" descr="project duration bar">
            <a:extLst>
              <a:ext uri="{FF2B5EF4-FFF2-40B4-BE49-F238E27FC236}">
                <a16:creationId xmlns:a16="http://schemas.microsoft.com/office/drawing/2014/main" id="{8806B86D-EAC3-6517-B495-D8DF9A0D1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886" y="2386514"/>
            <a:ext cx="392503" cy="9474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</a:pPr>
            <a:endParaRPr lang="es-CO" noProof="0">
              <a:latin typeface="DM Sans" pitchFamily="2" charset="0"/>
            </a:endParaRPr>
          </a:p>
        </p:txBody>
      </p:sp>
      <p:sp>
        <p:nvSpPr>
          <p:cNvPr id="19" name="Pentagon 41" descr="milestone markers at beginning and end of time blocks">
            <a:extLst>
              <a:ext uri="{FF2B5EF4-FFF2-40B4-BE49-F238E27FC236}">
                <a16:creationId xmlns:a16="http://schemas.microsoft.com/office/drawing/2014/main" id="{D5A25C64-632D-A65C-443F-17FE824C7E2D}"/>
              </a:ext>
            </a:extLst>
          </p:cNvPr>
          <p:cNvSpPr/>
          <p:nvPr/>
        </p:nvSpPr>
        <p:spPr>
          <a:xfrm rot="5400000">
            <a:off x="1426679" y="2436225"/>
            <a:ext cx="221916" cy="122497"/>
          </a:xfrm>
          <a:prstGeom prst="homePlate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20" name="Pentagon 41" descr="milestone markers at beginning and end of time blocks">
            <a:extLst>
              <a:ext uri="{FF2B5EF4-FFF2-40B4-BE49-F238E27FC236}">
                <a16:creationId xmlns:a16="http://schemas.microsoft.com/office/drawing/2014/main" id="{86812163-DFED-334D-758D-84589002A7D8}"/>
              </a:ext>
            </a:extLst>
          </p:cNvPr>
          <p:cNvSpPr/>
          <p:nvPr/>
        </p:nvSpPr>
        <p:spPr>
          <a:xfrm rot="5400000">
            <a:off x="1941706" y="2436226"/>
            <a:ext cx="221916" cy="122497"/>
          </a:xfrm>
          <a:prstGeom prst="homePlate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21" name="Rectangle 65" descr="project duration bar">
            <a:extLst>
              <a:ext uri="{FF2B5EF4-FFF2-40B4-BE49-F238E27FC236}">
                <a16:creationId xmlns:a16="http://schemas.microsoft.com/office/drawing/2014/main" id="{5EB4758D-BFB9-E0B2-CD45-FCBA0ED78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4513" y="2386512"/>
            <a:ext cx="2973078" cy="9474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</a:pPr>
            <a:endParaRPr lang="es-CO" noProof="0">
              <a:latin typeface="DM Sans" pitchFamily="2" charset="0"/>
            </a:endParaRPr>
          </a:p>
        </p:txBody>
      </p:sp>
      <p:sp>
        <p:nvSpPr>
          <p:cNvPr id="22" name="Pentagon 41" descr="milestone markers at beginning and end of time blocks">
            <a:extLst>
              <a:ext uri="{FF2B5EF4-FFF2-40B4-BE49-F238E27FC236}">
                <a16:creationId xmlns:a16="http://schemas.microsoft.com/office/drawing/2014/main" id="{005C53A7-CB4B-B696-3E08-157E676C0C74}"/>
              </a:ext>
            </a:extLst>
          </p:cNvPr>
          <p:cNvSpPr/>
          <p:nvPr/>
        </p:nvSpPr>
        <p:spPr>
          <a:xfrm rot="5400000">
            <a:off x="4522306" y="2436223"/>
            <a:ext cx="221916" cy="122497"/>
          </a:xfrm>
          <a:prstGeom prst="homePlate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23" name="Pentagon 41" descr="milestone markers at beginning and end of time blocks">
            <a:extLst>
              <a:ext uri="{FF2B5EF4-FFF2-40B4-BE49-F238E27FC236}">
                <a16:creationId xmlns:a16="http://schemas.microsoft.com/office/drawing/2014/main" id="{638D2DF1-8D9A-6E18-E72E-87DA27D9309E}"/>
              </a:ext>
            </a:extLst>
          </p:cNvPr>
          <p:cNvSpPr/>
          <p:nvPr/>
        </p:nvSpPr>
        <p:spPr>
          <a:xfrm rot="5400000">
            <a:off x="7617907" y="2436223"/>
            <a:ext cx="221916" cy="122497"/>
          </a:xfrm>
          <a:prstGeom prst="homePlate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24" name="Rectangle 65" descr="project duration bar">
            <a:extLst>
              <a:ext uri="{FF2B5EF4-FFF2-40B4-BE49-F238E27FC236}">
                <a16:creationId xmlns:a16="http://schemas.microsoft.com/office/drawing/2014/main" id="{3D6BEF21-51B5-0601-560B-8543B6D1F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886" y="2702776"/>
            <a:ext cx="1420132" cy="9474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</a:pPr>
            <a:endParaRPr lang="es-CO" noProof="0">
              <a:latin typeface="DM Sans" pitchFamily="2" charset="0"/>
            </a:endParaRPr>
          </a:p>
        </p:txBody>
      </p:sp>
      <p:sp>
        <p:nvSpPr>
          <p:cNvPr id="25" name="Pentagon 41" descr="milestone markers at beginning and end of time blocks">
            <a:extLst>
              <a:ext uri="{FF2B5EF4-FFF2-40B4-BE49-F238E27FC236}">
                <a16:creationId xmlns:a16="http://schemas.microsoft.com/office/drawing/2014/main" id="{472D5D7C-9B01-077F-2151-9789F66F0504}"/>
              </a:ext>
            </a:extLst>
          </p:cNvPr>
          <p:cNvSpPr/>
          <p:nvPr/>
        </p:nvSpPr>
        <p:spPr>
          <a:xfrm rot="5400000">
            <a:off x="1426679" y="2752487"/>
            <a:ext cx="221916" cy="122497"/>
          </a:xfrm>
          <a:prstGeom prst="homePlate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26" name="Pentagon 41" descr="milestone markers at beginning and end of time blocks">
            <a:extLst>
              <a:ext uri="{FF2B5EF4-FFF2-40B4-BE49-F238E27FC236}">
                <a16:creationId xmlns:a16="http://schemas.microsoft.com/office/drawing/2014/main" id="{73452374-1041-BEE6-2C87-9AED0A003847}"/>
              </a:ext>
            </a:extLst>
          </p:cNvPr>
          <p:cNvSpPr/>
          <p:nvPr/>
        </p:nvSpPr>
        <p:spPr>
          <a:xfrm rot="5400000">
            <a:off x="2969334" y="2752486"/>
            <a:ext cx="221916" cy="122497"/>
          </a:xfrm>
          <a:prstGeom prst="homePlate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30" name="Rectangle 65" descr="project duration bar">
            <a:extLst>
              <a:ext uri="{FF2B5EF4-FFF2-40B4-BE49-F238E27FC236}">
                <a16:creationId xmlns:a16="http://schemas.microsoft.com/office/drawing/2014/main" id="{77C959EA-DA5E-D06D-6E6A-DE914F71D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885" y="3066183"/>
            <a:ext cx="1966023" cy="947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</a:pPr>
            <a:endParaRPr lang="es-CO" noProof="0">
              <a:latin typeface="DM Sans" pitchFamily="2" charset="0"/>
            </a:endParaRPr>
          </a:p>
        </p:txBody>
      </p:sp>
      <p:sp>
        <p:nvSpPr>
          <p:cNvPr id="31" name="Pentagon 41" descr="milestone markers at beginning and end of time blocks">
            <a:extLst>
              <a:ext uri="{FF2B5EF4-FFF2-40B4-BE49-F238E27FC236}">
                <a16:creationId xmlns:a16="http://schemas.microsoft.com/office/drawing/2014/main" id="{9ED8A93C-F46A-6576-6CBD-C807CA32AD75}"/>
              </a:ext>
            </a:extLst>
          </p:cNvPr>
          <p:cNvSpPr/>
          <p:nvPr/>
        </p:nvSpPr>
        <p:spPr>
          <a:xfrm rot="5400000">
            <a:off x="1426678" y="3115894"/>
            <a:ext cx="221916" cy="122497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416" name="Pentagon 41" descr="milestone markers at beginning and end of time blocks">
            <a:extLst>
              <a:ext uri="{FF2B5EF4-FFF2-40B4-BE49-F238E27FC236}">
                <a16:creationId xmlns:a16="http://schemas.microsoft.com/office/drawing/2014/main" id="{950B4765-EF22-813E-D44A-15E2CA28D902}"/>
              </a:ext>
            </a:extLst>
          </p:cNvPr>
          <p:cNvSpPr/>
          <p:nvPr/>
        </p:nvSpPr>
        <p:spPr>
          <a:xfrm rot="5400000">
            <a:off x="3515224" y="3115893"/>
            <a:ext cx="221916" cy="122497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417" name="Rectangle 65" descr="project duration bar">
            <a:extLst>
              <a:ext uri="{FF2B5EF4-FFF2-40B4-BE49-F238E27FC236}">
                <a16:creationId xmlns:a16="http://schemas.microsoft.com/office/drawing/2014/main" id="{3B6B0B51-6732-9940-83B9-AA5D69C84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4613" y="3066181"/>
            <a:ext cx="641105" cy="947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</a:pPr>
            <a:endParaRPr lang="es-CO" noProof="0">
              <a:latin typeface="DM Sans" pitchFamily="2" charset="0"/>
            </a:endParaRPr>
          </a:p>
        </p:txBody>
      </p:sp>
      <p:sp>
        <p:nvSpPr>
          <p:cNvPr id="418" name="Pentagon 41" descr="milestone markers at beginning and end of time blocks">
            <a:extLst>
              <a:ext uri="{FF2B5EF4-FFF2-40B4-BE49-F238E27FC236}">
                <a16:creationId xmlns:a16="http://schemas.microsoft.com/office/drawing/2014/main" id="{3BF8DA7A-635F-D3CC-2C64-730A73A28198}"/>
              </a:ext>
            </a:extLst>
          </p:cNvPr>
          <p:cNvSpPr/>
          <p:nvPr/>
        </p:nvSpPr>
        <p:spPr>
          <a:xfrm rot="5400000">
            <a:off x="7342406" y="3115890"/>
            <a:ext cx="221916" cy="122497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419" name="Pentagon 41" descr="milestone markers at beginning and end of time blocks">
            <a:extLst>
              <a:ext uri="{FF2B5EF4-FFF2-40B4-BE49-F238E27FC236}">
                <a16:creationId xmlns:a16="http://schemas.microsoft.com/office/drawing/2014/main" id="{37C1549B-E983-F6AF-EEFD-8E7C4A7498D8}"/>
              </a:ext>
            </a:extLst>
          </p:cNvPr>
          <p:cNvSpPr/>
          <p:nvPr/>
        </p:nvSpPr>
        <p:spPr>
          <a:xfrm rot="5400000">
            <a:off x="8106035" y="3115891"/>
            <a:ext cx="221916" cy="122497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420" name="Rectangle 65" descr="project duration bar">
            <a:extLst>
              <a:ext uri="{FF2B5EF4-FFF2-40B4-BE49-F238E27FC236}">
                <a16:creationId xmlns:a16="http://schemas.microsoft.com/office/drawing/2014/main" id="{26DE0AF7-9CD0-1D21-6626-6CA358199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4041" y="3402377"/>
            <a:ext cx="186198" cy="947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</a:pPr>
            <a:endParaRPr lang="es-CO" noProof="0">
              <a:latin typeface="DM Sans" pitchFamily="2" charset="0"/>
            </a:endParaRPr>
          </a:p>
        </p:txBody>
      </p:sp>
      <p:sp>
        <p:nvSpPr>
          <p:cNvPr id="421" name="Pentagon 41" descr="milestone markers at beginning and end of time blocks">
            <a:extLst>
              <a:ext uri="{FF2B5EF4-FFF2-40B4-BE49-F238E27FC236}">
                <a16:creationId xmlns:a16="http://schemas.microsoft.com/office/drawing/2014/main" id="{95161FFA-9B62-CC69-D611-E115FAB5C9D4}"/>
              </a:ext>
            </a:extLst>
          </p:cNvPr>
          <p:cNvSpPr/>
          <p:nvPr/>
        </p:nvSpPr>
        <p:spPr>
          <a:xfrm rot="5400000">
            <a:off x="2722079" y="3452089"/>
            <a:ext cx="221916" cy="122497"/>
          </a:xfrm>
          <a:prstGeom prst="homePlate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431" name="Pentagon 41" descr="milestone markers at beginning and end of time blocks">
            <a:extLst>
              <a:ext uri="{FF2B5EF4-FFF2-40B4-BE49-F238E27FC236}">
                <a16:creationId xmlns:a16="http://schemas.microsoft.com/office/drawing/2014/main" id="{ED85A7DB-99C5-F239-CCA8-A2C782EB5E2D}"/>
              </a:ext>
            </a:extLst>
          </p:cNvPr>
          <p:cNvSpPr/>
          <p:nvPr/>
        </p:nvSpPr>
        <p:spPr>
          <a:xfrm rot="5400000">
            <a:off x="2969334" y="3452089"/>
            <a:ext cx="221916" cy="122497"/>
          </a:xfrm>
          <a:prstGeom prst="homePlate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432" name="Rectangle 65" descr="project duration bar">
            <a:extLst>
              <a:ext uri="{FF2B5EF4-FFF2-40B4-BE49-F238E27FC236}">
                <a16:creationId xmlns:a16="http://schemas.microsoft.com/office/drawing/2014/main" id="{D616DF81-6F67-B9D4-7CC9-502321546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4612" y="3402377"/>
            <a:ext cx="915050" cy="947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</a:pPr>
            <a:endParaRPr lang="es-CO" noProof="0">
              <a:latin typeface="DM Sans" pitchFamily="2" charset="0"/>
            </a:endParaRPr>
          </a:p>
        </p:txBody>
      </p:sp>
      <p:sp>
        <p:nvSpPr>
          <p:cNvPr id="433" name="Pentagon 41" descr="milestone markers at beginning and end of time blocks">
            <a:extLst>
              <a:ext uri="{FF2B5EF4-FFF2-40B4-BE49-F238E27FC236}">
                <a16:creationId xmlns:a16="http://schemas.microsoft.com/office/drawing/2014/main" id="{AAF44902-731A-E1C2-2D2D-7FB731504CBC}"/>
              </a:ext>
            </a:extLst>
          </p:cNvPr>
          <p:cNvSpPr/>
          <p:nvPr/>
        </p:nvSpPr>
        <p:spPr>
          <a:xfrm rot="5400000">
            <a:off x="7342405" y="3452089"/>
            <a:ext cx="221916" cy="122497"/>
          </a:xfrm>
          <a:prstGeom prst="homePlate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sp>
        <p:nvSpPr>
          <p:cNvPr id="434" name="Pentagon 41" descr="milestone markers at beginning and end of time blocks">
            <a:extLst>
              <a:ext uri="{FF2B5EF4-FFF2-40B4-BE49-F238E27FC236}">
                <a16:creationId xmlns:a16="http://schemas.microsoft.com/office/drawing/2014/main" id="{B3B60136-376B-75A6-03DE-70415897322E}"/>
              </a:ext>
            </a:extLst>
          </p:cNvPr>
          <p:cNvSpPr/>
          <p:nvPr/>
        </p:nvSpPr>
        <p:spPr>
          <a:xfrm rot="5400000">
            <a:off x="8379978" y="3452089"/>
            <a:ext cx="221916" cy="122497"/>
          </a:xfrm>
          <a:prstGeom prst="homePlate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>
              <a:latin typeface="DM Sans" pitchFamily="2" charset="0"/>
            </a:endParaRPr>
          </a:p>
        </p:txBody>
      </p:sp>
      <p:graphicFrame>
        <p:nvGraphicFramePr>
          <p:cNvPr id="2" name="Table 26">
            <a:extLst>
              <a:ext uri="{FF2B5EF4-FFF2-40B4-BE49-F238E27FC236}">
                <a16:creationId xmlns:a16="http://schemas.microsoft.com/office/drawing/2014/main" id="{221812E7-EBB4-3E89-2239-08015BC57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345199"/>
              </p:ext>
            </p:extLst>
          </p:nvPr>
        </p:nvGraphicFramePr>
        <p:xfrm>
          <a:off x="530593" y="1776410"/>
          <a:ext cx="8082814" cy="2990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91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2933">
                  <a:extLst>
                    <a:ext uri="{9D8B030D-6E8A-4147-A177-3AD203B41FA5}">
                      <a16:colId xmlns:a16="http://schemas.microsoft.com/office/drawing/2014/main" val="2817891849"/>
                    </a:ext>
                  </a:extLst>
                </a:gridCol>
                <a:gridCol w="4888060">
                  <a:extLst>
                    <a:ext uri="{9D8B030D-6E8A-4147-A177-3AD203B41FA5}">
                      <a16:colId xmlns:a16="http://schemas.microsoft.com/office/drawing/2014/main" val="2855183765"/>
                    </a:ext>
                  </a:extLst>
                </a:gridCol>
              </a:tblGrid>
              <a:tr h="2735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9pPr>
                    </a:lstStyle>
                    <a:p>
                      <a:pPr algn="ctr"/>
                      <a:endParaRPr lang="es-CO" sz="1400" b="1" noProof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DM Sans" pitchFamily="2" charset="0"/>
                        <a:cs typeface="Arial" panose="020B0604020202020204" pitchFamily="34" charset="0"/>
                      </a:endParaRPr>
                    </a:p>
                  </a:txBody>
                  <a:tcPr marL="85726" marR="85726" marT="42863" marB="42863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noProof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2025</a:t>
                      </a:r>
                      <a:endParaRPr lang="es-CO" sz="1400" b="1" noProof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DM Sans" pitchFamily="2" charset="0"/>
                        <a:cs typeface="Arial" panose="020B0604020202020204" pitchFamily="34" charset="0"/>
                      </a:endParaRPr>
                    </a:p>
                  </a:txBody>
                  <a:tcPr marL="85726" marR="85726" marT="42863" marB="42863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noProof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2026</a:t>
                      </a:r>
                      <a:endParaRPr lang="es-CO" sz="1400" b="1" noProof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DM Sans" pitchFamily="2" charset="0"/>
                        <a:cs typeface="Arial" panose="020B0604020202020204" pitchFamily="34" charset="0"/>
                      </a:endParaRPr>
                    </a:p>
                  </a:txBody>
                  <a:tcPr marL="85726" marR="85726" marT="42863" marB="42863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26">
            <a:extLst>
              <a:ext uri="{FF2B5EF4-FFF2-40B4-BE49-F238E27FC236}">
                <a16:creationId xmlns:a16="http://schemas.microsoft.com/office/drawing/2014/main" id="{6242F83C-D25C-A3ED-B283-4D226897E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399514"/>
              </p:ext>
            </p:extLst>
          </p:nvPr>
        </p:nvGraphicFramePr>
        <p:xfrm>
          <a:off x="530593" y="1181920"/>
          <a:ext cx="8082814" cy="299086"/>
        </p:xfrm>
        <a:graphic>
          <a:graphicData uri="http://schemas.openxmlformats.org/drawingml/2006/table">
            <a:tbl>
              <a:tblPr firstRow="1" bandRow="1">
                <a:effectLst>
                  <a:outerShdw blurRad="114300" dist="38100" dir="2700000" algn="t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8082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51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rial" panose="020B0604020202020204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s-CO" sz="1400" b="0" noProof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DM Sans" pitchFamily="2" charset="0"/>
                          <a:cs typeface="Arial" panose="020B0604020202020204" pitchFamily="34" charset="0"/>
                        </a:rPr>
                        <a:t>Inicio Proyecto: 03 de noviembre de 2025</a:t>
                      </a:r>
                    </a:p>
                  </a:txBody>
                  <a:tcPr marL="85726" marR="85726" marT="42863" marB="42863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Cámara 2">
            <a:extLst>
              <a:ext uri="{FF2B5EF4-FFF2-40B4-BE49-F238E27FC236}">
                <a16:creationId xmlns:a16="http://schemas.microsoft.com/office/drawing/2014/main" id="{BB592CEE-04BE-65D7-9959-248CA50176B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1011" y="-3263"/>
            <a:ext cx="1261771" cy="1261771"/>
          </a:xfrm>
          <a:prstGeom prst="ellipse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0" grpId="0" animBg="1"/>
      <p:bldP spid="31" grpId="0" animBg="1"/>
      <p:bldP spid="416" grpId="0" animBg="1"/>
      <p:bldP spid="417" grpId="0" animBg="1"/>
      <p:bldP spid="418" grpId="0" animBg="1"/>
      <p:bldP spid="419" grpId="0" animBg="1"/>
      <p:bldP spid="420" grpId="0" animBg="1"/>
      <p:bldP spid="421" grpId="0" animBg="1"/>
      <p:bldP spid="431" grpId="0" animBg="1"/>
      <p:bldP spid="432" grpId="0" animBg="1"/>
      <p:bldP spid="433" grpId="0" animBg="1"/>
      <p:bldP spid="43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549F16BD-C35B-6D66-195C-530759F7E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>
            <a:extLst>
              <a:ext uri="{FF2B5EF4-FFF2-40B4-BE49-F238E27FC236}">
                <a16:creationId xmlns:a16="http://schemas.microsoft.com/office/drawing/2014/main" id="{61D7E62D-8546-7B50-F742-CC4DC02D50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200" y="1534802"/>
            <a:ext cx="64836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s-CO" sz="6600" noProof="0">
                <a:latin typeface="DM Sans" pitchFamily="2" charset="0"/>
              </a:rPr>
              <a:t>PRESUPUESTO</a:t>
            </a:r>
          </a:p>
        </p:txBody>
      </p:sp>
      <p:cxnSp>
        <p:nvCxnSpPr>
          <p:cNvPr id="244" name="Google Shape;244;p37">
            <a:extLst>
              <a:ext uri="{FF2B5EF4-FFF2-40B4-BE49-F238E27FC236}">
                <a16:creationId xmlns:a16="http://schemas.microsoft.com/office/drawing/2014/main" id="{3CDEF36B-A7A6-9C8E-DD4B-5D18E96FA94F}"/>
              </a:ext>
            </a:extLst>
          </p:cNvPr>
          <p:cNvCxnSpPr/>
          <p:nvPr/>
        </p:nvCxnSpPr>
        <p:spPr>
          <a:xfrm>
            <a:off x="1342075" y="2435100"/>
            <a:ext cx="648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0993D58D-4D83-F2B6-59C9-3E2CC2C835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sz="4000" b="1" noProof="0">
                <a:latin typeface="DM Sans" pitchFamily="2" charset="0"/>
              </a:rPr>
              <a:t>11 de 12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1E12176-A2CF-9ED3-CC88-1E2DD4D2CE12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53822879"/>
      </p:ext>
    </p:extLst>
  </p:cSld>
  <p:clrMapOvr>
    <a:masterClrMapping/>
  </p:clrMapOvr>
  <p:transition spd="slow">
    <p:cover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7890;p71">
            <a:extLst>
              <a:ext uri="{FF2B5EF4-FFF2-40B4-BE49-F238E27FC236}">
                <a16:creationId xmlns:a16="http://schemas.microsoft.com/office/drawing/2014/main" id="{266FFBB1-3701-BEF3-DD79-9960066DC0F8}"/>
              </a:ext>
            </a:extLst>
          </p:cNvPr>
          <p:cNvGrpSpPr/>
          <p:nvPr/>
        </p:nvGrpSpPr>
        <p:grpSpPr>
          <a:xfrm>
            <a:off x="634200" y="1602368"/>
            <a:ext cx="7875599" cy="1938774"/>
            <a:chOff x="3358412" y="3285485"/>
            <a:chExt cx="2363257" cy="744929"/>
          </a:xfrm>
        </p:grpSpPr>
        <p:grpSp>
          <p:nvGrpSpPr>
            <p:cNvPr id="3" name="Google Shape;7891;p71">
              <a:extLst>
                <a:ext uri="{FF2B5EF4-FFF2-40B4-BE49-F238E27FC236}">
                  <a16:creationId xmlns:a16="http://schemas.microsoft.com/office/drawing/2014/main" id="{5B032111-997D-7A25-464E-52BC2C91643A}"/>
                </a:ext>
              </a:extLst>
            </p:cNvPr>
            <p:cNvGrpSpPr/>
            <p:nvPr/>
          </p:nvGrpSpPr>
          <p:grpSpPr>
            <a:xfrm>
              <a:off x="3358412" y="3285485"/>
              <a:ext cx="2363244" cy="179819"/>
              <a:chOff x="3358412" y="3285485"/>
              <a:chExt cx="2363244" cy="179819"/>
            </a:xfrm>
          </p:grpSpPr>
          <p:sp>
            <p:nvSpPr>
              <p:cNvPr id="674" name="Google Shape;7892;p71">
                <a:extLst>
                  <a:ext uri="{FF2B5EF4-FFF2-40B4-BE49-F238E27FC236}">
                    <a16:creationId xmlns:a16="http://schemas.microsoft.com/office/drawing/2014/main" id="{E37C9B30-C3AB-55FB-1E32-CD419949FF9B}"/>
                  </a:ext>
                </a:extLst>
              </p:cNvPr>
              <p:cNvSpPr/>
              <p:nvPr/>
            </p:nvSpPr>
            <p:spPr>
              <a:xfrm>
                <a:off x="3358412" y="3285485"/>
                <a:ext cx="441300" cy="179819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300" b="1" noProof="0" err="1">
                    <a:latin typeface="DM Sans" pitchFamily="2" charset="0"/>
                  </a:rPr>
                  <a:t>Item</a:t>
                </a:r>
                <a:endParaRPr lang="es-CO" sz="1300" b="1" noProof="0">
                  <a:latin typeface="DM Sans" pitchFamily="2" charset="0"/>
                </a:endParaRPr>
              </a:p>
            </p:txBody>
          </p:sp>
          <p:sp>
            <p:nvSpPr>
              <p:cNvPr id="675" name="Google Shape;7893;p71">
                <a:extLst>
                  <a:ext uri="{FF2B5EF4-FFF2-40B4-BE49-F238E27FC236}">
                    <a16:creationId xmlns:a16="http://schemas.microsoft.com/office/drawing/2014/main" id="{090E48EF-041F-1686-FE27-58ED145546E0}"/>
                  </a:ext>
                </a:extLst>
              </p:cNvPr>
              <p:cNvSpPr/>
              <p:nvPr/>
            </p:nvSpPr>
            <p:spPr>
              <a:xfrm>
                <a:off x="3838898" y="3285485"/>
                <a:ext cx="441300" cy="17981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300" b="1" noProof="0">
                    <a:latin typeface="DM Sans" pitchFamily="2" charset="0"/>
                  </a:rPr>
                  <a:t>Cantidad</a:t>
                </a:r>
              </a:p>
            </p:txBody>
          </p:sp>
          <p:sp>
            <p:nvSpPr>
              <p:cNvPr id="676" name="Google Shape;7894;p71">
                <a:extLst>
                  <a:ext uri="{FF2B5EF4-FFF2-40B4-BE49-F238E27FC236}">
                    <a16:creationId xmlns:a16="http://schemas.microsoft.com/office/drawing/2014/main" id="{68872802-04B8-5ABC-1923-C442C6BA13C0}"/>
                  </a:ext>
                </a:extLst>
              </p:cNvPr>
              <p:cNvSpPr/>
              <p:nvPr/>
            </p:nvSpPr>
            <p:spPr>
              <a:xfrm>
                <a:off x="4319384" y="3285485"/>
                <a:ext cx="441300" cy="17981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300" b="1" noProof="0">
                    <a:latin typeface="DM Sans" pitchFamily="2" charset="0"/>
                  </a:rPr>
                  <a:t>Precio Unitario (COP)</a:t>
                </a:r>
              </a:p>
            </p:txBody>
          </p:sp>
          <p:sp>
            <p:nvSpPr>
              <p:cNvPr id="677" name="Google Shape;7895;p71">
                <a:extLst>
                  <a:ext uri="{FF2B5EF4-FFF2-40B4-BE49-F238E27FC236}">
                    <a16:creationId xmlns:a16="http://schemas.microsoft.com/office/drawing/2014/main" id="{B27A5E76-863D-3B7A-DE57-2D3AC61739FF}"/>
                  </a:ext>
                </a:extLst>
              </p:cNvPr>
              <p:cNvSpPr/>
              <p:nvPr/>
            </p:nvSpPr>
            <p:spPr>
              <a:xfrm>
                <a:off x="4799870" y="3285485"/>
                <a:ext cx="441300" cy="17981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300" b="1" noProof="0">
                    <a:latin typeface="DM Sans" pitchFamily="2" charset="0"/>
                  </a:rPr>
                  <a:t>Total (COP)</a:t>
                </a:r>
              </a:p>
            </p:txBody>
          </p:sp>
          <p:sp>
            <p:nvSpPr>
              <p:cNvPr id="678" name="Google Shape;7896;p71">
                <a:extLst>
                  <a:ext uri="{FF2B5EF4-FFF2-40B4-BE49-F238E27FC236}">
                    <a16:creationId xmlns:a16="http://schemas.microsoft.com/office/drawing/2014/main" id="{3745507F-1C08-F94F-1253-302559E2F19B}"/>
                  </a:ext>
                </a:extLst>
              </p:cNvPr>
              <p:cNvSpPr/>
              <p:nvPr/>
            </p:nvSpPr>
            <p:spPr>
              <a:xfrm>
                <a:off x="5280356" y="3285485"/>
                <a:ext cx="441300" cy="17981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300" b="1" noProof="0">
                    <a:latin typeface="DM Sans" pitchFamily="2" charset="0"/>
                  </a:rPr>
                  <a:t>Financiación</a:t>
                </a:r>
              </a:p>
            </p:txBody>
          </p:sp>
        </p:grpSp>
        <p:grpSp>
          <p:nvGrpSpPr>
            <p:cNvPr id="4" name="Google Shape;7897;p71">
              <a:extLst>
                <a:ext uri="{FF2B5EF4-FFF2-40B4-BE49-F238E27FC236}">
                  <a16:creationId xmlns:a16="http://schemas.microsoft.com/office/drawing/2014/main" id="{8DB624E4-E18D-F438-019A-54DD61FCEC3A}"/>
                </a:ext>
              </a:extLst>
            </p:cNvPr>
            <p:cNvGrpSpPr/>
            <p:nvPr/>
          </p:nvGrpSpPr>
          <p:grpSpPr>
            <a:xfrm>
              <a:off x="3358426" y="3527892"/>
              <a:ext cx="2363243" cy="139500"/>
              <a:chOff x="3358426" y="3527892"/>
              <a:chExt cx="2363243" cy="139500"/>
            </a:xfrm>
          </p:grpSpPr>
          <p:sp>
            <p:nvSpPr>
              <p:cNvPr id="29" name="Google Shape;7898;p71">
                <a:extLst>
                  <a:ext uri="{FF2B5EF4-FFF2-40B4-BE49-F238E27FC236}">
                    <a16:creationId xmlns:a16="http://schemas.microsoft.com/office/drawing/2014/main" id="{7ED8D5A5-11C8-F326-1500-A05134FB3C3F}"/>
                  </a:ext>
                </a:extLst>
              </p:cNvPr>
              <p:cNvSpPr/>
              <p:nvPr/>
            </p:nvSpPr>
            <p:spPr>
              <a:xfrm>
                <a:off x="3358426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1050" noProof="0">
                    <a:latin typeface="DM Sans" pitchFamily="2" charset="0"/>
                  </a:rPr>
                  <a:t>Horas de trabajo de los estudiantes </a:t>
                </a:r>
              </a:p>
            </p:txBody>
          </p:sp>
          <p:sp>
            <p:nvSpPr>
              <p:cNvPr id="30" name="Google Shape;7899;p71">
                <a:extLst>
                  <a:ext uri="{FF2B5EF4-FFF2-40B4-BE49-F238E27FC236}">
                    <a16:creationId xmlns:a16="http://schemas.microsoft.com/office/drawing/2014/main" id="{9EE5E0A4-9AF5-6F10-79B6-CBF98331E75B}"/>
                  </a:ext>
                </a:extLst>
              </p:cNvPr>
              <p:cNvSpPr/>
              <p:nvPr/>
            </p:nvSpPr>
            <p:spPr>
              <a:xfrm>
                <a:off x="3838912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368</a:t>
                </a:r>
              </a:p>
            </p:txBody>
          </p:sp>
          <p:sp>
            <p:nvSpPr>
              <p:cNvPr id="31" name="Google Shape;7900;p71">
                <a:extLst>
                  <a:ext uri="{FF2B5EF4-FFF2-40B4-BE49-F238E27FC236}">
                    <a16:creationId xmlns:a16="http://schemas.microsoft.com/office/drawing/2014/main" id="{3D263178-3D20-4C18-312B-580BE14B99E4}"/>
                  </a:ext>
                </a:extLst>
              </p:cNvPr>
              <p:cNvSpPr/>
              <p:nvPr/>
            </p:nvSpPr>
            <p:spPr>
              <a:xfrm>
                <a:off x="4319398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$15,000</a:t>
                </a:r>
              </a:p>
            </p:txBody>
          </p:sp>
          <p:sp>
            <p:nvSpPr>
              <p:cNvPr id="672" name="Google Shape;7901;p71">
                <a:extLst>
                  <a:ext uri="{FF2B5EF4-FFF2-40B4-BE49-F238E27FC236}">
                    <a16:creationId xmlns:a16="http://schemas.microsoft.com/office/drawing/2014/main" id="{438D809B-43D6-1C05-459D-B90289BAD6C9}"/>
                  </a:ext>
                </a:extLst>
              </p:cNvPr>
              <p:cNvSpPr/>
              <p:nvPr/>
            </p:nvSpPr>
            <p:spPr>
              <a:xfrm>
                <a:off x="4799884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$5,520,000</a:t>
                </a:r>
              </a:p>
            </p:txBody>
          </p:sp>
          <p:sp>
            <p:nvSpPr>
              <p:cNvPr id="673" name="Google Shape;7902;p71">
                <a:extLst>
                  <a:ext uri="{FF2B5EF4-FFF2-40B4-BE49-F238E27FC236}">
                    <a16:creationId xmlns:a16="http://schemas.microsoft.com/office/drawing/2014/main" id="{C857AF49-2DFD-FAC7-05F9-928D28B4D0CB}"/>
                  </a:ext>
                </a:extLst>
              </p:cNvPr>
              <p:cNvSpPr/>
              <p:nvPr/>
            </p:nvSpPr>
            <p:spPr>
              <a:xfrm>
                <a:off x="5280369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Propia</a:t>
                </a:r>
              </a:p>
            </p:txBody>
          </p:sp>
        </p:grpSp>
        <p:grpSp>
          <p:nvGrpSpPr>
            <p:cNvPr id="5" name="Google Shape;7903;p71">
              <a:extLst>
                <a:ext uri="{FF2B5EF4-FFF2-40B4-BE49-F238E27FC236}">
                  <a16:creationId xmlns:a16="http://schemas.microsoft.com/office/drawing/2014/main" id="{80378071-29B4-5C6C-BC81-119DFCD1F324}"/>
                </a:ext>
              </a:extLst>
            </p:cNvPr>
            <p:cNvGrpSpPr/>
            <p:nvPr/>
          </p:nvGrpSpPr>
          <p:grpSpPr>
            <a:xfrm>
              <a:off x="3358425" y="3709403"/>
              <a:ext cx="2363244" cy="139500"/>
              <a:chOff x="3358425" y="3709403"/>
              <a:chExt cx="2363244" cy="139500"/>
            </a:xfrm>
          </p:grpSpPr>
          <p:sp>
            <p:nvSpPr>
              <p:cNvPr id="24" name="Google Shape;7904;p71">
                <a:extLst>
                  <a:ext uri="{FF2B5EF4-FFF2-40B4-BE49-F238E27FC236}">
                    <a16:creationId xmlns:a16="http://schemas.microsoft.com/office/drawing/2014/main" id="{E67FFB63-B6E9-1827-F554-E5889F277713}"/>
                  </a:ext>
                </a:extLst>
              </p:cNvPr>
              <p:cNvSpPr/>
              <p:nvPr/>
            </p:nvSpPr>
            <p:spPr>
              <a:xfrm>
                <a:off x="3358425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1050" noProof="0">
                    <a:latin typeface="DM Sans" pitchFamily="2" charset="0"/>
                  </a:rPr>
                  <a:t>Horas de trabajo del consultor (director)</a:t>
                </a:r>
              </a:p>
            </p:txBody>
          </p:sp>
          <p:sp>
            <p:nvSpPr>
              <p:cNvPr id="25" name="Google Shape;7905;p71">
                <a:extLst>
                  <a:ext uri="{FF2B5EF4-FFF2-40B4-BE49-F238E27FC236}">
                    <a16:creationId xmlns:a16="http://schemas.microsoft.com/office/drawing/2014/main" id="{D800D0BA-6706-75A3-C10B-413C28A18F05}"/>
                  </a:ext>
                </a:extLst>
              </p:cNvPr>
              <p:cNvSpPr/>
              <p:nvPr/>
            </p:nvSpPr>
            <p:spPr>
              <a:xfrm>
                <a:off x="3838911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36</a:t>
                </a:r>
              </a:p>
            </p:txBody>
          </p:sp>
          <p:sp>
            <p:nvSpPr>
              <p:cNvPr id="26" name="Google Shape;7906;p71">
                <a:extLst>
                  <a:ext uri="{FF2B5EF4-FFF2-40B4-BE49-F238E27FC236}">
                    <a16:creationId xmlns:a16="http://schemas.microsoft.com/office/drawing/2014/main" id="{223A6DF7-FD56-4D58-7DDA-6935EC6594B2}"/>
                  </a:ext>
                </a:extLst>
              </p:cNvPr>
              <p:cNvSpPr/>
              <p:nvPr/>
            </p:nvSpPr>
            <p:spPr>
              <a:xfrm>
                <a:off x="4319397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$120,000</a:t>
                </a:r>
              </a:p>
            </p:txBody>
          </p:sp>
          <p:sp>
            <p:nvSpPr>
              <p:cNvPr id="27" name="Google Shape;7907;p71">
                <a:extLst>
                  <a:ext uri="{FF2B5EF4-FFF2-40B4-BE49-F238E27FC236}">
                    <a16:creationId xmlns:a16="http://schemas.microsoft.com/office/drawing/2014/main" id="{A9B26242-998F-77E6-2449-6A491CDDF85F}"/>
                  </a:ext>
                </a:extLst>
              </p:cNvPr>
              <p:cNvSpPr/>
              <p:nvPr/>
            </p:nvSpPr>
            <p:spPr>
              <a:xfrm>
                <a:off x="4799883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$4,320,000</a:t>
                </a:r>
              </a:p>
            </p:txBody>
          </p:sp>
          <p:sp>
            <p:nvSpPr>
              <p:cNvPr id="28" name="Google Shape;7908;p71">
                <a:extLst>
                  <a:ext uri="{FF2B5EF4-FFF2-40B4-BE49-F238E27FC236}">
                    <a16:creationId xmlns:a16="http://schemas.microsoft.com/office/drawing/2014/main" id="{C85683BE-3724-325E-143A-93218168EBFB}"/>
                  </a:ext>
                </a:extLst>
              </p:cNvPr>
              <p:cNvSpPr/>
              <p:nvPr/>
            </p:nvSpPr>
            <p:spPr>
              <a:xfrm>
                <a:off x="5280369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Matrícula PUJ</a:t>
                </a:r>
              </a:p>
            </p:txBody>
          </p:sp>
        </p:grpSp>
        <p:grpSp>
          <p:nvGrpSpPr>
            <p:cNvPr id="6" name="Google Shape;7909;p71">
              <a:extLst>
                <a:ext uri="{FF2B5EF4-FFF2-40B4-BE49-F238E27FC236}">
                  <a16:creationId xmlns:a16="http://schemas.microsoft.com/office/drawing/2014/main" id="{B84C243D-76EA-E346-B31F-365DF1737419}"/>
                </a:ext>
              </a:extLst>
            </p:cNvPr>
            <p:cNvGrpSpPr/>
            <p:nvPr/>
          </p:nvGrpSpPr>
          <p:grpSpPr>
            <a:xfrm>
              <a:off x="3358425" y="3890914"/>
              <a:ext cx="2363244" cy="139500"/>
              <a:chOff x="3358425" y="3890914"/>
              <a:chExt cx="2363244" cy="139500"/>
            </a:xfrm>
          </p:grpSpPr>
          <p:sp>
            <p:nvSpPr>
              <p:cNvPr id="19" name="Google Shape;7910;p71">
                <a:extLst>
                  <a:ext uri="{FF2B5EF4-FFF2-40B4-BE49-F238E27FC236}">
                    <a16:creationId xmlns:a16="http://schemas.microsoft.com/office/drawing/2014/main" id="{C422EDD8-E6A3-EE88-C658-E8AE1832546E}"/>
                  </a:ext>
                </a:extLst>
              </p:cNvPr>
              <p:cNvSpPr/>
              <p:nvPr/>
            </p:nvSpPr>
            <p:spPr>
              <a:xfrm>
                <a:off x="3358425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1100" noProof="0">
                    <a:latin typeface="DM Sans" pitchFamily="2" charset="0"/>
                  </a:rPr>
                  <a:t>Horas de trabajo del asesor</a:t>
                </a:r>
              </a:p>
            </p:txBody>
          </p:sp>
          <p:sp>
            <p:nvSpPr>
              <p:cNvPr id="20" name="Google Shape;7911;p71">
                <a:extLst>
                  <a:ext uri="{FF2B5EF4-FFF2-40B4-BE49-F238E27FC236}">
                    <a16:creationId xmlns:a16="http://schemas.microsoft.com/office/drawing/2014/main" id="{B32EC9BF-426B-2EFA-D551-C6A54D9A34C8}"/>
                  </a:ext>
                </a:extLst>
              </p:cNvPr>
              <p:cNvSpPr/>
              <p:nvPr/>
            </p:nvSpPr>
            <p:spPr>
              <a:xfrm>
                <a:off x="3838912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36</a:t>
                </a:r>
              </a:p>
            </p:txBody>
          </p:sp>
          <p:sp>
            <p:nvSpPr>
              <p:cNvPr id="21" name="Google Shape;7912;p71">
                <a:extLst>
                  <a:ext uri="{FF2B5EF4-FFF2-40B4-BE49-F238E27FC236}">
                    <a16:creationId xmlns:a16="http://schemas.microsoft.com/office/drawing/2014/main" id="{046385BF-9F97-9AE6-077E-2983A459C4CC}"/>
                  </a:ext>
                </a:extLst>
              </p:cNvPr>
              <p:cNvSpPr/>
              <p:nvPr/>
            </p:nvSpPr>
            <p:spPr>
              <a:xfrm>
                <a:off x="4319397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$120,000</a:t>
                </a:r>
              </a:p>
            </p:txBody>
          </p:sp>
          <p:sp>
            <p:nvSpPr>
              <p:cNvPr id="22" name="Google Shape;7913;p71">
                <a:extLst>
                  <a:ext uri="{FF2B5EF4-FFF2-40B4-BE49-F238E27FC236}">
                    <a16:creationId xmlns:a16="http://schemas.microsoft.com/office/drawing/2014/main" id="{AE074CAE-398E-289C-DC02-070ACF3D52F5}"/>
                  </a:ext>
                </a:extLst>
              </p:cNvPr>
              <p:cNvSpPr/>
              <p:nvPr/>
            </p:nvSpPr>
            <p:spPr>
              <a:xfrm>
                <a:off x="4799883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$4,320,000</a:t>
                </a:r>
              </a:p>
            </p:txBody>
          </p:sp>
          <p:sp>
            <p:nvSpPr>
              <p:cNvPr id="23" name="Google Shape;7914;p71">
                <a:extLst>
                  <a:ext uri="{FF2B5EF4-FFF2-40B4-BE49-F238E27FC236}">
                    <a16:creationId xmlns:a16="http://schemas.microsoft.com/office/drawing/2014/main" id="{F33990EF-5B1D-6B3F-95E9-28C5DA6D2696}"/>
                  </a:ext>
                </a:extLst>
              </p:cNvPr>
              <p:cNvSpPr/>
              <p:nvPr/>
            </p:nvSpPr>
            <p:spPr>
              <a:xfrm>
                <a:off x="5280369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noProof="0">
                    <a:latin typeface="DM Sans" pitchFamily="2" charset="0"/>
                  </a:rPr>
                  <a:t>Matrícula PUJ</a:t>
                </a:r>
              </a:p>
            </p:txBody>
          </p:sp>
        </p:grpSp>
      </p:grpSp>
      <p:sp>
        <p:nvSpPr>
          <p:cNvPr id="686" name="Rectángulo 685">
            <a:extLst>
              <a:ext uri="{FF2B5EF4-FFF2-40B4-BE49-F238E27FC236}">
                <a16:creationId xmlns:a16="http://schemas.microsoft.com/office/drawing/2014/main" id="{7F1C8CAB-0DB3-3B20-F532-47A0E01D0A83}"/>
              </a:ext>
            </a:extLst>
          </p:cNvPr>
          <p:cNvSpPr/>
          <p:nvPr/>
        </p:nvSpPr>
        <p:spPr>
          <a:xfrm>
            <a:off x="14603" y="-1"/>
            <a:ext cx="4557397" cy="967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noProof="0">
                <a:solidFill>
                  <a:sysClr val="windowText" lastClr="000000"/>
                </a:solidFill>
                <a:latin typeface="DM Sans" pitchFamily="2" charset="0"/>
              </a:rPr>
              <a:t>RECURSOS HUMANOS</a:t>
            </a:r>
          </a:p>
        </p:txBody>
      </p:sp>
      <p:sp>
        <p:nvSpPr>
          <p:cNvPr id="687" name="Rectángulo 686">
            <a:extLst>
              <a:ext uri="{FF2B5EF4-FFF2-40B4-BE49-F238E27FC236}">
                <a16:creationId xmlns:a16="http://schemas.microsoft.com/office/drawing/2014/main" id="{FDB28E28-0781-223E-9C53-7757B5789838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39</a:t>
            </a:r>
          </a:p>
        </p:txBody>
      </p:sp>
      <p:sp>
        <p:nvSpPr>
          <p:cNvPr id="7" name="Google Shape;7895;p71">
            <a:extLst>
              <a:ext uri="{FF2B5EF4-FFF2-40B4-BE49-F238E27FC236}">
                <a16:creationId xmlns:a16="http://schemas.microsoft.com/office/drawing/2014/main" id="{9BBBD153-9AAD-740B-904F-EE83632207A9}"/>
              </a:ext>
            </a:extLst>
          </p:cNvPr>
          <p:cNvSpPr/>
          <p:nvPr/>
        </p:nvSpPr>
        <p:spPr>
          <a:xfrm>
            <a:off x="5437886" y="3648532"/>
            <a:ext cx="1470641" cy="467999"/>
          </a:xfrm>
          <a:prstGeom prst="flowChartAlternateProcess">
            <a:avLst/>
          </a:prstGeom>
          <a:noFill/>
          <a:ln w="9525" cap="flat" cmpd="sng">
            <a:solidFill>
              <a:srgbClr val="7994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noProof="0">
                <a:latin typeface="DM Sans" pitchFamily="2" charset="0"/>
              </a:rPr>
              <a:t>$14,160,000</a:t>
            </a:r>
          </a:p>
        </p:txBody>
      </p:sp>
      <p:sp>
        <p:nvSpPr>
          <p:cNvPr id="8" name="Google Shape;7892;p71">
            <a:extLst>
              <a:ext uri="{FF2B5EF4-FFF2-40B4-BE49-F238E27FC236}">
                <a16:creationId xmlns:a16="http://schemas.microsoft.com/office/drawing/2014/main" id="{864AE7C0-E129-F39B-9E91-1BC87B3730DE}"/>
              </a:ext>
            </a:extLst>
          </p:cNvPr>
          <p:cNvSpPr/>
          <p:nvPr/>
        </p:nvSpPr>
        <p:spPr>
          <a:xfrm>
            <a:off x="634200" y="3650263"/>
            <a:ext cx="4673099" cy="468002"/>
          </a:xfrm>
          <a:prstGeom prst="flowChartAlternateProcess">
            <a:avLst/>
          </a:prstGeom>
          <a:noFill/>
          <a:ln w="9525" cap="flat" cmpd="sng">
            <a:solidFill>
              <a:srgbClr val="7994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noProof="0">
                <a:latin typeface="DM Sans" pitchFamily="2" charset="0"/>
              </a:rPr>
              <a:t>TOTAL RECURSOS HUMANOS</a:t>
            </a:r>
          </a:p>
        </p:txBody>
      </p:sp>
      <p:pic>
        <p:nvPicPr>
          <p:cNvPr id="10" name="Cámara 9">
            <a:extLst>
              <a:ext uri="{FF2B5EF4-FFF2-40B4-BE49-F238E27FC236}">
                <a16:creationId xmlns:a16="http://schemas.microsoft.com/office/drawing/2014/main" id="{BC8F7E38-4ED6-0253-B8B9-BF26D73123B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3412" y="-3262"/>
            <a:ext cx="1109370" cy="1109370"/>
          </a:xfrm>
          <a:prstGeom prst="ellipse">
            <a:avLst/>
          </a:prstGeom>
        </p:spPr>
      </p:pic>
    </p:spTree>
  </p:cSld>
  <p:clrMapOvr>
    <a:masterClrMapping/>
  </p:clrMapOvr>
  <p:transition spd="med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>
          <a:extLst>
            <a:ext uri="{FF2B5EF4-FFF2-40B4-BE49-F238E27FC236}">
              <a16:creationId xmlns:a16="http://schemas.microsoft.com/office/drawing/2014/main" id="{909E90C1-3238-4282-8BBD-3CE966CA6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Rectángulo 685">
            <a:extLst>
              <a:ext uri="{FF2B5EF4-FFF2-40B4-BE49-F238E27FC236}">
                <a16:creationId xmlns:a16="http://schemas.microsoft.com/office/drawing/2014/main" id="{070AB14E-0FD0-9C15-1CEC-CE914B472678}"/>
              </a:ext>
            </a:extLst>
          </p:cNvPr>
          <p:cNvSpPr/>
          <p:nvPr/>
        </p:nvSpPr>
        <p:spPr>
          <a:xfrm>
            <a:off x="14603" y="0"/>
            <a:ext cx="4557397" cy="82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noProof="0">
                <a:solidFill>
                  <a:sysClr val="windowText" lastClr="000000"/>
                </a:solidFill>
                <a:latin typeface="DM Sans" pitchFamily="2" charset="0"/>
              </a:rPr>
              <a:t>COMPONENTES</a:t>
            </a:r>
          </a:p>
        </p:txBody>
      </p:sp>
      <p:grpSp>
        <p:nvGrpSpPr>
          <p:cNvPr id="7" name="Google Shape;7890;p71">
            <a:extLst>
              <a:ext uri="{FF2B5EF4-FFF2-40B4-BE49-F238E27FC236}">
                <a16:creationId xmlns:a16="http://schemas.microsoft.com/office/drawing/2014/main" id="{6DD091DB-E8B6-5C05-DFCC-B5289807F0BF}"/>
              </a:ext>
            </a:extLst>
          </p:cNvPr>
          <p:cNvGrpSpPr/>
          <p:nvPr/>
        </p:nvGrpSpPr>
        <p:grpSpPr>
          <a:xfrm>
            <a:off x="633691" y="2750979"/>
            <a:ext cx="7884363" cy="1259992"/>
            <a:chOff x="3358307" y="3527892"/>
            <a:chExt cx="2363479" cy="900290"/>
          </a:xfrm>
        </p:grpSpPr>
        <p:grpSp>
          <p:nvGrpSpPr>
            <p:cNvPr id="9" name="Google Shape;7897;p71">
              <a:extLst>
                <a:ext uri="{FF2B5EF4-FFF2-40B4-BE49-F238E27FC236}">
                  <a16:creationId xmlns:a16="http://schemas.microsoft.com/office/drawing/2014/main" id="{A0077F88-9214-434E-E8FE-F122747F4750}"/>
                </a:ext>
              </a:extLst>
            </p:cNvPr>
            <p:cNvGrpSpPr/>
            <p:nvPr/>
          </p:nvGrpSpPr>
          <p:grpSpPr>
            <a:xfrm>
              <a:off x="3358426" y="3527892"/>
              <a:ext cx="2363243" cy="139500"/>
              <a:chOff x="3358426" y="3527892"/>
              <a:chExt cx="2363243" cy="139500"/>
            </a:xfrm>
          </p:grpSpPr>
          <p:sp>
            <p:nvSpPr>
              <p:cNvPr id="695" name="Google Shape;7898;p71">
                <a:extLst>
                  <a:ext uri="{FF2B5EF4-FFF2-40B4-BE49-F238E27FC236}">
                    <a16:creationId xmlns:a16="http://schemas.microsoft.com/office/drawing/2014/main" id="{E72BF62D-7102-D111-C34D-F2CC6E26D99B}"/>
                  </a:ext>
                </a:extLst>
              </p:cNvPr>
              <p:cNvSpPr/>
              <p:nvPr/>
            </p:nvSpPr>
            <p:spPr>
              <a:xfrm>
                <a:off x="3358426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900" noProof="0">
                    <a:latin typeface="DM Sans" pitchFamily="2" charset="0"/>
                  </a:rPr>
                  <a:t>Driver</a:t>
                </a:r>
              </a:p>
            </p:txBody>
          </p:sp>
          <p:sp>
            <p:nvSpPr>
              <p:cNvPr id="696" name="Google Shape;7899;p71">
                <a:extLst>
                  <a:ext uri="{FF2B5EF4-FFF2-40B4-BE49-F238E27FC236}">
                    <a16:creationId xmlns:a16="http://schemas.microsoft.com/office/drawing/2014/main" id="{7BAB8262-8B59-414A-A838-8F4FD0C6F3FE}"/>
                  </a:ext>
                </a:extLst>
              </p:cNvPr>
              <p:cNvSpPr/>
              <p:nvPr/>
            </p:nvSpPr>
            <p:spPr>
              <a:xfrm>
                <a:off x="3838912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4</a:t>
                </a:r>
              </a:p>
            </p:txBody>
          </p:sp>
          <p:sp>
            <p:nvSpPr>
              <p:cNvPr id="697" name="Google Shape;7900;p71">
                <a:extLst>
                  <a:ext uri="{FF2B5EF4-FFF2-40B4-BE49-F238E27FC236}">
                    <a16:creationId xmlns:a16="http://schemas.microsoft.com/office/drawing/2014/main" id="{E1221AFD-8CAB-0972-B20A-1CFE4CE48C05}"/>
                  </a:ext>
                </a:extLst>
              </p:cNvPr>
              <p:cNvSpPr/>
              <p:nvPr/>
            </p:nvSpPr>
            <p:spPr>
              <a:xfrm>
                <a:off x="4319398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$40,000</a:t>
                </a:r>
              </a:p>
            </p:txBody>
          </p:sp>
          <p:sp>
            <p:nvSpPr>
              <p:cNvPr id="698" name="Google Shape;7901;p71">
                <a:extLst>
                  <a:ext uri="{FF2B5EF4-FFF2-40B4-BE49-F238E27FC236}">
                    <a16:creationId xmlns:a16="http://schemas.microsoft.com/office/drawing/2014/main" id="{F166B431-D40A-4ED3-36BC-648750244C29}"/>
                  </a:ext>
                </a:extLst>
              </p:cNvPr>
              <p:cNvSpPr/>
              <p:nvPr/>
            </p:nvSpPr>
            <p:spPr>
              <a:xfrm>
                <a:off x="4799884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$160,000</a:t>
                </a:r>
              </a:p>
            </p:txBody>
          </p:sp>
          <p:sp>
            <p:nvSpPr>
              <p:cNvPr id="699" name="Google Shape;7902;p71">
                <a:extLst>
                  <a:ext uri="{FF2B5EF4-FFF2-40B4-BE49-F238E27FC236}">
                    <a16:creationId xmlns:a16="http://schemas.microsoft.com/office/drawing/2014/main" id="{EF8E6239-F2F7-6643-DB29-B8713A840913}"/>
                  </a:ext>
                </a:extLst>
              </p:cNvPr>
              <p:cNvSpPr/>
              <p:nvPr/>
            </p:nvSpPr>
            <p:spPr>
              <a:xfrm>
                <a:off x="5280369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sz="900" noProof="0">
                    <a:latin typeface="DM Sans" pitchFamily="2" charset="0"/>
                  </a:rPr>
                  <a:t>Cliente</a:t>
                </a:r>
              </a:p>
            </p:txBody>
          </p:sp>
        </p:grpSp>
        <p:grpSp>
          <p:nvGrpSpPr>
            <p:cNvPr id="10" name="Google Shape;7903;p71">
              <a:extLst>
                <a:ext uri="{FF2B5EF4-FFF2-40B4-BE49-F238E27FC236}">
                  <a16:creationId xmlns:a16="http://schemas.microsoft.com/office/drawing/2014/main" id="{BD0CCE39-34F3-9D49-DB77-71FAB08A6563}"/>
                </a:ext>
              </a:extLst>
            </p:cNvPr>
            <p:cNvGrpSpPr/>
            <p:nvPr/>
          </p:nvGrpSpPr>
          <p:grpSpPr>
            <a:xfrm>
              <a:off x="3358425" y="3709403"/>
              <a:ext cx="2363244" cy="139500"/>
              <a:chOff x="3358425" y="3709403"/>
              <a:chExt cx="2363244" cy="139500"/>
            </a:xfrm>
          </p:grpSpPr>
          <p:sp>
            <p:nvSpPr>
              <p:cNvPr id="690" name="Google Shape;7904;p71">
                <a:extLst>
                  <a:ext uri="{FF2B5EF4-FFF2-40B4-BE49-F238E27FC236}">
                    <a16:creationId xmlns:a16="http://schemas.microsoft.com/office/drawing/2014/main" id="{3FBC0D23-A528-9075-E05A-553F8E371E8C}"/>
                  </a:ext>
                </a:extLst>
              </p:cNvPr>
              <p:cNvSpPr/>
              <p:nvPr/>
            </p:nvSpPr>
            <p:spPr>
              <a:xfrm>
                <a:off x="3358425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900" noProof="0">
                    <a:latin typeface="DM Sans" pitchFamily="2" charset="0"/>
                  </a:rPr>
                  <a:t>Sensor de ultrasonido</a:t>
                </a:r>
              </a:p>
            </p:txBody>
          </p:sp>
          <p:sp>
            <p:nvSpPr>
              <p:cNvPr id="691" name="Google Shape;7905;p71">
                <a:extLst>
                  <a:ext uri="{FF2B5EF4-FFF2-40B4-BE49-F238E27FC236}">
                    <a16:creationId xmlns:a16="http://schemas.microsoft.com/office/drawing/2014/main" id="{A34EF8DA-D20A-7DB9-1975-442FAF6F5693}"/>
                  </a:ext>
                </a:extLst>
              </p:cNvPr>
              <p:cNvSpPr/>
              <p:nvPr/>
            </p:nvSpPr>
            <p:spPr>
              <a:xfrm>
                <a:off x="3838911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1</a:t>
                </a:r>
              </a:p>
            </p:txBody>
          </p:sp>
          <p:sp>
            <p:nvSpPr>
              <p:cNvPr id="692" name="Google Shape;7906;p71">
                <a:extLst>
                  <a:ext uri="{FF2B5EF4-FFF2-40B4-BE49-F238E27FC236}">
                    <a16:creationId xmlns:a16="http://schemas.microsoft.com/office/drawing/2014/main" id="{2A5C9776-8112-5860-6A01-C728305BE8D4}"/>
                  </a:ext>
                </a:extLst>
              </p:cNvPr>
              <p:cNvSpPr/>
              <p:nvPr/>
            </p:nvSpPr>
            <p:spPr>
              <a:xfrm>
                <a:off x="4319397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$10,000</a:t>
                </a:r>
              </a:p>
            </p:txBody>
          </p:sp>
          <p:sp>
            <p:nvSpPr>
              <p:cNvPr id="693" name="Google Shape;7907;p71">
                <a:extLst>
                  <a:ext uri="{FF2B5EF4-FFF2-40B4-BE49-F238E27FC236}">
                    <a16:creationId xmlns:a16="http://schemas.microsoft.com/office/drawing/2014/main" id="{59000459-1CFA-0BAA-A1FC-529F430B7FDF}"/>
                  </a:ext>
                </a:extLst>
              </p:cNvPr>
              <p:cNvSpPr/>
              <p:nvPr/>
            </p:nvSpPr>
            <p:spPr>
              <a:xfrm>
                <a:off x="4799883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$10,000</a:t>
                </a:r>
              </a:p>
            </p:txBody>
          </p:sp>
          <p:sp>
            <p:nvSpPr>
              <p:cNvPr id="694" name="Google Shape;7908;p71">
                <a:extLst>
                  <a:ext uri="{FF2B5EF4-FFF2-40B4-BE49-F238E27FC236}">
                    <a16:creationId xmlns:a16="http://schemas.microsoft.com/office/drawing/2014/main" id="{436A3425-4D72-5E11-7594-5FCC549AFD47}"/>
                  </a:ext>
                </a:extLst>
              </p:cNvPr>
              <p:cNvSpPr/>
              <p:nvPr/>
            </p:nvSpPr>
            <p:spPr>
              <a:xfrm>
                <a:off x="5280369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Cliente</a:t>
                </a:r>
              </a:p>
            </p:txBody>
          </p:sp>
        </p:grpSp>
        <p:grpSp>
          <p:nvGrpSpPr>
            <p:cNvPr id="11" name="Google Shape;7909;p71">
              <a:extLst>
                <a:ext uri="{FF2B5EF4-FFF2-40B4-BE49-F238E27FC236}">
                  <a16:creationId xmlns:a16="http://schemas.microsoft.com/office/drawing/2014/main" id="{5CA2C5BE-99B8-D9DF-1AD0-6B3C9C203C77}"/>
                </a:ext>
              </a:extLst>
            </p:cNvPr>
            <p:cNvGrpSpPr/>
            <p:nvPr/>
          </p:nvGrpSpPr>
          <p:grpSpPr>
            <a:xfrm>
              <a:off x="3358425" y="3890914"/>
              <a:ext cx="2363244" cy="139500"/>
              <a:chOff x="3358425" y="3890914"/>
              <a:chExt cx="2363244" cy="139500"/>
            </a:xfrm>
          </p:grpSpPr>
          <p:sp>
            <p:nvSpPr>
              <p:cNvPr id="684" name="Google Shape;7910;p71">
                <a:extLst>
                  <a:ext uri="{FF2B5EF4-FFF2-40B4-BE49-F238E27FC236}">
                    <a16:creationId xmlns:a16="http://schemas.microsoft.com/office/drawing/2014/main" id="{7B7D5E52-8E6E-91F7-3896-F6A8531B2DEC}"/>
                  </a:ext>
                </a:extLst>
              </p:cNvPr>
              <p:cNvSpPr/>
              <p:nvPr/>
            </p:nvSpPr>
            <p:spPr>
              <a:xfrm>
                <a:off x="3358425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900" noProof="0">
                    <a:latin typeface="DM Sans" pitchFamily="2" charset="0"/>
                  </a:rPr>
                  <a:t>Regulador</a:t>
                </a:r>
              </a:p>
            </p:txBody>
          </p:sp>
          <p:sp>
            <p:nvSpPr>
              <p:cNvPr id="685" name="Google Shape;7911;p71">
                <a:extLst>
                  <a:ext uri="{FF2B5EF4-FFF2-40B4-BE49-F238E27FC236}">
                    <a16:creationId xmlns:a16="http://schemas.microsoft.com/office/drawing/2014/main" id="{93C9B4BE-B6F0-E0F4-38E4-61EDBFFFCC52}"/>
                  </a:ext>
                </a:extLst>
              </p:cNvPr>
              <p:cNvSpPr/>
              <p:nvPr/>
            </p:nvSpPr>
            <p:spPr>
              <a:xfrm>
                <a:off x="3838912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3</a:t>
                </a:r>
              </a:p>
            </p:txBody>
          </p:sp>
          <p:sp>
            <p:nvSpPr>
              <p:cNvPr id="687" name="Google Shape;7912;p71">
                <a:extLst>
                  <a:ext uri="{FF2B5EF4-FFF2-40B4-BE49-F238E27FC236}">
                    <a16:creationId xmlns:a16="http://schemas.microsoft.com/office/drawing/2014/main" id="{7CCF88D5-8993-6D38-B4DC-4A7D6CAD0CB6}"/>
                  </a:ext>
                </a:extLst>
              </p:cNvPr>
              <p:cNvSpPr/>
              <p:nvPr/>
            </p:nvSpPr>
            <p:spPr>
              <a:xfrm>
                <a:off x="4319397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$15,000</a:t>
                </a:r>
              </a:p>
            </p:txBody>
          </p:sp>
          <p:sp>
            <p:nvSpPr>
              <p:cNvPr id="688" name="Google Shape;7913;p71">
                <a:extLst>
                  <a:ext uri="{FF2B5EF4-FFF2-40B4-BE49-F238E27FC236}">
                    <a16:creationId xmlns:a16="http://schemas.microsoft.com/office/drawing/2014/main" id="{65E84496-7DA0-4DD2-58C8-FF120C73B459}"/>
                  </a:ext>
                </a:extLst>
              </p:cNvPr>
              <p:cNvSpPr/>
              <p:nvPr/>
            </p:nvSpPr>
            <p:spPr>
              <a:xfrm>
                <a:off x="4799883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$45,000</a:t>
                </a:r>
              </a:p>
            </p:txBody>
          </p:sp>
          <p:sp>
            <p:nvSpPr>
              <p:cNvPr id="689" name="Google Shape;7914;p71">
                <a:extLst>
                  <a:ext uri="{FF2B5EF4-FFF2-40B4-BE49-F238E27FC236}">
                    <a16:creationId xmlns:a16="http://schemas.microsoft.com/office/drawing/2014/main" id="{97908D30-5E13-6896-0A4C-F3E05E0BDF1B}"/>
                  </a:ext>
                </a:extLst>
              </p:cNvPr>
              <p:cNvSpPr/>
              <p:nvPr/>
            </p:nvSpPr>
            <p:spPr>
              <a:xfrm>
                <a:off x="5280369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sz="900" noProof="0">
                    <a:latin typeface="DM Sans" pitchFamily="2" charset="0"/>
                  </a:rPr>
                  <a:t>Cliente</a:t>
                </a:r>
              </a:p>
            </p:txBody>
          </p:sp>
        </p:grpSp>
        <p:grpSp>
          <p:nvGrpSpPr>
            <p:cNvPr id="12" name="Google Shape;7915;p71">
              <a:extLst>
                <a:ext uri="{FF2B5EF4-FFF2-40B4-BE49-F238E27FC236}">
                  <a16:creationId xmlns:a16="http://schemas.microsoft.com/office/drawing/2014/main" id="{DCF222A2-6B08-2C3C-E545-579EBD110A0E}"/>
                </a:ext>
              </a:extLst>
            </p:cNvPr>
            <p:cNvGrpSpPr/>
            <p:nvPr/>
          </p:nvGrpSpPr>
          <p:grpSpPr>
            <a:xfrm>
              <a:off x="3358408" y="4083532"/>
              <a:ext cx="2363378" cy="139544"/>
              <a:chOff x="3294810" y="4149154"/>
              <a:chExt cx="2638877" cy="150088"/>
            </a:xfrm>
          </p:grpSpPr>
          <p:sp>
            <p:nvSpPr>
              <p:cNvPr id="679" name="Google Shape;7916;p71">
                <a:extLst>
                  <a:ext uri="{FF2B5EF4-FFF2-40B4-BE49-F238E27FC236}">
                    <a16:creationId xmlns:a16="http://schemas.microsoft.com/office/drawing/2014/main" id="{983C02C8-5CAB-B861-167D-C3EBA0189ABA}"/>
                  </a:ext>
                </a:extLst>
              </p:cNvPr>
              <p:cNvSpPr/>
              <p:nvPr/>
            </p:nvSpPr>
            <p:spPr>
              <a:xfrm>
                <a:off x="3294810" y="4149192"/>
                <a:ext cx="492900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Batería</a:t>
                </a:r>
              </a:p>
            </p:txBody>
          </p:sp>
          <p:sp>
            <p:nvSpPr>
              <p:cNvPr id="680" name="Google Shape;7917;p71">
                <a:extLst>
                  <a:ext uri="{FF2B5EF4-FFF2-40B4-BE49-F238E27FC236}">
                    <a16:creationId xmlns:a16="http://schemas.microsoft.com/office/drawing/2014/main" id="{415C4807-1F4A-5A3F-D3E8-14E953B1A21F}"/>
                  </a:ext>
                </a:extLst>
              </p:cNvPr>
              <p:cNvSpPr/>
              <p:nvPr/>
            </p:nvSpPr>
            <p:spPr>
              <a:xfrm>
                <a:off x="3831305" y="4149257"/>
                <a:ext cx="492900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2</a:t>
                </a:r>
              </a:p>
            </p:txBody>
          </p:sp>
          <p:sp>
            <p:nvSpPr>
              <p:cNvPr id="681" name="Google Shape;7918;p71">
                <a:extLst>
                  <a:ext uri="{FF2B5EF4-FFF2-40B4-BE49-F238E27FC236}">
                    <a16:creationId xmlns:a16="http://schemas.microsoft.com/office/drawing/2014/main" id="{A0A60060-3F49-7554-45DA-61FA5B42D473}"/>
                  </a:ext>
                </a:extLst>
              </p:cNvPr>
              <p:cNvSpPr/>
              <p:nvPr/>
            </p:nvSpPr>
            <p:spPr>
              <a:xfrm>
                <a:off x="4367798" y="4149275"/>
                <a:ext cx="492900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sz="900" noProof="0">
                    <a:latin typeface="DM Sans" pitchFamily="2" charset="0"/>
                  </a:rPr>
                  <a:t>$300,000</a:t>
                </a:r>
              </a:p>
            </p:txBody>
          </p:sp>
          <p:sp>
            <p:nvSpPr>
              <p:cNvPr id="682" name="Google Shape;7919;p71">
                <a:extLst>
                  <a:ext uri="{FF2B5EF4-FFF2-40B4-BE49-F238E27FC236}">
                    <a16:creationId xmlns:a16="http://schemas.microsoft.com/office/drawing/2014/main" id="{9BF01020-5A33-B871-CD70-B014F4CB5F88}"/>
                  </a:ext>
                </a:extLst>
              </p:cNvPr>
              <p:cNvSpPr/>
              <p:nvPr/>
            </p:nvSpPr>
            <p:spPr>
              <a:xfrm>
                <a:off x="4904292" y="4149154"/>
                <a:ext cx="492900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sz="900" noProof="0">
                    <a:latin typeface="DM Sans" pitchFamily="2" charset="0"/>
                  </a:rPr>
                  <a:t>$600,000</a:t>
                </a:r>
              </a:p>
            </p:txBody>
          </p:sp>
          <p:sp>
            <p:nvSpPr>
              <p:cNvPr id="683" name="Google Shape;7920;p71">
                <a:extLst>
                  <a:ext uri="{FF2B5EF4-FFF2-40B4-BE49-F238E27FC236}">
                    <a16:creationId xmlns:a16="http://schemas.microsoft.com/office/drawing/2014/main" id="{EB041DFF-FFE7-3E2D-7250-FAF22A263810}"/>
                  </a:ext>
                </a:extLst>
              </p:cNvPr>
              <p:cNvSpPr/>
              <p:nvPr/>
            </p:nvSpPr>
            <p:spPr>
              <a:xfrm>
                <a:off x="5440787" y="4149268"/>
                <a:ext cx="492900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sz="900" noProof="0">
                    <a:latin typeface="DM Sans" pitchFamily="2" charset="0"/>
                  </a:rPr>
                  <a:t>Cliente</a:t>
                </a:r>
              </a:p>
            </p:txBody>
          </p:sp>
        </p:grpSp>
        <p:grpSp>
          <p:nvGrpSpPr>
            <p:cNvPr id="13" name="Google Shape;7921;p71">
              <a:extLst>
                <a:ext uri="{FF2B5EF4-FFF2-40B4-BE49-F238E27FC236}">
                  <a16:creationId xmlns:a16="http://schemas.microsoft.com/office/drawing/2014/main" id="{1533732A-993B-FE20-4225-061F38DD325F}"/>
                </a:ext>
              </a:extLst>
            </p:cNvPr>
            <p:cNvGrpSpPr/>
            <p:nvPr/>
          </p:nvGrpSpPr>
          <p:grpSpPr>
            <a:xfrm>
              <a:off x="3358307" y="4288545"/>
              <a:ext cx="2363380" cy="139637"/>
              <a:chOff x="3294814" y="4201306"/>
              <a:chExt cx="2638879" cy="151155"/>
            </a:xfrm>
          </p:grpSpPr>
          <p:sp>
            <p:nvSpPr>
              <p:cNvPr id="14" name="Google Shape;7922;p71">
                <a:extLst>
                  <a:ext uri="{FF2B5EF4-FFF2-40B4-BE49-F238E27FC236}">
                    <a16:creationId xmlns:a16="http://schemas.microsoft.com/office/drawing/2014/main" id="{5F9064EE-0342-2518-BCF3-61BC9E972D5B}"/>
                  </a:ext>
                </a:extLst>
              </p:cNvPr>
              <p:cNvSpPr/>
              <p:nvPr/>
            </p:nvSpPr>
            <p:spPr>
              <a:xfrm>
                <a:off x="3294814" y="4201414"/>
                <a:ext cx="492900" cy="15104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Cargador de  batería</a:t>
                </a:r>
              </a:p>
            </p:txBody>
          </p:sp>
          <p:sp>
            <p:nvSpPr>
              <p:cNvPr id="15" name="Google Shape;7923;p71">
                <a:extLst>
                  <a:ext uri="{FF2B5EF4-FFF2-40B4-BE49-F238E27FC236}">
                    <a16:creationId xmlns:a16="http://schemas.microsoft.com/office/drawing/2014/main" id="{99432AC7-B39A-452B-C5AD-95F29FAE1DEB}"/>
                  </a:ext>
                </a:extLst>
              </p:cNvPr>
              <p:cNvSpPr/>
              <p:nvPr/>
            </p:nvSpPr>
            <p:spPr>
              <a:xfrm>
                <a:off x="3831309" y="4201354"/>
                <a:ext cx="492900" cy="15104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2</a:t>
                </a:r>
              </a:p>
            </p:txBody>
          </p:sp>
          <p:sp>
            <p:nvSpPr>
              <p:cNvPr id="16" name="Google Shape;7924;p71">
                <a:extLst>
                  <a:ext uri="{FF2B5EF4-FFF2-40B4-BE49-F238E27FC236}">
                    <a16:creationId xmlns:a16="http://schemas.microsoft.com/office/drawing/2014/main" id="{F1E87421-0646-D09B-ED3C-651ADBF08DE0}"/>
                  </a:ext>
                </a:extLst>
              </p:cNvPr>
              <p:cNvSpPr/>
              <p:nvPr/>
            </p:nvSpPr>
            <p:spPr>
              <a:xfrm>
                <a:off x="4367803" y="4201311"/>
                <a:ext cx="492900" cy="15104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sz="900" noProof="0">
                    <a:latin typeface="DM Sans" pitchFamily="2" charset="0"/>
                  </a:rPr>
                  <a:t>$150,000</a:t>
                </a:r>
              </a:p>
            </p:txBody>
          </p:sp>
          <p:sp>
            <p:nvSpPr>
              <p:cNvPr id="17" name="Google Shape;7925;p71">
                <a:extLst>
                  <a:ext uri="{FF2B5EF4-FFF2-40B4-BE49-F238E27FC236}">
                    <a16:creationId xmlns:a16="http://schemas.microsoft.com/office/drawing/2014/main" id="{41A21594-A44B-D458-32B1-791BC3561D6C}"/>
                  </a:ext>
                </a:extLst>
              </p:cNvPr>
              <p:cNvSpPr/>
              <p:nvPr/>
            </p:nvSpPr>
            <p:spPr>
              <a:xfrm>
                <a:off x="4904297" y="4201306"/>
                <a:ext cx="492900" cy="15104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sz="900" noProof="0">
                    <a:latin typeface="DM Sans" pitchFamily="2" charset="0"/>
                  </a:rPr>
                  <a:t>$300,000</a:t>
                </a:r>
              </a:p>
            </p:txBody>
          </p:sp>
          <p:sp>
            <p:nvSpPr>
              <p:cNvPr id="18" name="Google Shape;7926;p71">
                <a:extLst>
                  <a:ext uri="{FF2B5EF4-FFF2-40B4-BE49-F238E27FC236}">
                    <a16:creationId xmlns:a16="http://schemas.microsoft.com/office/drawing/2014/main" id="{3BB90D26-5289-1616-E8DE-88113DB36094}"/>
                  </a:ext>
                </a:extLst>
              </p:cNvPr>
              <p:cNvSpPr/>
              <p:nvPr/>
            </p:nvSpPr>
            <p:spPr>
              <a:xfrm>
                <a:off x="5440793" y="4201311"/>
                <a:ext cx="492900" cy="15104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sz="900" noProof="0">
                    <a:latin typeface="DM Sans" pitchFamily="2" charset="0"/>
                  </a:rPr>
                  <a:t>Cliente</a:t>
                </a:r>
              </a:p>
            </p:txBody>
          </p:sp>
        </p:grpSp>
      </p:grpSp>
      <p:sp>
        <p:nvSpPr>
          <p:cNvPr id="711" name="Rectángulo 710">
            <a:extLst>
              <a:ext uri="{FF2B5EF4-FFF2-40B4-BE49-F238E27FC236}">
                <a16:creationId xmlns:a16="http://schemas.microsoft.com/office/drawing/2014/main" id="{D443DE65-A02A-D60D-BB93-B62F53256099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40</a:t>
            </a:r>
          </a:p>
        </p:txBody>
      </p:sp>
      <p:grpSp>
        <p:nvGrpSpPr>
          <p:cNvPr id="2" name="Google Shape;7890;p71">
            <a:extLst>
              <a:ext uri="{FF2B5EF4-FFF2-40B4-BE49-F238E27FC236}">
                <a16:creationId xmlns:a16="http://schemas.microsoft.com/office/drawing/2014/main" id="{5DA10F62-A37E-7ACA-A21B-8ED05A9A6BD5}"/>
              </a:ext>
            </a:extLst>
          </p:cNvPr>
          <p:cNvGrpSpPr/>
          <p:nvPr/>
        </p:nvGrpSpPr>
        <p:grpSpPr>
          <a:xfrm>
            <a:off x="633718" y="945825"/>
            <a:ext cx="7884398" cy="1728001"/>
            <a:chOff x="3358307" y="3285484"/>
            <a:chExt cx="2363479" cy="1142698"/>
          </a:xfrm>
        </p:grpSpPr>
        <p:grpSp>
          <p:nvGrpSpPr>
            <p:cNvPr id="3" name="Google Shape;7891;p71">
              <a:extLst>
                <a:ext uri="{FF2B5EF4-FFF2-40B4-BE49-F238E27FC236}">
                  <a16:creationId xmlns:a16="http://schemas.microsoft.com/office/drawing/2014/main" id="{F596BA8D-FB3B-EA92-0743-13396CC7DB4B}"/>
                </a:ext>
              </a:extLst>
            </p:cNvPr>
            <p:cNvGrpSpPr/>
            <p:nvPr/>
          </p:nvGrpSpPr>
          <p:grpSpPr>
            <a:xfrm>
              <a:off x="3358412" y="3285484"/>
              <a:ext cx="2363244" cy="190450"/>
              <a:chOff x="3358412" y="3285484"/>
              <a:chExt cx="2363244" cy="190450"/>
            </a:xfrm>
          </p:grpSpPr>
          <p:sp>
            <p:nvSpPr>
              <p:cNvPr id="713" name="Google Shape;7892;p71">
                <a:extLst>
                  <a:ext uri="{FF2B5EF4-FFF2-40B4-BE49-F238E27FC236}">
                    <a16:creationId xmlns:a16="http://schemas.microsoft.com/office/drawing/2014/main" id="{24FDF522-CB55-440E-0D97-561CA59A9E6D}"/>
                  </a:ext>
                </a:extLst>
              </p:cNvPr>
              <p:cNvSpPr/>
              <p:nvPr/>
            </p:nvSpPr>
            <p:spPr>
              <a:xfrm>
                <a:off x="3358412" y="3285485"/>
                <a:ext cx="441300" cy="190449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50" b="1" noProof="0" err="1">
                    <a:latin typeface="DM Sans" pitchFamily="2" charset="0"/>
                  </a:rPr>
                  <a:t>Item</a:t>
                </a:r>
                <a:endParaRPr lang="es-CO" sz="1050" b="1" noProof="0">
                  <a:latin typeface="DM Sans" pitchFamily="2" charset="0"/>
                </a:endParaRPr>
              </a:p>
            </p:txBody>
          </p:sp>
          <p:sp>
            <p:nvSpPr>
              <p:cNvPr id="714" name="Google Shape;7893;p71">
                <a:extLst>
                  <a:ext uri="{FF2B5EF4-FFF2-40B4-BE49-F238E27FC236}">
                    <a16:creationId xmlns:a16="http://schemas.microsoft.com/office/drawing/2014/main" id="{4E0DC40D-537E-0854-4428-D6F9645C1BDF}"/>
                  </a:ext>
                </a:extLst>
              </p:cNvPr>
              <p:cNvSpPr/>
              <p:nvPr/>
            </p:nvSpPr>
            <p:spPr>
              <a:xfrm>
                <a:off x="3838898" y="3285485"/>
                <a:ext cx="441300" cy="190449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50" b="1" noProof="0">
                    <a:latin typeface="DM Sans" pitchFamily="2" charset="0"/>
                  </a:rPr>
                  <a:t>Cantidad</a:t>
                </a:r>
              </a:p>
            </p:txBody>
          </p:sp>
          <p:sp>
            <p:nvSpPr>
              <p:cNvPr id="715" name="Google Shape;7894;p71">
                <a:extLst>
                  <a:ext uri="{FF2B5EF4-FFF2-40B4-BE49-F238E27FC236}">
                    <a16:creationId xmlns:a16="http://schemas.microsoft.com/office/drawing/2014/main" id="{CF6274DA-B209-1A6F-5B78-74A40D448AF4}"/>
                  </a:ext>
                </a:extLst>
              </p:cNvPr>
              <p:cNvSpPr/>
              <p:nvPr/>
            </p:nvSpPr>
            <p:spPr>
              <a:xfrm>
                <a:off x="4319384" y="3285485"/>
                <a:ext cx="441300" cy="190449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b="1" noProof="0">
                    <a:latin typeface="DM Sans" pitchFamily="2" charset="0"/>
                  </a:rPr>
                  <a:t>Precio Unitario (COP)</a:t>
                </a:r>
              </a:p>
            </p:txBody>
          </p:sp>
          <p:sp>
            <p:nvSpPr>
              <p:cNvPr id="716" name="Google Shape;7895;p71">
                <a:extLst>
                  <a:ext uri="{FF2B5EF4-FFF2-40B4-BE49-F238E27FC236}">
                    <a16:creationId xmlns:a16="http://schemas.microsoft.com/office/drawing/2014/main" id="{96F77BD1-3B3D-E13B-D127-D3A41698A8B6}"/>
                  </a:ext>
                </a:extLst>
              </p:cNvPr>
              <p:cNvSpPr/>
              <p:nvPr/>
            </p:nvSpPr>
            <p:spPr>
              <a:xfrm>
                <a:off x="4799870" y="3285485"/>
                <a:ext cx="441300" cy="190449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50" b="1" noProof="0">
                    <a:latin typeface="DM Sans" pitchFamily="2" charset="0"/>
                  </a:rPr>
                  <a:t>Total (COP)</a:t>
                </a:r>
              </a:p>
            </p:txBody>
          </p:sp>
          <p:sp>
            <p:nvSpPr>
              <p:cNvPr id="717" name="Google Shape;7896;p71">
                <a:extLst>
                  <a:ext uri="{FF2B5EF4-FFF2-40B4-BE49-F238E27FC236}">
                    <a16:creationId xmlns:a16="http://schemas.microsoft.com/office/drawing/2014/main" id="{FF76FD94-EA8D-AE62-8B02-E912DAB2ADF3}"/>
                  </a:ext>
                </a:extLst>
              </p:cNvPr>
              <p:cNvSpPr/>
              <p:nvPr/>
            </p:nvSpPr>
            <p:spPr>
              <a:xfrm>
                <a:off x="5280356" y="3285484"/>
                <a:ext cx="441300" cy="190449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50" b="1" noProof="0">
                    <a:latin typeface="DM Sans" pitchFamily="2" charset="0"/>
                  </a:rPr>
                  <a:t>Financiación</a:t>
                </a:r>
              </a:p>
            </p:txBody>
          </p:sp>
        </p:grpSp>
        <p:grpSp>
          <p:nvGrpSpPr>
            <p:cNvPr id="4" name="Google Shape;7897;p71">
              <a:extLst>
                <a:ext uri="{FF2B5EF4-FFF2-40B4-BE49-F238E27FC236}">
                  <a16:creationId xmlns:a16="http://schemas.microsoft.com/office/drawing/2014/main" id="{07C2EA1E-E6B3-C17A-8EF0-0A5F0CDF8212}"/>
                </a:ext>
              </a:extLst>
            </p:cNvPr>
            <p:cNvGrpSpPr/>
            <p:nvPr/>
          </p:nvGrpSpPr>
          <p:grpSpPr>
            <a:xfrm>
              <a:off x="3358426" y="3527892"/>
              <a:ext cx="2363243" cy="139500"/>
              <a:chOff x="3358426" y="3527892"/>
              <a:chExt cx="2363243" cy="139500"/>
            </a:xfrm>
          </p:grpSpPr>
          <p:sp>
            <p:nvSpPr>
              <p:cNvPr id="707" name="Google Shape;7898;p71">
                <a:extLst>
                  <a:ext uri="{FF2B5EF4-FFF2-40B4-BE49-F238E27FC236}">
                    <a16:creationId xmlns:a16="http://schemas.microsoft.com/office/drawing/2014/main" id="{1FE619EF-919A-24A9-7E07-4F074E81FBF2}"/>
                  </a:ext>
                </a:extLst>
              </p:cNvPr>
              <p:cNvSpPr/>
              <p:nvPr/>
            </p:nvSpPr>
            <p:spPr>
              <a:xfrm>
                <a:off x="3358426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900" noProof="0">
                    <a:latin typeface="DM Sans" pitchFamily="2" charset="0"/>
                  </a:rPr>
                  <a:t>PCB</a:t>
                </a:r>
              </a:p>
            </p:txBody>
          </p:sp>
          <p:sp>
            <p:nvSpPr>
              <p:cNvPr id="708" name="Google Shape;7899;p71">
                <a:extLst>
                  <a:ext uri="{FF2B5EF4-FFF2-40B4-BE49-F238E27FC236}">
                    <a16:creationId xmlns:a16="http://schemas.microsoft.com/office/drawing/2014/main" id="{1ADB58CB-664A-E37E-1033-F99D3EBFEF49}"/>
                  </a:ext>
                </a:extLst>
              </p:cNvPr>
              <p:cNvSpPr/>
              <p:nvPr/>
            </p:nvSpPr>
            <p:spPr>
              <a:xfrm>
                <a:off x="3838912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2</a:t>
                </a:r>
              </a:p>
            </p:txBody>
          </p:sp>
          <p:sp>
            <p:nvSpPr>
              <p:cNvPr id="709" name="Google Shape;7900;p71">
                <a:extLst>
                  <a:ext uri="{FF2B5EF4-FFF2-40B4-BE49-F238E27FC236}">
                    <a16:creationId xmlns:a16="http://schemas.microsoft.com/office/drawing/2014/main" id="{FDED3946-AAF3-839E-B17D-29BC45E4C333}"/>
                  </a:ext>
                </a:extLst>
              </p:cNvPr>
              <p:cNvSpPr/>
              <p:nvPr/>
            </p:nvSpPr>
            <p:spPr>
              <a:xfrm>
                <a:off x="4319398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$150,000</a:t>
                </a:r>
              </a:p>
            </p:txBody>
          </p:sp>
          <p:sp>
            <p:nvSpPr>
              <p:cNvPr id="710" name="Google Shape;7901;p71">
                <a:extLst>
                  <a:ext uri="{FF2B5EF4-FFF2-40B4-BE49-F238E27FC236}">
                    <a16:creationId xmlns:a16="http://schemas.microsoft.com/office/drawing/2014/main" id="{94DFED0D-BD2C-ABE4-7085-5F83524F873A}"/>
                  </a:ext>
                </a:extLst>
              </p:cNvPr>
              <p:cNvSpPr/>
              <p:nvPr/>
            </p:nvSpPr>
            <p:spPr>
              <a:xfrm>
                <a:off x="4799884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$300,000</a:t>
                </a:r>
              </a:p>
            </p:txBody>
          </p:sp>
          <p:sp>
            <p:nvSpPr>
              <p:cNvPr id="712" name="Google Shape;7902;p71">
                <a:extLst>
                  <a:ext uri="{FF2B5EF4-FFF2-40B4-BE49-F238E27FC236}">
                    <a16:creationId xmlns:a16="http://schemas.microsoft.com/office/drawing/2014/main" id="{9C53CF21-FDFF-ED09-3001-2F5527910AAF}"/>
                  </a:ext>
                </a:extLst>
              </p:cNvPr>
              <p:cNvSpPr/>
              <p:nvPr/>
            </p:nvSpPr>
            <p:spPr>
              <a:xfrm>
                <a:off x="5280369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sz="900" noProof="0">
                    <a:latin typeface="DM Sans" pitchFamily="2" charset="0"/>
                  </a:rPr>
                  <a:t>Cliente</a:t>
                </a:r>
              </a:p>
            </p:txBody>
          </p:sp>
        </p:grpSp>
        <p:grpSp>
          <p:nvGrpSpPr>
            <p:cNvPr id="5" name="Google Shape;7903;p71">
              <a:extLst>
                <a:ext uri="{FF2B5EF4-FFF2-40B4-BE49-F238E27FC236}">
                  <a16:creationId xmlns:a16="http://schemas.microsoft.com/office/drawing/2014/main" id="{A4B0C2B2-E6BF-7A48-5189-2B9357B534D5}"/>
                </a:ext>
              </a:extLst>
            </p:cNvPr>
            <p:cNvGrpSpPr/>
            <p:nvPr/>
          </p:nvGrpSpPr>
          <p:grpSpPr>
            <a:xfrm>
              <a:off x="3358425" y="3709403"/>
              <a:ext cx="2363244" cy="139500"/>
              <a:chOff x="3358425" y="3709403"/>
              <a:chExt cx="2363244" cy="139500"/>
            </a:xfrm>
          </p:grpSpPr>
          <p:sp>
            <p:nvSpPr>
              <p:cNvPr id="676" name="Google Shape;7904;p71">
                <a:extLst>
                  <a:ext uri="{FF2B5EF4-FFF2-40B4-BE49-F238E27FC236}">
                    <a16:creationId xmlns:a16="http://schemas.microsoft.com/office/drawing/2014/main" id="{A3E4D1A4-8173-A6C4-5B0D-D3B210CAEACE}"/>
                  </a:ext>
                </a:extLst>
              </p:cNvPr>
              <p:cNvSpPr/>
              <p:nvPr/>
            </p:nvSpPr>
            <p:spPr>
              <a:xfrm>
                <a:off x="3358425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900" noProof="0">
                    <a:latin typeface="DM Sans" pitchFamily="2" charset="0"/>
                  </a:rPr>
                  <a:t>Estanterías</a:t>
                </a:r>
              </a:p>
            </p:txBody>
          </p:sp>
          <p:sp>
            <p:nvSpPr>
              <p:cNvPr id="677" name="Google Shape;7905;p71">
                <a:extLst>
                  <a:ext uri="{FF2B5EF4-FFF2-40B4-BE49-F238E27FC236}">
                    <a16:creationId xmlns:a16="http://schemas.microsoft.com/office/drawing/2014/main" id="{07D33D24-188C-965A-C9EF-47928286996F}"/>
                  </a:ext>
                </a:extLst>
              </p:cNvPr>
              <p:cNvSpPr/>
              <p:nvPr/>
            </p:nvSpPr>
            <p:spPr>
              <a:xfrm>
                <a:off x="3838911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30</a:t>
                </a:r>
              </a:p>
            </p:txBody>
          </p:sp>
          <p:sp>
            <p:nvSpPr>
              <p:cNvPr id="678" name="Google Shape;7906;p71">
                <a:extLst>
                  <a:ext uri="{FF2B5EF4-FFF2-40B4-BE49-F238E27FC236}">
                    <a16:creationId xmlns:a16="http://schemas.microsoft.com/office/drawing/2014/main" id="{CB0EBF8C-E9E7-C7F7-2465-EE46444CE422}"/>
                  </a:ext>
                </a:extLst>
              </p:cNvPr>
              <p:cNvSpPr/>
              <p:nvPr/>
            </p:nvSpPr>
            <p:spPr>
              <a:xfrm>
                <a:off x="4319397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$580,000</a:t>
                </a:r>
              </a:p>
            </p:txBody>
          </p:sp>
          <p:sp>
            <p:nvSpPr>
              <p:cNvPr id="705" name="Google Shape;7907;p71">
                <a:extLst>
                  <a:ext uri="{FF2B5EF4-FFF2-40B4-BE49-F238E27FC236}">
                    <a16:creationId xmlns:a16="http://schemas.microsoft.com/office/drawing/2014/main" id="{4488A5CE-6735-DCF5-67EC-8F2444239A68}"/>
                  </a:ext>
                </a:extLst>
              </p:cNvPr>
              <p:cNvSpPr/>
              <p:nvPr/>
            </p:nvSpPr>
            <p:spPr>
              <a:xfrm>
                <a:off x="4799883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$17,400,000</a:t>
                </a:r>
              </a:p>
            </p:txBody>
          </p:sp>
          <p:sp>
            <p:nvSpPr>
              <p:cNvPr id="706" name="Google Shape;7908;p71">
                <a:extLst>
                  <a:ext uri="{FF2B5EF4-FFF2-40B4-BE49-F238E27FC236}">
                    <a16:creationId xmlns:a16="http://schemas.microsoft.com/office/drawing/2014/main" id="{89D4E86E-BB15-8A18-22BB-D4CAFD7BC3BF}"/>
                  </a:ext>
                </a:extLst>
              </p:cNvPr>
              <p:cNvSpPr/>
              <p:nvPr/>
            </p:nvSpPr>
            <p:spPr>
              <a:xfrm>
                <a:off x="5280369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Cliente</a:t>
                </a:r>
              </a:p>
            </p:txBody>
          </p:sp>
        </p:grpSp>
        <p:grpSp>
          <p:nvGrpSpPr>
            <p:cNvPr id="6" name="Google Shape;7909;p71">
              <a:extLst>
                <a:ext uri="{FF2B5EF4-FFF2-40B4-BE49-F238E27FC236}">
                  <a16:creationId xmlns:a16="http://schemas.microsoft.com/office/drawing/2014/main" id="{6E68E571-3CCD-DA67-9274-26212F304B1A}"/>
                </a:ext>
              </a:extLst>
            </p:cNvPr>
            <p:cNvGrpSpPr/>
            <p:nvPr/>
          </p:nvGrpSpPr>
          <p:grpSpPr>
            <a:xfrm>
              <a:off x="3358425" y="3890914"/>
              <a:ext cx="2363244" cy="139500"/>
              <a:chOff x="3358425" y="3890914"/>
              <a:chExt cx="2363244" cy="139500"/>
            </a:xfrm>
          </p:grpSpPr>
          <p:sp>
            <p:nvSpPr>
              <p:cNvPr id="31" name="Google Shape;7910;p71">
                <a:extLst>
                  <a:ext uri="{FF2B5EF4-FFF2-40B4-BE49-F238E27FC236}">
                    <a16:creationId xmlns:a16="http://schemas.microsoft.com/office/drawing/2014/main" id="{86754DA0-048E-A57F-E399-69A54ACB2EC3}"/>
                  </a:ext>
                </a:extLst>
              </p:cNvPr>
              <p:cNvSpPr/>
              <p:nvPr/>
            </p:nvSpPr>
            <p:spPr>
              <a:xfrm>
                <a:off x="3358425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900" noProof="0">
                    <a:latin typeface="DM Sans" pitchFamily="2" charset="0"/>
                  </a:rPr>
                  <a:t>Raspberry PI</a:t>
                </a:r>
              </a:p>
            </p:txBody>
          </p:sp>
          <p:sp>
            <p:nvSpPr>
              <p:cNvPr id="672" name="Google Shape;7911;p71">
                <a:extLst>
                  <a:ext uri="{FF2B5EF4-FFF2-40B4-BE49-F238E27FC236}">
                    <a16:creationId xmlns:a16="http://schemas.microsoft.com/office/drawing/2014/main" id="{830F18A3-CF0F-B402-38B8-98BFDB6B1939}"/>
                  </a:ext>
                </a:extLst>
              </p:cNvPr>
              <p:cNvSpPr/>
              <p:nvPr/>
            </p:nvSpPr>
            <p:spPr>
              <a:xfrm>
                <a:off x="3838912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1</a:t>
                </a:r>
              </a:p>
            </p:txBody>
          </p:sp>
          <p:sp>
            <p:nvSpPr>
              <p:cNvPr id="673" name="Google Shape;7912;p71">
                <a:extLst>
                  <a:ext uri="{FF2B5EF4-FFF2-40B4-BE49-F238E27FC236}">
                    <a16:creationId xmlns:a16="http://schemas.microsoft.com/office/drawing/2014/main" id="{DC55B5E1-883A-FCB1-2B9F-0AA21C683E41}"/>
                  </a:ext>
                </a:extLst>
              </p:cNvPr>
              <p:cNvSpPr/>
              <p:nvPr/>
            </p:nvSpPr>
            <p:spPr>
              <a:xfrm>
                <a:off x="4319397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$600,000</a:t>
                </a:r>
              </a:p>
            </p:txBody>
          </p:sp>
          <p:sp>
            <p:nvSpPr>
              <p:cNvPr id="674" name="Google Shape;7913;p71">
                <a:extLst>
                  <a:ext uri="{FF2B5EF4-FFF2-40B4-BE49-F238E27FC236}">
                    <a16:creationId xmlns:a16="http://schemas.microsoft.com/office/drawing/2014/main" id="{4FFB0A6F-8ECD-6E1C-671F-7B72CC97C926}"/>
                  </a:ext>
                </a:extLst>
              </p:cNvPr>
              <p:cNvSpPr/>
              <p:nvPr/>
            </p:nvSpPr>
            <p:spPr>
              <a:xfrm>
                <a:off x="4799883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$600,000</a:t>
                </a:r>
              </a:p>
            </p:txBody>
          </p:sp>
          <p:sp>
            <p:nvSpPr>
              <p:cNvPr id="675" name="Google Shape;7914;p71">
                <a:extLst>
                  <a:ext uri="{FF2B5EF4-FFF2-40B4-BE49-F238E27FC236}">
                    <a16:creationId xmlns:a16="http://schemas.microsoft.com/office/drawing/2014/main" id="{0928AE4C-8337-F1D4-BB4A-BF877EB4A270}"/>
                  </a:ext>
                </a:extLst>
              </p:cNvPr>
              <p:cNvSpPr/>
              <p:nvPr/>
            </p:nvSpPr>
            <p:spPr>
              <a:xfrm>
                <a:off x="5280369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sz="900" noProof="0">
                    <a:latin typeface="DM Sans" pitchFamily="2" charset="0"/>
                  </a:rPr>
                  <a:t>Matrícula PUJ</a:t>
                </a:r>
              </a:p>
            </p:txBody>
          </p:sp>
        </p:grpSp>
        <p:grpSp>
          <p:nvGrpSpPr>
            <p:cNvPr id="19" name="Google Shape;7915;p71">
              <a:extLst>
                <a:ext uri="{FF2B5EF4-FFF2-40B4-BE49-F238E27FC236}">
                  <a16:creationId xmlns:a16="http://schemas.microsoft.com/office/drawing/2014/main" id="{9A5EC9B2-BC88-5022-E2B9-00BA125FD412}"/>
                </a:ext>
              </a:extLst>
            </p:cNvPr>
            <p:cNvGrpSpPr/>
            <p:nvPr/>
          </p:nvGrpSpPr>
          <p:grpSpPr>
            <a:xfrm>
              <a:off x="3358408" y="4083532"/>
              <a:ext cx="2363378" cy="139544"/>
              <a:chOff x="3294810" y="4149154"/>
              <a:chExt cx="2638877" cy="150088"/>
            </a:xfrm>
          </p:grpSpPr>
          <p:sp>
            <p:nvSpPr>
              <p:cNvPr id="26" name="Google Shape;7916;p71">
                <a:extLst>
                  <a:ext uri="{FF2B5EF4-FFF2-40B4-BE49-F238E27FC236}">
                    <a16:creationId xmlns:a16="http://schemas.microsoft.com/office/drawing/2014/main" id="{B7B0FD83-9510-C5BE-9107-34D0980AF772}"/>
                  </a:ext>
                </a:extLst>
              </p:cNvPr>
              <p:cNvSpPr/>
              <p:nvPr/>
            </p:nvSpPr>
            <p:spPr>
              <a:xfrm>
                <a:off x="3294810" y="4149192"/>
                <a:ext cx="492900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Microcontrolador</a:t>
                </a:r>
              </a:p>
            </p:txBody>
          </p:sp>
          <p:sp>
            <p:nvSpPr>
              <p:cNvPr id="27" name="Google Shape;7917;p71">
                <a:extLst>
                  <a:ext uri="{FF2B5EF4-FFF2-40B4-BE49-F238E27FC236}">
                    <a16:creationId xmlns:a16="http://schemas.microsoft.com/office/drawing/2014/main" id="{FBDAFBAF-C791-2A5F-A8C2-396DCBE4B831}"/>
                  </a:ext>
                </a:extLst>
              </p:cNvPr>
              <p:cNvSpPr/>
              <p:nvPr/>
            </p:nvSpPr>
            <p:spPr>
              <a:xfrm>
                <a:off x="3831305" y="4149257"/>
                <a:ext cx="492900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1</a:t>
                </a:r>
              </a:p>
            </p:txBody>
          </p:sp>
          <p:sp>
            <p:nvSpPr>
              <p:cNvPr id="28" name="Google Shape;7918;p71">
                <a:extLst>
                  <a:ext uri="{FF2B5EF4-FFF2-40B4-BE49-F238E27FC236}">
                    <a16:creationId xmlns:a16="http://schemas.microsoft.com/office/drawing/2014/main" id="{53AE94AB-6E12-0E41-A4D1-72F08D8BCA83}"/>
                  </a:ext>
                </a:extLst>
              </p:cNvPr>
              <p:cNvSpPr/>
              <p:nvPr/>
            </p:nvSpPr>
            <p:spPr>
              <a:xfrm>
                <a:off x="4367798" y="4149275"/>
                <a:ext cx="492900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sz="900" noProof="0">
                    <a:latin typeface="DM Sans" pitchFamily="2" charset="0"/>
                  </a:rPr>
                  <a:t>$200,000</a:t>
                </a:r>
              </a:p>
            </p:txBody>
          </p:sp>
          <p:sp>
            <p:nvSpPr>
              <p:cNvPr id="29" name="Google Shape;7919;p71">
                <a:extLst>
                  <a:ext uri="{FF2B5EF4-FFF2-40B4-BE49-F238E27FC236}">
                    <a16:creationId xmlns:a16="http://schemas.microsoft.com/office/drawing/2014/main" id="{058AA536-5A4C-C581-62F5-6413D03D15B2}"/>
                  </a:ext>
                </a:extLst>
              </p:cNvPr>
              <p:cNvSpPr/>
              <p:nvPr/>
            </p:nvSpPr>
            <p:spPr>
              <a:xfrm>
                <a:off x="4904292" y="4149154"/>
                <a:ext cx="492900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sz="900" noProof="0">
                    <a:latin typeface="DM Sans" pitchFamily="2" charset="0"/>
                  </a:rPr>
                  <a:t>$200,000</a:t>
                </a:r>
              </a:p>
            </p:txBody>
          </p:sp>
          <p:sp>
            <p:nvSpPr>
              <p:cNvPr id="30" name="Google Shape;7920;p71">
                <a:extLst>
                  <a:ext uri="{FF2B5EF4-FFF2-40B4-BE49-F238E27FC236}">
                    <a16:creationId xmlns:a16="http://schemas.microsoft.com/office/drawing/2014/main" id="{BFD0CA01-3A82-789F-B0F9-3D686E3DCE42}"/>
                  </a:ext>
                </a:extLst>
              </p:cNvPr>
              <p:cNvSpPr/>
              <p:nvPr/>
            </p:nvSpPr>
            <p:spPr>
              <a:xfrm>
                <a:off x="5440787" y="4149268"/>
                <a:ext cx="492900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sz="900" noProof="0">
                    <a:latin typeface="DM Sans" pitchFamily="2" charset="0"/>
                  </a:rPr>
                  <a:t>Matrícula PUJ</a:t>
                </a:r>
              </a:p>
            </p:txBody>
          </p:sp>
        </p:grpSp>
        <p:grpSp>
          <p:nvGrpSpPr>
            <p:cNvPr id="20" name="Google Shape;7921;p71">
              <a:extLst>
                <a:ext uri="{FF2B5EF4-FFF2-40B4-BE49-F238E27FC236}">
                  <a16:creationId xmlns:a16="http://schemas.microsoft.com/office/drawing/2014/main" id="{BC9D7A22-1DB8-05BC-3CF4-A5633CEC5737}"/>
                </a:ext>
              </a:extLst>
            </p:cNvPr>
            <p:cNvGrpSpPr/>
            <p:nvPr/>
          </p:nvGrpSpPr>
          <p:grpSpPr>
            <a:xfrm>
              <a:off x="3358307" y="4288545"/>
              <a:ext cx="2363380" cy="139637"/>
              <a:chOff x="3294814" y="4201306"/>
              <a:chExt cx="2638879" cy="151155"/>
            </a:xfrm>
          </p:grpSpPr>
          <p:sp>
            <p:nvSpPr>
              <p:cNvPr id="21" name="Google Shape;7922;p71">
                <a:extLst>
                  <a:ext uri="{FF2B5EF4-FFF2-40B4-BE49-F238E27FC236}">
                    <a16:creationId xmlns:a16="http://schemas.microsoft.com/office/drawing/2014/main" id="{692D77E3-F383-85CE-09DA-5AD99C66C2F2}"/>
                  </a:ext>
                </a:extLst>
              </p:cNvPr>
              <p:cNvSpPr/>
              <p:nvPr/>
            </p:nvSpPr>
            <p:spPr>
              <a:xfrm>
                <a:off x="3294814" y="4201414"/>
                <a:ext cx="492900" cy="15104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 err="1">
                    <a:latin typeface="DM Sans" pitchFamily="2" charset="0"/>
                  </a:rPr>
                  <a:t>Lidar</a:t>
                </a:r>
                <a:endParaRPr lang="es-CO" sz="900" noProof="0">
                  <a:latin typeface="DM Sans" pitchFamily="2" charset="0"/>
                </a:endParaRPr>
              </a:p>
            </p:txBody>
          </p:sp>
          <p:sp>
            <p:nvSpPr>
              <p:cNvPr id="22" name="Google Shape;7923;p71">
                <a:extLst>
                  <a:ext uri="{FF2B5EF4-FFF2-40B4-BE49-F238E27FC236}">
                    <a16:creationId xmlns:a16="http://schemas.microsoft.com/office/drawing/2014/main" id="{5AB7FD9C-B981-3AFE-E619-FC18C9206541}"/>
                  </a:ext>
                </a:extLst>
              </p:cNvPr>
              <p:cNvSpPr/>
              <p:nvPr/>
            </p:nvSpPr>
            <p:spPr>
              <a:xfrm>
                <a:off x="3831309" y="4201354"/>
                <a:ext cx="492900" cy="15104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noProof="0">
                    <a:latin typeface="DM Sans" pitchFamily="2" charset="0"/>
                  </a:rPr>
                  <a:t>1</a:t>
                </a:r>
              </a:p>
            </p:txBody>
          </p:sp>
          <p:sp>
            <p:nvSpPr>
              <p:cNvPr id="23" name="Google Shape;7924;p71">
                <a:extLst>
                  <a:ext uri="{FF2B5EF4-FFF2-40B4-BE49-F238E27FC236}">
                    <a16:creationId xmlns:a16="http://schemas.microsoft.com/office/drawing/2014/main" id="{57C6D566-ADEE-11B0-36F4-580E52781207}"/>
                  </a:ext>
                </a:extLst>
              </p:cNvPr>
              <p:cNvSpPr/>
              <p:nvPr/>
            </p:nvSpPr>
            <p:spPr>
              <a:xfrm>
                <a:off x="4367803" y="4201311"/>
                <a:ext cx="492900" cy="15104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sz="900" noProof="0">
                    <a:latin typeface="DM Sans" pitchFamily="2" charset="0"/>
                  </a:rPr>
                  <a:t>$500,000</a:t>
                </a:r>
              </a:p>
            </p:txBody>
          </p:sp>
          <p:sp>
            <p:nvSpPr>
              <p:cNvPr id="24" name="Google Shape;7925;p71">
                <a:extLst>
                  <a:ext uri="{FF2B5EF4-FFF2-40B4-BE49-F238E27FC236}">
                    <a16:creationId xmlns:a16="http://schemas.microsoft.com/office/drawing/2014/main" id="{C25AC758-EE9A-67F9-F101-06C46DA7C71C}"/>
                  </a:ext>
                </a:extLst>
              </p:cNvPr>
              <p:cNvSpPr/>
              <p:nvPr/>
            </p:nvSpPr>
            <p:spPr>
              <a:xfrm>
                <a:off x="4904297" y="4201306"/>
                <a:ext cx="492900" cy="15104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sz="900" noProof="0">
                    <a:latin typeface="DM Sans" pitchFamily="2" charset="0"/>
                  </a:rPr>
                  <a:t>$500,000</a:t>
                </a:r>
              </a:p>
            </p:txBody>
          </p:sp>
          <p:sp>
            <p:nvSpPr>
              <p:cNvPr id="25" name="Google Shape;7926;p71">
                <a:extLst>
                  <a:ext uri="{FF2B5EF4-FFF2-40B4-BE49-F238E27FC236}">
                    <a16:creationId xmlns:a16="http://schemas.microsoft.com/office/drawing/2014/main" id="{0E341114-6482-3615-7D78-EAE15E3F0F73}"/>
                  </a:ext>
                </a:extLst>
              </p:cNvPr>
              <p:cNvSpPr/>
              <p:nvPr/>
            </p:nvSpPr>
            <p:spPr>
              <a:xfrm>
                <a:off x="5440793" y="4201311"/>
                <a:ext cx="492900" cy="15104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sz="900" noProof="0">
                    <a:latin typeface="DM Sans" pitchFamily="2" charset="0"/>
                  </a:rPr>
                  <a:t>Matrícula PUJ</a:t>
                </a:r>
              </a:p>
            </p:txBody>
          </p:sp>
        </p:grpSp>
      </p:grpSp>
      <p:sp>
        <p:nvSpPr>
          <p:cNvPr id="718" name="Google Shape;7895;p71">
            <a:extLst>
              <a:ext uri="{FF2B5EF4-FFF2-40B4-BE49-F238E27FC236}">
                <a16:creationId xmlns:a16="http://schemas.microsoft.com/office/drawing/2014/main" id="{521732AB-7864-0210-D99A-0B776DDB4A31}"/>
              </a:ext>
            </a:extLst>
          </p:cNvPr>
          <p:cNvSpPr/>
          <p:nvPr/>
        </p:nvSpPr>
        <p:spPr>
          <a:xfrm>
            <a:off x="5437683" y="4089743"/>
            <a:ext cx="1470641" cy="180000"/>
          </a:xfrm>
          <a:prstGeom prst="flowChartAlternateProcess">
            <a:avLst/>
          </a:prstGeom>
          <a:noFill/>
          <a:ln w="9525" cap="flat" cmpd="sng">
            <a:solidFill>
              <a:srgbClr val="7994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noProof="0">
                <a:latin typeface="DM Sans" pitchFamily="2" charset="0"/>
              </a:rPr>
              <a:t>$20,115,000</a:t>
            </a:r>
          </a:p>
        </p:txBody>
      </p:sp>
      <p:sp>
        <p:nvSpPr>
          <p:cNvPr id="719" name="Google Shape;7892;p71">
            <a:extLst>
              <a:ext uri="{FF2B5EF4-FFF2-40B4-BE49-F238E27FC236}">
                <a16:creationId xmlns:a16="http://schemas.microsoft.com/office/drawing/2014/main" id="{0F0A8B25-7947-5B8C-67B6-FFE263C1DC9B}"/>
              </a:ext>
            </a:extLst>
          </p:cNvPr>
          <p:cNvSpPr/>
          <p:nvPr/>
        </p:nvSpPr>
        <p:spPr>
          <a:xfrm>
            <a:off x="633997" y="4091474"/>
            <a:ext cx="4673099" cy="180000"/>
          </a:xfrm>
          <a:prstGeom prst="flowChartAlternateProcess">
            <a:avLst/>
          </a:prstGeom>
          <a:noFill/>
          <a:ln w="9525" cap="flat" cmpd="sng">
            <a:solidFill>
              <a:srgbClr val="7994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noProof="0">
                <a:latin typeface="DM Sans" pitchFamily="2" charset="0"/>
              </a:rPr>
              <a:t>TOTAL COMPONENTES</a:t>
            </a:r>
          </a:p>
        </p:txBody>
      </p:sp>
      <p:pic>
        <p:nvPicPr>
          <p:cNvPr id="8" name="Cámara 7">
            <a:extLst>
              <a:ext uri="{FF2B5EF4-FFF2-40B4-BE49-F238E27FC236}">
                <a16:creationId xmlns:a16="http://schemas.microsoft.com/office/drawing/2014/main" id="{5E0D1476-E6B9-9161-F6F3-E971BEC8CA6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3412" y="-3262"/>
            <a:ext cx="1109370" cy="110937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610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>
          <a:extLst>
            <a:ext uri="{FF2B5EF4-FFF2-40B4-BE49-F238E27FC236}">
              <a16:creationId xmlns:a16="http://schemas.microsoft.com/office/drawing/2014/main" id="{C6B90697-8AFC-BD96-81E4-5A4275C8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Rectángulo 685">
            <a:extLst>
              <a:ext uri="{FF2B5EF4-FFF2-40B4-BE49-F238E27FC236}">
                <a16:creationId xmlns:a16="http://schemas.microsoft.com/office/drawing/2014/main" id="{A7C77607-AF0B-94D9-4D08-1DFF9C4D99C3}"/>
              </a:ext>
            </a:extLst>
          </p:cNvPr>
          <p:cNvSpPr/>
          <p:nvPr/>
        </p:nvSpPr>
        <p:spPr>
          <a:xfrm>
            <a:off x="14603" y="-1"/>
            <a:ext cx="4557397" cy="82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noProof="0">
                <a:solidFill>
                  <a:sysClr val="windowText" lastClr="000000"/>
                </a:solidFill>
                <a:latin typeface="DM Sans" pitchFamily="2" charset="0"/>
              </a:rPr>
              <a:t>EQUIPOS</a:t>
            </a:r>
          </a:p>
        </p:txBody>
      </p:sp>
      <p:grpSp>
        <p:nvGrpSpPr>
          <p:cNvPr id="7" name="Google Shape;7890;p71">
            <a:extLst>
              <a:ext uri="{FF2B5EF4-FFF2-40B4-BE49-F238E27FC236}">
                <a16:creationId xmlns:a16="http://schemas.microsoft.com/office/drawing/2014/main" id="{69F00095-D228-D91D-AEB1-9394E9108143}"/>
              </a:ext>
            </a:extLst>
          </p:cNvPr>
          <p:cNvGrpSpPr/>
          <p:nvPr/>
        </p:nvGrpSpPr>
        <p:grpSpPr>
          <a:xfrm>
            <a:off x="633698" y="918624"/>
            <a:ext cx="7876347" cy="2087999"/>
            <a:chOff x="3358307" y="3285485"/>
            <a:chExt cx="2363479" cy="1142697"/>
          </a:xfrm>
        </p:grpSpPr>
        <p:grpSp>
          <p:nvGrpSpPr>
            <p:cNvPr id="8" name="Google Shape;7891;p71">
              <a:extLst>
                <a:ext uri="{FF2B5EF4-FFF2-40B4-BE49-F238E27FC236}">
                  <a16:creationId xmlns:a16="http://schemas.microsoft.com/office/drawing/2014/main" id="{F1292064-CA7F-21A9-0822-826C68A2850E}"/>
                </a:ext>
              </a:extLst>
            </p:cNvPr>
            <p:cNvGrpSpPr/>
            <p:nvPr/>
          </p:nvGrpSpPr>
          <p:grpSpPr>
            <a:xfrm>
              <a:off x="3358412" y="3285485"/>
              <a:ext cx="2363244" cy="179819"/>
              <a:chOff x="3358412" y="3285485"/>
              <a:chExt cx="2363244" cy="179819"/>
            </a:xfrm>
          </p:grpSpPr>
          <p:sp>
            <p:nvSpPr>
              <p:cNvPr id="700" name="Google Shape;7892;p71">
                <a:extLst>
                  <a:ext uri="{FF2B5EF4-FFF2-40B4-BE49-F238E27FC236}">
                    <a16:creationId xmlns:a16="http://schemas.microsoft.com/office/drawing/2014/main" id="{40D2BDF7-15A6-FEB4-D233-D16E1F4ECCBA}"/>
                  </a:ext>
                </a:extLst>
              </p:cNvPr>
              <p:cNvSpPr/>
              <p:nvPr/>
            </p:nvSpPr>
            <p:spPr>
              <a:xfrm>
                <a:off x="3358412" y="3285485"/>
                <a:ext cx="441300" cy="179819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b="1" noProof="0" err="1">
                    <a:latin typeface="DM Sans" pitchFamily="2" charset="0"/>
                  </a:rPr>
                  <a:t>Item</a:t>
                </a:r>
                <a:endParaRPr lang="es-CO" sz="1000" b="1" noProof="0">
                  <a:latin typeface="DM Sans" pitchFamily="2" charset="0"/>
                </a:endParaRPr>
              </a:p>
            </p:txBody>
          </p:sp>
          <p:sp>
            <p:nvSpPr>
              <p:cNvPr id="701" name="Google Shape;7893;p71">
                <a:extLst>
                  <a:ext uri="{FF2B5EF4-FFF2-40B4-BE49-F238E27FC236}">
                    <a16:creationId xmlns:a16="http://schemas.microsoft.com/office/drawing/2014/main" id="{709965ED-1EE1-B0A3-E00D-4EFD31ECAAF3}"/>
                  </a:ext>
                </a:extLst>
              </p:cNvPr>
              <p:cNvSpPr/>
              <p:nvPr/>
            </p:nvSpPr>
            <p:spPr>
              <a:xfrm>
                <a:off x="3838898" y="3285485"/>
                <a:ext cx="441300" cy="17981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b="1" noProof="0">
                    <a:latin typeface="DM Sans" pitchFamily="2" charset="0"/>
                  </a:rPr>
                  <a:t>Cantidad</a:t>
                </a:r>
              </a:p>
            </p:txBody>
          </p:sp>
          <p:sp>
            <p:nvSpPr>
              <p:cNvPr id="702" name="Google Shape;7894;p71">
                <a:extLst>
                  <a:ext uri="{FF2B5EF4-FFF2-40B4-BE49-F238E27FC236}">
                    <a16:creationId xmlns:a16="http://schemas.microsoft.com/office/drawing/2014/main" id="{64F48E77-E6CC-298F-6884-EE2D1C4F16A3}"/>
                  </a:ext>
                </a:extLst>
              </p:cNvPr>
              <p:cNvSpPr/>
              <p:nvPr/>
            </p:nvSpPr>
            <p:spPr>
              <a:xfrm>
                <a:off x="4319384" y="3285485"/>
                <a:ext cx="441300" cy="17981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b="1" noProof="0">
                    <a:latin typeface="DM Sans" pitchFamily="2" charset="0"/>
                  </a:rPr>
                  <a:t>Precio Unitario (COP)</a:t>
                </a:r>
              </a:p>
            </p:txBody>
          </p:sp>
          <p:sp>
            <p:nvSpPr>
              <p:cNvPr id="703" name="Google Shape;7895;p71">
                <a:extLst>
                  <a:ext uri="{FF2B5EF4-FFF2-40B4-BE49-F238E27FC236}">
                    <a16:creationId xmlns:a16="http://schemas.microsoft.com/office/drawing/2014/main" id="{33CFA0FD-78CF-628F-FB67-46BE99BB87C8}"/>
                  </a:ext>
                </a:extLst>
              </p:cNvPr>
              <p:cNvSpPr/>
              <p:nvPr/>
            </p:nvSpPr>
            <p:spPr>
              <a:xfrm>
                <a:off x="4799870" y="3285485"/>
                <a:ext cx="441300" cy="17981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b="1" noProof="0">
                    <a:latin typeface="DM Sans" pitchFamily="2" charset="0"/>
                  </a:rPr>
                  <a:t>Total (COP)</a:t>
                </a:r>
              </a:p>
            </p:txBody>
          </p:sp>
          <p:sp>
            <p:nvSpPr>
              <p:cNvPr id="704" name="Google Shape;7896;p71">
                <a:extLst>
                  <a:ext uri="{FF2B5EF4-FFF2-40B4-BE49-F238E27FC236}">
                    <a16:creationId xmlns:a16="http://schemas.microsoft.com/office/drawing/2014/main" id="{3687FB61-B80D-C157-4AF4-76E7253EB6A8}"/>
                  </a:ext>
                </a:extLst>
              </p:cNvPr>
              <p:cNvSpPr/>
              <p:nvPr/>
            </p:nvSpPr>
            <p:spPr>
              <a:xfrm>
                <a:off x="5280356" y="3285485"/>
                <a:ext cx="441300" cy="17981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b="1" noProof="0">
                    <a:latin typeface="DM Sans" pitchFamily="2" charset="0"/>
                  </a:rPr>
                  <a:t>Financiación</a:t>
                </a:r>
              </a:p>
            </p:txBody>
          </p:sp>
        </p:grpSp>
        <p:grpSp>
          <p:nvGrpSpPr>
            <p:cNvPr id="9" name="Google Shape;7897;p71">
              <a:extLst>
                <a:ext uri="{FF2B5EF4-FFF2-40B4-BE49-F238E27FC236}">
                  <a16:creationId xmlns:a16="http://schemas.microsoft.com/office/drawing/2014/main" id="{3544D6BD-B0BB-F78E-73D1-FC968EE7AF70}"/>
                </a:ext>
              </a:extLst>
            </p:cNvPr>
            <p:cNvGrpSpPr/>
            <p:nvPr/>
          </p:nvGrpSpPr>
          <p:grpSpPr>
            <a:xfrm>
              <a:off x="3358426" y="3527892"/>
              <a:ext cx="2363243" cy="139500"/>
              <a:chOff x="3358426" y="3527892"/>
              <a:chExt cx="2363243" cy="139500"/>
            </a:xfrm>
          </p:grpSpPr>
          <p:sp>
            <p:nvSpPr>
              <p:cNvPr id="695" name="Google Shape;7898;p71">
                <a:extLst>
                  <a:ext uri="{FF2B5EF4-FFF2-40B4-BE49-F238E27FC236}">
                    <a16:creationId xmlns:a16="http://schemas.microsoft.com/office/drawing/2014/main" id="{845469CC-C25C-A316-9DDA-70E07A2167AA}"/>
                  </a:ext>
                </a:extLst>
              </p:cNvPr>
              <p:cNvSpPr/>
              <p:nvPr/>
            </p:nvSpPr>
            <p:spPr>
              <a:xfrm>
                <a:off x="3358426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1000" noProof="0">
                    <a:latin typeface="DM Sans" pitchFamily="2" charset="0"/>
                  </a:rPr>
                  <a:t>Cámara</a:t>
                </a:r>
              </a:p>
            </p:txBody>
          </p:sp>
          <p:sp>
            <p:nvSpPr>
              <p:cNvPr id="696" name="Google Shape;7899;p71">
                <a:extLst>
                  <a:ext uri="{FF2B5EF4-FFF2-40B4-BE49-F238E27FC236}">
                    <a16:creationId xmlns:a16="http://schemas.microsoft.com/office/drawing/2014/main" id="{EC5371F7-492E-94EB-2FD0-D9FD8D8FC48E}"/>
                  </a:ext>
                </a:extLst>
              </p:cNvPr>
              <p:cNvSpPr/>
              <p:nvPr/>
            </p:nvSpPr>
            <p:spPr>
              <a:xfrm>
                <a:off x="3838912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1</a:t>
                </a:r>
              </a:p>
            </p:txBody>
          </p:sp>
          <p:sp>
            <p:nvSpPr>
              <p:cNvPr id="697" name="Google Shape;7900;p71">
                <a:extLst>
                  <a:ext uri="{FF2B5EF4-FFF2-40B4-BE49-F238E27FC236}">
                    <a16:creationId xmlns:a16="http://schemas.microsoft.com/office/drawing/2014/main" id="{43AA1D2A-3268-9D3B-92B9-9C9CF3B9AFF5}"/>
                  </a:ext>
                </a:extLst>
              </p:cNvPr>
              <p:cNvSpPr/>
              <p:nvPr/>
            </p:nvSpPr>
            <p:spPr>
              <a:xfrm>
                <a:off x="4319398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$1,000,000</a:t>
                </a:r>
              </a:p>
            </p:txBody>
          </p:sp>
          <p:sp>
            <p:nvSpPr>
              <p:cNvPr id="698" name="Google Shape;7901;p71">
                <a:extLst>
                  <a:ext uri="{FF2B5EF4-FFF2-40B4-BE49-F238E27FC236}">
                    <a16:creationId xmlns:a16="http://schemas.microsoft.com/office/drawing/2014/main" id="{99D2DE9F-21AA-FFF4-4C9D-7597BC34849E}"/>
                  </a:ext>
                </a:extLst>
              </p:cNvPr>
              <p:cNvSpPr/>
              <p:nvPr/>
            </p:nvSpPr>
            <p:spPr>
              <a:xfrm>
                <a:off x="4799884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$1,000,000</a:t>
                </a:r>
              </a:p>
            </p:txBody>
          </p:sp>
          <p:sp>
            <p:nvSpPr>
              <p:cNvPr id="699" name="Google Shape;7902;p71">
                <a:extLst>
                  <a:ext uri="{FF2B5EF4-FFF2-40B4-BE49-F238E27FC236}">
                    <a16:creationId xmlns:a16="http://schemas.microsoft.com/office/drawing/2014/main" id="{7539F91F-7268-5C9D-EC98-F92AA8441762}"/>
                  </a:ext>
                </a:extLst>
              </p:cNvPr>
              <p:cNvSpPr/>
              <p:nvPr/>
            </p:nvSpPr>
            <p:spPr>
              <a:xfrm>
                <a:off x="5280369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sz="1000" noProof="0">
                    <a:latin typeface="DM Sans" pitchFamily="2" charset="0"/>
                  </a:rPr>
                  <a:t>Cliente</a:t>
                </a:r>
              </a:p>
            </p:txBody>
          </p:sp>
        </p:grpSp>
        <p:grpSp>
          <p:nvGrpSpPr>
            <p:cNvPr id="10" name="Google Shape;7903;p71">
              <a:extLst>
                <a:ext uri="{FF2B5EF4-FFF2-40B4-BE49-F238E27FC236}">
                  <a16:creationId xmlns:a16="http://schemas.microsoft.com/office/drawing/2014/main" id="{99E3D75D-2815-B60F-D305-2D6AEE8130FB}"/>
                </a:ext>
              </a:extLst>
            </p:cNvPr>
            <p:cNvGrpSpPr/>
            <p:nvPr/>
          </p:nvGrpSpPr>
          <p:grpSpPr>
            <a:xfrm>
              <a:off x="3358425" y="3709403"/>
              <a:ext cx="2363244" cy="139500"/>
              <a:chOff x="3358425" y="3709403"/>
              <a:chExt cx="2363244" cy="139500"/>
            </a:xfrm>
          </p:grpSpPr>
          <p:sp>
            <p:nvSpPr>
              <p:cNvPr id="690" name="Google Shape;7904;p71">
                <a:extLst>
                  <a:ext uri="{FF2B5EF4-FFF2-40B4-BE49-F238E27FC236}">
                    <a16:creationId xmlns:a16="http://schemas.microsoft.com/office/drawing/2014/main" id="{2B250437-24C4-EF3D-6AC4-22F04FF89ED6}"/>
                  </a:ext>
                </a:extLst>
              </p:cNvPr>
              <p:cNvSpPr/>
              <p:nvPr/>
            </p:nvSpPr>
            <p:spPr>
              <a:xfrm>
                <a:off x="3358425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1000" noProof="0">
                    <a:latin typeface="DM Sans" pitchFamily="2" charset="0"/>
                  </a:rPr>
                  <a:t>Chasis con ruedas, motores y acoples</a:t>
                </a:r>
              </a:p>
            </p:txBody>
          </p:sp>
          <p:sp>
            <p:nvSpPr>
              <p:cNvPr id="691" name="Google Shape;7905;p71">
                <a:extLst>
                  <a:ext uri="{FF2B5EF4-FFF2-40B4-BE49-F238E27FC236}">
                    <a16:creationId xmlns:a16="http://schemas.microsoft.com/office/drawing/2014/main" id="{ACB2EE2A-328F-67A6-2D48-630E1BA6ACF6}"/>
                  </a:ext>
                </a:extLst>
              </p:cNvPr>
              <p:cNvSpPr/>
              <p:nvPr/>
            </p:nvSpPr>
            <p:spPr>
              <a:xfrm>
                <a:off x="3838911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1</a:t>
                </a:r>
              </a:p>
            </p:txBody>
          </p:sp>
          <p:sp>
            <p:nvSpPr>
              <p:cNvPr id="692" name="Google Shape;7906;p71">
                <a:extLst>
                  <a:ext uri="{FF2B5EF4-FFF2-40B4-BE49-F238E27FC236}">
                    <a16:creationId xmlns:a16="http://schemas.microsoft.com/office/drawing/2014/main" id="{3A125A4A-66DB-319D-CA4C-963063AD99E7}"/>
                  </a:ext>
                </a:extLst>
              </p:cNvPr>
              <p:cNvSpPr/>
              <p:nvPr/>
            </p:nvSpPr>
            <p:spPr>
              <a:xfrm>
                <a:off x="4319397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$550,000</a:t>
                </a:r>
              </a:p>
            </p:txBody>
          </p:sp>
          <p:sp>
            <p:nvSpPr>
              <p:cNvPr id="693" name="Google Shape;7907;p71">
                <a:extLst>
                  <a:ext uri="{FF2B5EF4-FFF2-40B4-BE49-F238E27FC236}">
                    <a16:creationId xmlns:a16="http://schemas.microsoft.com/office/drawing/2014/main" id="{53BF11B5-C5E2-E685-3758-87DE6ADB28D3}"/>
                  </a:ext>
                </a:extLst>
              </p:cNvPr>
              <p:cNvSpPr/>
              <p:nvPr/>
            </p:nvSpPr>
            <p:spPr>
              <a:xfrm>
                <a:off x="4799883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$550,000</a:t>
                </a:r>
              </a:p>
            </p:txBody>
          </p:sp>
          <p:sp>
            <p:nvSpPr>
              <p:cNvPr id="694" name="Google Shape;7908;p71">
                <a:extLst>
                  <a:ext uri="{FF2B5EF4-FFF2-40B4-BE49-F238E27FC236}">
                    <a16:creationId xmlns:a16="http://schemas.microsoft.com/office/drawing/2014/main" id="{A5904039-EB85-3BDF-E5F5-FF6617040025}"/>
                  </a:ext>
                </a:extLst>
              </p:cNvPr>
              <p:cNvSpPr/>
              <p:nvPr/>
            </p:nvSpPr>
            <p:spPr>
              <a:xfrm>
                <a:off x="5280369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Cliente</a:t>
                </a:r>
              </a:p>
            </p:txBody>
          </p:sp>
        </p:grpSp>
        <p:grpSp>
          <p:nvGrpSpPr>
            <p:cNvPr id="11" name="Google Shape;7909;p71">
              <a:extLst>
                <a:ext uri="{FF2B5EF4-FFF2-40B4-BE49-F238E27FC236}">
                  <a16:creationId xmlns:a16="http://schemas.microsoft.com/office/drawing/2014/main" id="{66331132-ABC8-8A8B-8320-349CF6347606}"/>
                </a:ext>
              </a:extLst>
            </p:cNvPr>
            <p:cNvGrpSpPr/>
            <p:nvPr/>
          </p:nvGrpSpPr>
          <p:grpSpPr>
            <a:xfrm>
              <a:off x="3358425" y="3890914"/>
              <a:ext cx="2363244" cy="139500"/>
              <a:chOff x="3358425" y="3890914"/>
              <a:chExt cx="2363244" cy="139500"/>
            </a:xfrm>
          </p:grpSpPr>
          <p:sp>
            <p:nvSpPr>
              <p:cNvPr id="684" name="Google Shape;7910;p71">
                <a:extLst>
                  <a:ext uri="{FF2B5EF4-FFF2-40B4-BE49-F238E27FC236}">
                    <a16:creationId xmlns:a16="http://schemas.microsoft.com/office/drawing/2014/main" id="{74DE82AD-9902-957F-5CE9-523CE36A5B74}"/>
                  </a:ext>
                </a:extLst>
              </p:cNvPr>
              <p:cNvSpPr/>
              <p:nvPr/>
            </p:nvSpPr>
            <p:spPr>
              <a:xfrm>
                <a:off x="3358425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1000" noProof="0">
                    <a:latin typeface="DM Sans" pitchFamily="2" charset="0"/>
                  </a:rPr>
                  <a:t>Multímetro</a:t>
                </a:r>
              </a:p>
            </p:txBody>
          </p:sp>
          <p:sp>
            <p:nvSpPr>
              <p:cNvPr id="685" name="Google Shape;7911;p71">
                <a:extLst>
                  <a:ext uri="{FF2B5EF4-FFF2-40B4-BE49-F238E27FC236}">
                    <a16:creationId xmlns:a16="http://schemas.microsoft.com/office/drawing/2014/main" id="{DD7C0911-C9BC-07BE-AB39-08EE8941B916}"/>
                  </a:ext>
                </a:extLst>
              </p:cNvPr>
              <p:cNvSpPr/>
              <p:nvPr/>
            </p:nvSpPr>
            <p:spPr>
              <a:xfrm>
                <a:off x="3838912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1</a:t>
                </a:r>
              </a:p>
            </p:txBody>
          </p:sp>
          <p:sp>
            <p:nvSpPr>
              <p:cNvPr id="687" name="Google Shape;7912;p71">
                <a:extLst>
                  <a:ext uri="{FF2B5EF4-FFF2-40B4-BE49-F238E27FC236}">
                    <a16:creationId xmlns:a16="http://schemas.microsoft.com/office/drawing/2014/main" id="{060E49A4-B267-661B-19F5-CCC34896E4A9}"/>
                  </a:ext>
                </a:extLst>
              </p:cNvPr>
              <p:cNvSpPr/>
              <p:nvPr/>
            </p:nvSpPr>
            <p:spPr>
              <a:xfrm>
                <a:off x="4319397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$10,000</a:t>
                </a:r>
              </a:p>
            </p:txBody>
          </p:sp>
          <p:sp>
            <p:nvSpPr>
              <p:cNvPr id="688" name="Google Shape;7913;p71">
                <a:extLst>
                  <a:ext uri="{FF2B5EF4-FFF2-40B4-BE49-F238E27FC236}">
                    <a16:creationId xmlns:a16="http://schemas.microsoft.com/office/drawing/2014/main" id="{0E492512-9D9C-650F-11A1-D98D2A60D392}"/>
                  </a:ext>
                </a:extLst>
              </p:cNvPr>
              <p:cNvSpPr/>
              <p:nvPr/>
            </p:nvSpPr>
            <p:spPr>
              <a:xfrm>
                <a:off x="4799883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$10,000</a:t>
                </a:r>
              </a:p>
            </p:txBody>
          </p:sp>
          <p:sp>
            <p:nvSpPr>
              <p:cNvPr id="689" name="Google Shape;7914;p71">
                <a:extLst>
                  <a:ext uri="{FF2B5EF4-FFF2-40B4-BE49-F238E27FC236}">
                    <a16:creationId xmlns:a16="http://schemas.microsoft.com/office/drawing/2014/main" id="{85D8D921-8828-3A9C-D3F3-9C70B9D4BE0A}"/>
                  </a:ext>
                </a:extLst>
              </p:cNvPr>
              <p:cNvSpPr/>
              <p:nvPr/>
            </p:nvSpPr>
            <p:spPr>
              <a:xfrm>
                <a:off x="5280369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sz="1000" noProof="0">
                    <a:latin typeface="DM Sans" pitchFamily="2" charset="0"/>
                  </a:rPr>
                  <a:t>Matrícula PUJ</a:t>
                </a:r>
              </a:p>
            </p:txBody>
          </p:sp>
        </p:grpSp>
        <p:grpSp>
          <p:nvGrpSpPr>
            <p:cNvPr id="12" name="Google Shape;7915;p71">
              <a:extLst>
                <a:ext uri="{FF2B5EF4-FFF2-40B4-BE49-F238E27FC236}">
                  <a16:creationId xmlns:a16="http://schemas.microsoft.com/office/drawing/2014/main" id="{2D87E1DE-8BA8-D810-6B23-A6965038796F}"/>
                </a:ext>
              </a:extLst>
            </p:cNvPr>
            <p:cNvGrpSpPr/>
            <p:nvPr/>
          </p:nvGrpSpPr>
          <p:grpSpPr>
            <a:xfrm>
              <a:off x="3358408" y="4083532"/>
              <a:ext cx="2363378" cy="139544"/>
              <a:chOff x="3294810" y="4149154"/>
              <a:chExt cx="2638877" cy="150088"/>
            </a:xfrm>
          </p:grpSpPr>
          <p:sp>
            <p:nvSpPr>
              <p:cNvPr id="679" name="Google Shape;7916;p71">
                <a:extLst>
                  <a:ext uri="{FF2B5EF4-FFF2-40B4-BE49-F238E27FC236}">
                    <a16:creationId xmlns:a16="http://schemas.microsoft.com/office/drawing/2014/main" id="{D3F0A69E-8562-E2AF-2921-C15566749891}"/>
                  </a:ext>
                </a:extLst>
              </p:cNvPr>
              <p:cNvSpPr/>
              <p:nvPr/>
            </p:nvSpPr>
            <p:spPr>
              <a:xfrm>
                <a:off x="3294810" y="4149192"/>
                <a:ext cx="492900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Cautín</a:t>
                </a:r>
              </a:p>
            </p:txBody>
          </p:sp>
          <p:sp>
            <p:nvSpPr>
              <p:cNvPr id="680" name="Google Shape;7917;p71">
                <a:extLst>
                  <a:ext uri="{FF2B5EF4-FFF2-40B4-BE49-F238E27FC236}">
                    <a16:creationId xmlns:a16="http://schemas.microsoft.com/office/drawing/2014/main" id="{2F4B852F-7435-3688-A889-97448F158C0C}"/>
                  </a:ext>
                </a:extLst>
              </p:cNvPr>
              <p:cNvSpPr/>
              <p:nvPr/>
            </p:nvSpPr>
            <p:spPr>
              <a:xfrm>
                <a:off x="3831305" y="4149257"/>
                <a:ext cx="492900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1</a:t>
                </a:r>
              </a:p>
            </p:txBody>
          </p:sp>
          <p:sp>
            <p:nvSpPr>
              <p:cNvPr id="681" name="Google Shape;7918;p71">
                <a:extLst>
                  <a:ext uri="{FF2B5EF4-FFF2-40B4-BE49-F238E27FC236}">
                    <a16:creationId xmlns:a16="http://schemas.microsoft.com/office/drawing/2014/main" id="{EC828F97-7444-CE80-8097-4B50E323C7DE}"/>
                  </a:ext>
                </a:extLst>
              </p:cNvPr>
              <p:cNvSpPr/>
              <p:nvPr/>
            </p:nvSpPr>
            <p:spPr>
              <a:xfrm>
                <a:off x="4367798" y="4149275"/>
                <a:ext cx="492900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sz="1000" noProof="0">
                    <a:latin typeface="DM Sans" pitchFamily="2" charset="0"/>
                  </a:rPr>
                  <a:t>$30,000</a:t>
                </a:r>
              </a:p>
            </p:txBody>
          </p:sp>
          <p:sp>
            <p:nvSpPr>
              <p:cNvPr id="682" name="Google Shape;7919;p71">
                <a:extLst>
                  <a:ext uri="{FF2B5EF4-FFF2-40B4-BE49-F238E27FC236}">
                    <a16:creationId xmlns:a16="http://schemas.microsoft.com/office/drawing/2014/main" id="{44B8525B-35DD-DD70-44DF-0DD169D1DD6C}"/>
                  </a:ext>
                </a:extLst>
              </p:cNvPr>
              <p:cNvSpPr/>
              <p:nvPr/>
            </p:nvSpPr>
            <p:spPr>
              <a:xfrm>
                <a:off x="4904292" y="4149154"/>
                <a:ext cx="492900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sz="1000" noProof="0">
                    <a:latin typeface="DM Sans" pitchFamily="2" charset="0"/>
                  </a:rPr>
                  <a:t>$30,000</a:t>
                </a:r>
              </a:p>
            </p:txBody>
          </p:sp>
          <p:sp>
            <p:nvSpPr>
              <p:cNvPr id="683" name="Google Shape;7920;p71">
                <a:extLst>
                  <a:ext uri="{FF2B5EF4-FFF2-40B4-BE49-F238E27FC236}">
                    <a16:creationId xmlns:a16="http://schemas.microsoft.com/office/drawing/2014/main" id="{8161D279-AB28-95C6-8A6E-C88B4A121061}"/>
                  </a:ext>
                </a:extLst>
              </p:cNvPr>
              <p:cNvSpPr/>
              <p:nvPr/>
            </p:nvSpPr>
            <p:spPr>
              <a:xfrm>
                <a:off x="5440787" y="4149268"/>
                <a:ext cx="492900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sz="1000" noProof="0">
                    <a:latin typeface="DM Sans" pitchFamily="2" charset="0"/>
                  </a:rPr>
                  <a:t>Matrícula PUJ</a:t>
                </a:r>
              </a:p>
            </p:txBody>
          </p:sp>
        </p:grpSp>
        <p:grpSp>
          <p:nvGrpSpPr>
            <p:cNvPr id="13" name="Google Shape;7921;p71">
              <a:extLst>
                <a:ext uri="{FF2B5EF4-FFF2-40B4-BE49-F238E27FC236}">
                  <a16:creationId xmlns:a16="http://schemas.microsoft.com/office/drawing/2014/main" id="{D230618E-116C-89CB-0068-05600480A38B}"/>
                </a:ext>
              </a:extLst>
            </p:cNvPr>
            <p:cNvGrpSpPr/>
            <p:nvPr/>
          </p:nvGrpSpPr>
          <p:grpSpPr>
            <a:xfrm>
              <a:off x="3358307" y="4288545"/>
              <a:ext cx="2363380" cy="139637"/>
              <a:chOff x="3294814" y="4201306"/>
              <a:chExt cx="2638879" cy="151155"/>
            </a:xfrm>
          </p:grpSpPr>
          <p:sp>
            <p:nvSpPr>
              <p:cNvPr id="14" name="Google Shape;7922;p71">
                <a:extLst>
                  <a:ext uri="{FF2B5EF4-FFF2-40B4-BE49-F238E27FC236}">
                    <a16:creationId xmlns:a16="http://schemas.microsoft.com/office/drawing/2014/main" id="{3A3BF861-F289-FBF8-1398-0FBF353C4EB9}"/>
                  </a:ext>
                </a:extLst>
              </p:cNvPr>
              <p:cNvSpPr/>
              <p:nvPr/>
            </p:nvSpPr>
            <p:spPr>
              <a:xfrm>
                <a:off x="3294814" y="4201414"/>
                <a:ext cx="492900" cy="15104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Fuente de alimentación</a:t>
                </a:r>
              </a:p>
            </p:txBody>
          </p:sp>
          <p:sp>
            <p:nvSpPr>
              <p:cNvPr id="15" name="Google Shape;7923;p71">
                <a:extLst>
                  <a:ext uri="{FF2B5EF4-FFF2-40B4-BE49-F238E27FC236}">
                    <a16:creationId xmlns:a16="http://schemas.microsoft.com/office/drawing/2014/main" id="{2784BADB-B00A-0DD5-2AB2-23224BCA1E88}"/>
                  </a:ext>
                </a:extLst>
              </p:cNvPr>
              <p:cNvSpPr/>
              <p:nvPr/>
            </p:nvSpPr>
            <p:spPr>
              <a:xfrm>
                <a:off x="3831309" y="4201354"/>
                <a:ext cx="492900" cy="15104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1</a:t>
                </a:r>
              </a:p>
            </p:txBody>
          </p:sp>
          <p:sp>
            <p:nvSpPr>
              <p:cNvPr id="16" name="Google Shape;7924;p71">
                <a:extLst>
                  <a:ext uri="{FF2B5EF4-FFF2-40B4-BE49-F238E27FC236}">
                    <a16:creationId xmlns:a16="http://schemas.microsoft.com/office/drawing/2014/main" id="{42357AD9-EDEB-FC8B-A8EE-0E98ACE2021D}"/>
                  </a:ext>
                </a:extLst>
              </p:cNvPr>
              <p:cNvSpPr/>
              <p:nvPr/>
            </p:nvSpPr>
            <p:spPr>
              <a:xfrm>
                <a:off x="4367803" y="4201311"/>
                <a:ext cx="492900" cy="15104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sz="1000" noProof="0">
                    <a:latin typeface="DM Sans" pitchFamily="2" charset="0"/>
                  </a:rPr>
                  <a:t>$500,000</a:t>
                </a:r>
              </a:p>
            </p:txBody>
          </p:sp>
          <p:sp>
            <p:nvSpPr>
              <p:cNvPr id="17" name="Google Shape;7925;p71">
                <a:extLst>
                  <a:ext uri="{FF2B5EF4-FFF2-40B4-BE49-F238E27FC236}">
                    <a16:creationId xmlns:a16="http://schemas.microsoft.com/office/drawing/2014/main" id="{536FC8EC-59A3-9305-E0EE-ABF4B5CB5778}"/>
                  </a:ext>
                </a:extLst>
              </p:cNvPr>
              <p:cNvSpPr/>
              <p:nvPr/>
            </p:nvSpPr>
            <p:spPr>
              <a:xfrm>
                <a:off x="4904297" y="4201306"/>
                <a:ext cx="492900" cy="15104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sz="1000" noProof="0">
                    <a:latin typeface="DM Sans" pitchFamily="2" charset="0"/>
                  </a:rPr>
                  <a:t>$500,000</a:t>
                </a:r>
              </a:p>
            </p:txBody>
          </p:sp>
          <p:sp>
            <p:nvSpPr>
              <p:cNvPr id="18" name="Google Shape;7926;p71">
                <a:extLst>
                  <a:ext uri="{FF2B5EF4-FFF2-40B4-BE49-F238E27FC236}">
                    <a16:creationId xmlns:a16="http://schemas.microsoft.com/office/drawing/2014/main" id="{6C07FDA7-0F5E-632A-2535-35AC71B51394}"/>
                  </a:ext>
                </a:extLst>
              </p:cNvPr>
              <p:cNvSpPr/>
              <p:nvPr/>
            </p:nvSpPr>
            <p:spPr>
              <a:xfrm>
                <a:off x="5440793" y="4201311"/>
                <a:ext cx="492900" cy="15104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sz="1000" noProof="0">
                    <a:latin typeface="DM Sans" pitchFamily="2" charset="0"/>
                  </a:rPr>
                  <a:t>Matrícula PUJ</a:t>
                </a:r>
              </a:p>
            </p:txBody>
          </p:sp>
        </p:grp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B3D1146C-8B02-60F8-8872-6EBA1B4D5081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41</a:t>
            </a:r>
          </a:p>
        </p:txBody>
      </p:sp>
      <p:grpSp>
        <p:nvGrpSpPr>
          <p:cNvPr id="3" name="Google Shape;7890;p71">
            <a:extLst>
              <a:ext uri="{FF2B5EF4-FFF2-40B4-BE49-F238E27FC236}">
                <a16:creationId xmlns:a16="http://schemas.microsoft.com/office/drawing/2014/main" id="{76C6D37D-1BBC-1D59-E983-2ECF933A1F7A}"/>
              </a:ext>
            </a:extLst>
          </p:cNvPr>
          <p:cNvGrpSpPr/>
          <p:nvPr/>
        </p:nvGrpSpPr>
        <p:grpSpPr>
          <a:xfrm>
            <a:off x="633997" y="3105716"/>
            <a:ext cx="7875556" cy="864000"/>
            <a:chOff x="3358425" y="3527892"/>
            <a:chExt cx="2363244" cy="502522"/>
          </a:xfrm>
        </p:grpSpPr>
        <p:grpSp>
          <p:nvGrpSpPr>
            <p:cNvPr id="5" name="Google Shape;7897;p71">
              <a:extLst>
                <a:ext uri="{FF2B5EF4-FFF2-40B4-BE49-F238E27FC236}">
                  <a16:creationId xmlns:a16="http://schemas.microsoft.com/office/drawing/2014/main" id="{4C8486EE-3284-CF9C-2FD8-B27026BB4545}"/>
                </a:ext>
              </a:extLst>
            </p:cNvPr>
            <p:cNvGrpSpPr/>
            <p:nvPr/>
          </p:nvGrpSpPr>
          <p:grpSpPr>
            <a:xfrm>
              <a:off x="3358426" y="3527892"/>
              <a:ext cx="2363243" cy="139500"/>
              <a:chOff x="3358426" y="3527892"/>
              <a:chExt cx="2363243" cy="139500"/>
            </a:xfrm>
          </p:grpSpPr>
          <p:sp>
            <p:nvSpPr>
              <p:cNvPr id="30" name="Google Shape;7898;p71">
                <a:extLst>
                  <a:ext uri="{FF2B5EF4-FFF2-40B4-BE49-F238E27FC236}">
                    <a16:creationId xmlns:a16="http://schemas.microsoft.com/office/drawing/2014/main" id="{70AD7484-8296-1B44-B161-6C541B7A7402}"/>
                  </a:ext>
                </a:extLst>
              </p:cNvPr>
              <p:cNvSpPr/>
              <p:nvPr/>
            </p:nvSpPr>
            <p:spPr>
              <a:xfrm>
                <a:off x="3358426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1000" noProof="0">
                    <a:latin typeface="DM Sans" pitchFamily="2" charset="0"/>
                  </a:rPr>
                  <a:t>Osciloscopio</a:t>
                </a:r>
              </a:p>
            </p:txBody>
          </p:sp>
          <p:sp>
            <p:nvSpPr>
              <p:cNvPr id="31" name="Google Shape;7899;p71">
                <a:extLst>
                  <a:ext uri="{FF2B5EF4-FFF2-40B4-BE49-F238E27FC236}">
                    <a16:creationId xmlns:a16="http://schemas.microsoft.com/office/drawing/2014/main" id="{F52C306A-9849-9A49-61BC-8A94CF1D65DF}"/>
                  </a:ext>
                </a:extLst>
              </p:cNvPr>
              <p:cNvSpPr/>
              <p:nvPr/>
            </p:nvSpPr>
            <p:spPr>
              <a:xfrm>
                <a:off x="3838912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1</a:t>
                </a:r>
              </a:p>
            </p:txBody>
          </p:sp>
          <p:sp>
            <p:nvSpPr>
              <p:cNvPr id="672" name="Google Shape;7900;p71">
                <a:extLst>
                  <a:ext uri="{FF2B5EF4-FFF2-40B4-BE49-F238E27FC236}">
                    <a16:creationId xmlns:a16="http://schemas.microsoft.com/office/drawing/2014/main" id="{F0F78B85-8BA6-7FE7-61EA-B69DD409359F}"/>
                  </a:ext>
                </a:extLst>
              </p:cNvPr>
              <p:cNvSpPr/>
              <p:nvPr/>
            </p:nvSpPr>
            <p:spPr>
              <a:xfrm>
                <a:off x="4319398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$160,000</a:t>
                </a:r>
              </a:p>
            </p:txBody>
          </p:sp>
          <p:sp>
            <p:nvSpPr>
              <p:cNvPr id="673" name="Google Shape;7901;p71">
                <a:extLst>
                  <a:ext uri="{FF2B5EF4-FFF2-40B4-BE49-F238E27FC236}">
                    <a16:creationId xmlns:a16="http://schemas.microsoft.com/office/drawing/2014/main" id="{30776159-4649-EB98-9055-00C71AAE8642}"/>
                  </a:ext>
                </a:extLst>
              </p:cNvPr>
              <p:cNvSpPr/>
              <p:nvPr/>
            </p:nvSpPr>
            <p:spPr>
              <a:xfrm>
                <a:off x="4799884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$160,000</a:t>
                </a:r>
              </a:p>
            </p:txBody>
          </p:sp>
          <p:sp>
            <p:nvSpPr>
              <p:cNvPr id="674" name="Google Shape;7902;p71">
                <a:extLst>
                  <a:ext uri="{FF2B5EF4-FFF2-40B4-BE49-F238E27FC236}">
                    <a16:creationId xmlns:a16="http://schemas.microsoft.com/office/drawing/2014/main" id="{2F6417D8-8205-8927-393F-3B24B041DFC4}"/>
                  </a:ext>
                </a:extLst>
              </p:cNvPr>
              <p:cNvSpPr/>
              <p:nvPr/>
            </p:nvSpPr>
            <p:spPr>
              <a:xfrm>
                <a:off x="5280369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sz="1000" noProof="0">
                    <a:latin typeface="DM Sans" pitchFamily="2" charset="0"/>
                  </a:rPr>
                  <a:t>Matrícula PUJ</a:t>
                </a:r>
              </a:p>
            </p:txBody>
          </p:sp>
        </p:grpSp>
        <p:grpSp>
          <p:nvGrpSpPr>
            <p:cNvPr id="6" name="Google Shape;7903;p71">
              <a:extLst>
                <a:ext uri="{FF2B5EF4-FFF2-40B4-BE49-F238E27FC236}">
                  <a16:creationId xmlns:a16="http://schemas.microsoft.com/office/drawing/2014/main" id="{37EB8727-CD42-BB8A-1474-81494E6A16E9}"/>
                </a:ext>
              </a:extLst>
            </p:cNvPr>
            <p:cNvGrpSpPr/>
            <p:nvPr/>
          </p:nvGrpSpPr>
          <p:grpSpPr>
            <a:xfrm>
              <a:off x="3358425" y="3709403"/>
              <a:ext cx="2363244" cy="139500"/>
              <a:chOff x="3358425" y="3709403"/>
              <a:chExt cx="2363244" cy="139500"/>
            </a:xfrm>
          </p:grpSpPr>
          <p:sp>
            <p:nvSpPr>
              <p:cNvPr id="25" name="Google Shape;7904;p71">
                <a:extLst>
                  <a:ext uri="{FF2B5EF4-FFF2-40B4-BE49-F238E27FC236}">
                    <a16:creationId xmlns:a16="http://schemas.microsoft.com/office/drawing/2014/main" id="{539703CB-9184-7854-7A96-F01433D46A60}"/>
                  </a:ext>
                </a:extLst>
              </p:cNvPr>
              <p:cNvSpPr/>
              <p:nvPr/>
            </p:nvSpPr>
            <p:spPr>
              <a:xfrm>
                <a:off x="3358425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1000" noProof="0">
                    <a:latin typeface="DM Sans" pitchFamily="2" charset="0"/>
                  </a:rPr>
                  <a:t>Distanciómetro</a:t>
                </a:r>
              </a:p>
            </p:txBody>
          </p:sp>
          <p:sp>
            <p:nvSpPr>
              <p:cNvPr id="26" name="Google Shape;7905;p71">
                <a:extLst>
                  <a:ext uri="{FF2B5EF4-FFF2-40B4-BE49-F238E27FC236}">
                    <a16:creationId xmlns:a16="http://schemas.microsoft.com/office/drawing/2014/main" id="{5D61C552-D2E6-E392-BC52-980592C8D030}"/>
                  </a:ext>
                </a:extLst>
              </p:cNvPr>
              <p:cNvSpPr/>
              <p:nvPr/>
            </p:nvSpPr>
            <p:spPr>
              <a:xfrm>
                <a:off x="3838911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1</a:t>
                </a:r>
              </a:p>
            </p:txBody>
          </p:sp>
          <p:sp>
            <p:nvSpPr>
              <p:cNvPr id="27" name="Google Shape;7906;p71">
                <a:extLst>
                  <a:ext uri="{FF2B5EF4-FFF2-40B4-BE49-F238E27FC236}">
                    <a16:creationId xmlns:a16="http://schemas.microsoft.com/office/drawing/2014/main" id="{EBDFF716-CE9A-A9BC-2116-520FBC6E21C9}"/>
                  </a:ext>
                </a:extLst>
              </p:cNvPr>
              <p:cNvSpPr/>
              <p:nvPr/>
            </p:nvSpPr>
            <p:spPr>
              <a:xfrm>
                <a:off x="4319397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$50,000</a:t>
                </a:r>
              </a:p>
            </p:txBody>
          </p:sp>
          <p:sp>
            <p:nvSpPr>
              <p:cNvPr id="28" name="Google Shape;7907;p71">
                <a:extLst>
                  <a:ext uri="{FF2B5EF4-FFF2-40B4-BE49-F238E27FC236}">
                    <a16:creationId xmlns:a16="http://schemas.microsoft.com/office/drawing/2014/main" id="{D4AFBC75-4541-7D61-668C-016E6DCA3378}"/>
                  </a:ext>
                </a:extLst>
              </p:cNvPr>
              <p:cNvSpPr/>
              <p:nvPr/>
            </p:nvSpPr>
            <p:spPr>
              <a:xfrm>
                <a:off x="4799883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$50,000</a:t>
                </a:r>
              </a:p>
            </p:txBody>
          </p:sp>
          <p:sp>
            <p:nvSpPr>
              <p:cNvPr id="29" name="Google Shape;7908;p71">
                <a:extLst>
                  <a:ext uri="{FF2B5EF4-FFF2-40B4-BE49-F238E27FC236}">
                    <a16:creationId xmlns:a16="http://schemas.microsoft.com/office/drawing/2014/main" id="{93D4F064-78C0-4BC9-553B-FE576131B5A3}"/>
                  </a:ext>
                </a:extLst>
              </p:cNvPr>
              <p:cNvSpPr/>
              <p:nvPr/>
            </p:nvSpPr>
            <p:spPr>
              <a:xfrm>
                <a:off x="5280369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sz="1000" noProof="0">
                    <a:latin typeface="DM Sans" pitchFamily="2" charset="0"/>
                  </a:rPr>
                  <a:t>Matrícula PUJ</a:t>
                </a:r>
              </a:p>
            </p:txBody>
          </p:sp>
        </p:grpSp>
        <p:grpSp>
          <p:nvGrpSpPr>
            <p:cNvPr id="19" name="Google Shape;7909;p71">
              <a:extLst>
                <a:ext uri="{FF2B5EF4-FFF2-40B4-BE49-F238E27FC236}">
                  <a16:creationId xmlns:a16="http://schemas.microsoft.com/office/drawing/2014/main" id="{18122522-F6D3-74CB-635A-D4BCC863BC4C}"/>
                </a:ext>
              </a:extLst>
            </p:cNvPr>
            <p:cNvGrpSpPr/>
            <p:nvPr/>
          </p:nvGrpSpPr>
          <p:grpSpPr>
            <a:xfrm>
              <a:off x="3358425" y="3890914"/>
              <a:ext cx="2363244" cy="139500"/>
              <a:chOff x="3358425" y="3890914"/>
              <a:chExt cx="2363244" cy="139500"/>
            </a:xfrm>
          </p:grpSpPr>
          <p:sp>
            <p:nvSpPr>
              <p:cNvPr id="20" name="Google Shape;7910;p71">
                <a:extLst>
                  <a:ext uri="{FF2B5EF4-FFF2-40B4-BE49-F238E27FC236}">
                    <a16:creationId xmlns:a16="http://schemas.microsoft.com/office/drawing/2014/main" id="{DCBEA7C6-5BE8-A913-E4AC-6F3C3B37B197}"/>
                  </a:ext>
                </a:extLst>
              </p:cNvPr>
              <p:cNvSpPr/>
              <p:nvPr/>
            </p:nvSpPr>
            <p:spPr>
              <a:xfrm>
                <a:off x="3358425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1000" noProof="0">
                    <a:latin typeface="DM Sans" pitchFamily="2" charset="0"/>
                  </a:rPr>
                  <a:t>Computador</a:t>
                </a:r>
              </a:p>
            </p:txBody>
          </p:sp>
          <p:sp>
            <p:nvSpPr>
              <p:cNvPr id="21" name="Google Shape;7911;p71">
                <a:extLst>
                  <a:ext uri="{FF2B5EF4-FFF2-40B4-BE49-F238E27FC236}">
                    <a16:creationId xmlns:a16="http://schemas.microsoft.com/office/drawing/2014/main" id="{38D8C9D8-F20F-0E9F-DD72-04283AE52BA0}"/>
                  </a:ext>
                </a:extLst>
              </p:cNvPr>
              <p:cNvSpPr/>
              <p:nvPr/>
            </p:nvSpPr>
            <p:spPr>
              <a:xfrm>
                <a:off x="3838912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1</a:t>
                </a:r>
              </a:p>
            </p:txBody>
          </p:sp>
          <p:sp>
            <p:nvSpPr>
              <p:cNvPr id="22" name="Google Shape;7912;p71">
                <a:extLst>
                  <a:ext uri="{FF2B5EF4-FFF2-40B4-BE49-F238E27FC236}">
                    <a16:creationId xmlns:a16="http://schemas.microsoft.com/office/drawing/2014/main" id="{E4EDCD3E-ED15-1819-AC13-867918477E39}"/>
                  </a:ext>
                </a:extLst>
              </p:cNvPr>
              <p:cNvSpPr/>
              <p:nvPr/>
            </p:nvSpPr>
            <p:spPr>
              <a:xfrm>
                <a:off x="4319397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$500,000</a:t>
                </a:r>
              </a:p>
            </p:txBody>
          </p:sp>
          <p:sp>
            <p:nvSpPr>
              <p:cNvPr id="23" name="Google Shape;7913;p71">
                <a:extLst>
                  <a:ext uri="{FF2B5EF4-FFF2-40B4-BE49-F238E27FC236}">
                    <a16:creationId xmlns:a16="http://schemas.microsoft.com/office/drawing/2014/main" id="{4F56D298-0789-7638-2EC1-F6687568DE72}"/>
                  </a:ext>
                </a:extLst>
              </p:cNvPr>
              <p:cNvSpPr/>
              <p:nvPr/>
            </p:nvSpPr>
            <p:spPr>
              <a:xfrm>
                <a:off x="4799883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noProof="0">
                    <a:latin typeface="DM Sans" pitchFamily="2" charset="0"/>
                  </a:rPr>
                  <a:t>$500,000</a:t>
                </a:r>
              </a:p>
            </p:txBody>
          </p:sp>
          <p:sp>
            <p:nvSpPr>
              <p:cNvPr id="24" name="Google Shape;7914;p71">
                <a:extLst>
                  <a:ext uri="{FF2B5EF4-FFF2-40B4-BE49-F238E27FC236}">
                    <a16:creationId xmlns:a16="http://schemas.microsoft.com/office/drawing/2014/main" id="{715F3BE2-313A-785F-F4A1-64291A350B94}"/>
                  </a:ext>
                </a:extLst>
              </p:cNvPr>
              <p:cNvSpPr/>
              <p:nvPr/>
            </p:nvSpPr>
            <p:spPr>
              <a:xfrm>
                <a:off x="5280369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sz="1000" noProof="0">
                    <a:latin typeface="DM Sans" pitchFamily="2" charset="0"/>
                  </a:rPr>
                  <a:t>Propia</a:t>
                </a:r>
              </a:p>
            </p:txBody>
          </p:sp>
        </p:grpSp>
      </p:grpSp>
      <p:sp>
        <p:nvSpPr>
          <p:cNvPr id="706" name="Google Shape;7895;p71">
            <a:extLst>
              <a:ext uri="{FF2B5EF4-FFF2-40B4-BE49-F238E27FC236}">
                <a16:creationId xmlns:a16="http://schemas.microsoft.com/office/drawing/2014/main" id="{E36E9C58-292D-4551-C2E8-1D6C40103328}"/>
              </a:ext>
            </a:extLst>
          </p:cNvPr>
          <p:cNvSpPr/>
          <p:nvPr/>
        </p:nvSpPr>
        <p:spPr>
          <a:xfrm>
            <a:off x="5437683" y="4068959"/>
            <a:ext cx="1470641" cy="216000"/>
          </a:xfrm>
          <a:prstGeom prst="flowChartAlternateProcess">
            <a:avLst/>
          </a:prstGeom>
          <a:noFill/>
          <a:ln w="9525" cap="flat" cmpd="sng">
            <a:solidFill>
              <a:srgbClr val="7994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noProof="0">
                <a:latin typeface="DM Sans" pitchFamily="2" charset="0"/>
              </a:rPr>
              <a:t>$2,800,000</a:t>
            </a:r>
          </a:p>
        </p:txBody>
      </p:sp>
      <p:sp>
        <p:nvSpPr>
          <p:cNvPr id="707" name="Google Shape;7892;p71">
            <a:extLst>
              <a:ext uri="{FF2B5EF4-FFF2-40B4-BE49-F238E27FC236}">
                <a16:creationId xmlns:a16="http://schemas.microsoft.com/office/drawing/2014/main" id="{33C8CE89-664F-124F-55B0-D1EB67D744FA}"/>
              </a:ext>
            </a:extLst>
          </p:cNvPr>
          <p:cNvSpPr/>
          <p:nvPr/>
        </p:nvSpPr>
        <p:spPr>
          <a:xfrm>
            <a:off x="633997" y="4077415"/>
            <a:ext cx="4673099" cy="216000"/>
          </a:xfrm>
          <a:prstGeom prst="flowChartAlternateProcess">
            <a:avLst/>
          </a:prstGeom>
          <a:noFill/>
          <a:ln w="9525" cap="flat" cmpd="sng">
            <a:solidFill>
              <a:srgbClr val="7994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900" b="1" noProof="0">
                <a:latin typeface="DM Sans" pitchFamily="2" charset="0"/>
              </a:rPr>
              <a:t>TOTAL EQUIPOS</a:t>
            </a:r>
          </a:p>
        </p:txBody>
      </p:sp>
      <p:pic>
        <p:nvPicPr>
          <p:cNvPr id="32" name="Cámara 31">
            <a:extLst>
              <a:ext uri="{FF2B5EF4-FFF2-40B4-BE49-F238E27FC236}">
                <a16:creationId xmlns:a16="http://schemas.microsoft.com/office/drawing/2014/main" id="{96F2986A-6574-A3FF-FCB8-7C0E220C6D3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3412" y="-3262"/>
            <a:ext cx="1109370" cy="110937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1875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>
          <a:extLst>
            <a:ext uri="{FF2B5EF4-FFF2-40B4-BE49-F238E27FC236}">
              <a16:creationId xmlns:a16="http://schemas.microsoft.com/office/drawing/2014/main" id="{476ED334-7990-62B1-F10C-5D6653A5B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Rectángulo 685">
            <a:extLst>
              <a:ext uri="{FF2B5EF4-FFF2-40B4-BE49-F238E27FC236}">
                <a16:creationId xmlns:a16="http://schemas.microsoft.com/office/drawing/2014/main" id="{3E40F2EC-39B2-72B8-F2A5-D73A48B041EE}"/>
              </a:ext>
            </a:extLst>
          </p:cNvPr>
          <p:cNvSpPr/>
          <p:nvPr/>
        </p:nvSpPr>
        <p:spPr>
          <a:xfrm>
            <a:off x="14603" y="-1"/>
            <a:ext cx="4557397" cy="967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noProof="0">
                <a:solidFill>
                  <a:sysClr val="windowText" lastClr="000000"/>
                </a:solidFill>
                <a:latin typeface="DM Sans" pitchFamily="2" charset="0"/>
              </a:rPr>
              <a:t>SOFTWARE Y OTROS</a:t>
            </a:r>
          </a:p>
        </p:txBody>
      </p:sp>
      <p:grpSp>
        <p:nvGrpSpPr>
          <p:cNvPr id="7" name="Google Shape;7890;p71">
            <a:extLst>
              <a:ext uri="{FF2B5EF4-FFF2-40B4-BE49-F238E27FC236}">
                <a16:creationId xmlns:a16="http://schemas.microsoft.com/office/drawing/2014/main" id="{522BA06A-1255-FA41-2413-E26208FC463D}"/>
              </a:ext>
            </a:extLst>
          </p:cNvPr>
          <p:cNvGrpSpPr/>
          <p:nvPr/>
        </p:nvGrpSpPr>
        <p:grpSpPr>
          <a:xfrm>
            <a:off x="634001" y="1164584"/>
            <a:ext cx="7875597" cy="1938774"/>
            <a:chOff x="3358412" y="3285485"/>
            <a:chExt cx="2363257" cy="744929"/>
          </a:xfrm>
        </p:grpSpPr>
        <p:grpSp>
          <p:nvGrpSpPr>
            <p:cNvPr id="8" name="Google Shape;7891;p71">
              <a:extLst>
                <a:ext uri="{FF2B5EF4-FFF2-40B4-BE49-F238E27FC236}">
                  <a16:creationId xmlns:a16="http://schemas.microsoft.com/office/drawing/2014/main" id="{C0EE5FD6-CB9C-1E7C-80C9-109F0C9A7A4E}"/>
                </a:ext>
              </a:extLst>
            </p:cNvPr>
            <p:cNvGrpSpPr/>
            <p:nvPr/>
          </p:nvGrpSpPr>
          <p:grpSpPr>
            <a:xfrm>
              <a:off x="3358412" y="3285485"/>
              <a:ext cx="2363244" cy="179819"/>
              <a:chOff x="3358412" y="3285485"/>
              <a:chExt cx="2363244" cy="179819"/>
            </a:xfrm>
          </p:grpSpPr>
          <p:sp>
            <p:nvSpPr>
              <p:cNvPr id="700" name="Google Shape;7892;p71">
                <a:extLst>
                  <a:ext uri="{FF2B5EF4-FFF2-40B4-BE49-F238E27FC236}">
                    <a16:creationId xmlns:a16="http://schemas.microsoft.com/office/drawing/2014/main" id="{8B04C863-6001-1B9C-6686-6DAA30CF44C8}"/>
                  </a:ext>
                </a:extLst>
              </p:cNvPr>
              <p:cNvSpPr/>
              <p:nvPr/>
            </p:nvSpPr>
            <p:spPr>
              <a:xfrm>
                <a:off x="3358412" y="3285485"/>
                <a:ext cx="441300" cy="179819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300" b="1" noProof="0" err="1">
                    <a:latin typeface="DM Sans" pitchFamily="2" charset="0"/>
                  </a:rPr>
                  <a:t>Item</a:t>
                </a:r>
                <a:endParaRPr lang="es-CO" sz="1300" b="1" noProof="0">
                  <a:latin typeface="DM Sans" pitchFamily="2" charset="0"/>
                </a:endParaRPr>
              </a:p>
            </p:txBody>
          </p:sp>
          <p:sp>
            <p:nvSpPr>
              <p:cNvPr id="701" name="Google Shape;7893;p71">
                <a:extLst>
                  <a:ext uri="{FF2B5EF4-FFF2-40B4-BE49-F238E27FC236}">
                    <a16:creationId xmlns:a16="http://schemas.microsoft.com/office/drawing/2014/main" id="{058B40C3-2C07-F8E9-DFEB-46154604FE89}"/>
                  </a:ext>
                </a:extLst>
              </p:cNvPr>
              <p:cNvSpPr/>
              <p:nvPr/>
            </p:nvSpPr>
            <p:spPr>
              <a:xfrm>
                <a:off x="3838898" y="3285485"/>
                <a:ext cx="441300" cy="17981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300" b="1" noProof="0">
                    <a:latin typeface="DM Sans" pitchFamily="2" charset="0"/>
                  </a:rPr>
                  <a:t>Cantidad</a:t>
                </a:r>
              </a:p>
            </p:txBody>
          </p:sp>
          <p:sp>
            <p:nvSpPr>
              <p:cNvPr id="702" name="Google Shape;7894;p71">
                <a:extLst>
                  <a:ext uri="{FF2B5EF4-FFF2-40B4-BE49-F238E27FC236}">
                    <a16:creationId xmlns:a16="http://schemas.microsoft.com/office/drawing/2014/main" id="{C0C68AF9-92B4-EBDC-ED8C-502790ACEB46}"/>
                  </a:ext>
                </a:extLst>
              </p:cNvPr>
              <p:cNvSpPr/>
              <p:nvPr/>
            </p:nvSpPr>
            <p:spPr>
              <a:xfrm>
                <a:off x="4319384" y="3285485"/>
                <a:ext cx="441300" cy="17981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300" b="1" noProof="0">
                    <a:latin typeface="DM Sans" pitchFamily="2" charset="0"/>
                  </a:rPr>
                  <a:t>Precio Unitario (COP)</a:t>
                </a:r>
              </a:p>
            </p:txBody>
          </p:sp>
          <p:sp>
            <p:nvSpPr>
              <p:cNvPr id="703" name="Google Shape;7895;p71">
                <a:extLst>
                  <a:ext uri="{FF2B5EF4-FFF2-40B4-BE49-F238E27FC236}">
                    <a16:creationId xmlns:a16="http://schemas.microsoft.com/office/drawing/2014/main" id="{01A8CEF5-FC9F-BB13-D8B3-8D7F8BB82FCE}"/>
                  </a:ext>
                </a:extLst>
              </p:cNvPr>
              <p:cNvSpPr/>
              <p:nvPr/>
            </p:nvSpPr>
            <p:spPr>
              <a:xfrm>
                <a:off x="4799870" y="3285485"/>
                <a:ext cx="441300" cy="17981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300" b="1" noProof="0">
                    <a:latin typeface="DM Sans" pitchFamily="2" charset="0"/>
                  </a:rPr>
                  <a:t>Total (COP)</a:t>
                </a:r>
              </a:p>
            </p:txBody>
          </p:sp>
          <p:sp>
            <p:nvSpPr>
              <p:cNvPr id="704" name="Google Shape;7896;p71">
                <a:extLst>
                  <a:ext uri="{FF2B5EF4-FFF2-40B4-BE49-F238E27FC236}">
                    <a16:creationId xmlns:a16="http://schemas.microsoft.com/office/drawing/2014/main" id="{5BA2790A-7C3A-B24D-12C6-A13A01983E18}"/>
                  </a:ext>
                </a:extLst>
              </p:cNvPr>
              <p:cNvSpPr/>
              <p:nvPr/>
            </p:nvSpPr>
            <p:spPr>
              <a:xfrm>
                <a:off x="5280356" y="3285485"/>
                <a:ext cx="441300" cy="17981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300" b="1" noProof="0">
                    <a:latin typeface="DM Sans" pitchFamily="2" charset="0"/>
                  </a:rPr>
                  <a:t>Financiación</a:t>
                </a:r>
              </a:p>
            </p:txBody>
          </p:sp>
        </p:grpSp>
        <p:grpSp>
          <p:nvGrpSpPr>
            <p:cNvPr id="9" name="Google Shape;7897;p71">
              <a:extLst>
                <a:ext uri="{FF2B5EF4-FFF2-40B4-BE49-F238E27FC236}">
                  <a16:creationId xmlns:a16="http://schemas.microsoft.com/office/drawing/2014/main" id="{0EF1C977-0DC7-1085-0657-6FE922BC1C91}"/>
                </a:ext>
              </a:extLst>
            </p:cNvPr>
            <p:cNvGrpSpPr/>
            <p:nvPr/>
          </p:nvGrpSpPr>
          <p:grpSpPr>
            <a:xfrm>
              <a:off x="3358426" y="3527892"/>
              <a:ext cx="2363243" cy="139500"/>
              <a:chOff x="3358426" y="3527892"/>
              <a:chExt cx="2363243" cy="139500"/>
            </a:xfrm>
          </p:grpSpPr>
          <p:sp>
            <p:nvSpPr>
              <p:cNvPr id="695" name="Google Shape;7898;p71">
                <a:extLst>
                  <a:ext uri="{FF2B5EF4-FFF2-40B4-BE49-F238E27FC236}">
                    <a16:creationId xmlns:a16="http://schemas.microsoft.com/office/drawing/2014/main" id="{06E2C4D8-0B4B-1861-0A84-0DAD15DB3926}"/>
                  </a:ext>
                </a:extLst>
              </p:cNvPr>
              <p:cNvSpPr/>
              <p:nvPr/>
            </p:nvSpPr>
            <p:spPr>
              <a:xfrm>
                <a:off x="3358426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1100" noProof="0">
                    <a:latin typeface="DM Sans" pitchFamily="2" charset="0"/>
                  </a:rPr>
                  <a:t>SolidWorks</a:t>
                </a:r>
              </a:p>
            </p:txBody>
          </p:sp>
          <p:sp>
            <p:nvSpPr>
              <p:cNvPr id="696" name="Google Shape;7899;p71">
                <a:extLst>
                  <a:ext uri="{FF2B5EF4-FFF2-40B4-BE49-F238E27FC236}">
                    <a16:creationId xmlns:a16="http://schemas.microsoft.com/office/drawing/2014/main" id="{53B5176A-CE51-E6AE-9033-8863E9139A44}"/>
                  </a:ext>
                </a:extLst>
              </p:cNvPr>
              <p:cNvSpPr/>
              <p:nvPr/>
            </p:nvSpPr>
            <p:spPr>
              <a:xfrm>
                <a:off x="3838912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1</a:t>
                </a:r>
              </a:p>
            </p:txBody>
          </p:sp>
          <p:sp>
            <p:nvSpPr>
              <p:cNvPr id="697" name="Google Shape;7900;p71">
                <a:extLst>
                  <a:ext uri="{FF2B5EF4-FFF2-40B4-BE49-F238E27FC236}">
                    <a16:creationId xmlns:a16="http://schemas.microsoft.com/office/drawing/2014/main" id="{48C78A51-6506-9CB5-C6BD-A35C3045A7F7}"/>
                  </a:ext>
                </a:extLst>
              </p:cNvPr>
              <p:cNvSpPr/>
              <p:nvPr/>
            </p:nvSpPr>
            <p:spPr>
              <a:xfrm>
                <a:off x="4319398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$600,000</a:t>
                </a:r>
              </a:p>
            </p:txBody>
          </p:sp>
          <p:sp>
            <p:nvSpPr>
              <p:cNvPr id="698" name="Google Shape;7901;p71">
                <a:extLst>
                  <a:ext uri="{FF2B5EF4-FFF2-40B4-BE49-F238E27FC236}">
                    <a16:creationId xmlns:a16="http://schemas.microsoft.com/office/drawing/2014/main" id="{AC05002E-8ADB-7F36-2DB5-8E2841077147}"/>
                  </a:ext>
                </a:extLst>
              </p:cNvPr>
              <p:cNvSpPr/>
              <p:nvPr/>
            </p:nvSpPr>
            <p:spPr>
              <a:xfrm>
                <a:off x="4799884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$600,000</a:t>
                </a:r>
              </a:p>
            </p:txBody>
          </p:sp>
          <p:sp>
            <p:nvSpPr>
              <p:cNvPr id="699" name="Google Shape;7902;p71">
                <a:extLst>
                  <a:ext uri="{FF2B5EF4-FFF2-40B4-BE49-F238E27FC236}">
                    <a16:creationId xmlns:a16="http://schemas.microsoft.com/office/drawing/2014/main" id="{D617D64B-5057-6EC9-87CA-B1F04CF41D73}"/>
                  </a:ext>
                </a:extLst>
              </p:cNvPr>
              <p:cNvSpPr/>
              <p:nvPr/>
            </p:nvSpPr>
            <p:spPr>
              <a:xfrm>
                <a:off x="5280369" y="3527892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noProof="0">
                    <a:latin typeface="DM Sans" pitchFamily="2" charset="0"/>
                  </a:rPr>
                  <a:t>Matrícula PUJ</a:t>
                </a:r>
              </a:p>
            </p:txBody>
          </p:sp>
        </p:grpSp>
        <p:grpSp>
          <p:nvGrpSpPr>
            <p:cNvPr id="10" name="Google Shape;7903;p71">
              <a:extLst>
                <a:ext uri="{FF2B5EF4-FFF2-40B4-BE49-F238E27FC236}">
                  <a16:creationId xmlns:a16="http://schemas.microsoft.com/office/drawing/2014/main" id="{305C7BEA-706A-7FFD-5832-46814EC2BC2A}"/>
                </a:ext>
              </a:extLst>
            </p:cNvPr>
            <p:cNvGrpSpPr/>
            <p:nvPr/>
          </p:nvGrpSpPr>
          <p:grpSpPr>
            <a:xfrm>
              <a:off x="3358425" y="3709403"/>
              <a:ext cx="2363244" cy="139500"/>
              <a:chOff x="3358425" y="3709403"/>
              <a:chExt cx="2363244" cy="139500"/>
            </a:xfrm>
          </p:grpSpPr>
          <p:sp>
            <p:nvSpPr>
              <p:cNvPr id="690" name="Google Shape;7904;p71">
                <a:extLst>
                  <a:ext uri="{FF2B5EF4-FFF2-40B4-BE49-F238E27FC236}">
                    <a16:creationId xmlns:a16="http://schemas.microsoft.com/office/drawing/2014/main" id="{6287F5B9-A9CD-A2F1-5333-DDCFAF33E3C5}"/>
                  </a:ext>
                </a:extLst>
              </p:cNvPr>
              <p:cNvSpPr/>
              <p:nvPr/>
            </p:nvSpPr>
            <p:spPr>
              <a:xfrm>
                <a:off x="3358425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1100" noProof="0">
                    <a:latin typeface="DM Sans" pitchFamily="2" charset="0"/>
                  </a:rPr>
                  <a:t>Servidor o servicio en la nube</a:t>
                </a:r>
              </a:p>
            </p:txBody>
          </p:sp>
          <p:sp>
            <p:nvSpPr>
              <p:cNvPr id="691" name="Google Shape;7905;p71">
                <a:extLst>
                  <a:ext uri="{FF2B5EF4-FFF2-40B4-BE49-F238E27FC236}">
                    <a16:creationId xmlns:a16="http://schemas.microsoft.com/office/drawing/2014/main" id="{452377EF-B7D5-A2E7-6515-ED8A61360E18}"/>
                  </a:ext>
                </a:extLst>
              </p:cNvPr>
              <p:cNvSpPr/>
              <p:nvPr/>
            </p:nvSpPr>
            <p:spPr>
              <a:xfrm>
                <a:off x="3838911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1</a:t>
                </a:r>
              </a:p>
            </p:txBody>
          </p:sp>
          <p:sp>
            <p:nvSpPr>
              <p:cNvPr id="692" name="Google Shape;7906;p71">
                <a:extLst>
                  <a:ext uri="{FF2B5EF4-FFF2-40B4-BE49-F238E27FC236}">
                    <a16:creationId xmlns:a16="http://schemas.microsoft.com/office/drawing/2014/main" id="{04D86197-1AE1-CEA3-F420-A0CA87D40BE3}"/>
                  </a:ext>
                </a:extLst>
              </p:cNvPr>
              <p:cNvSpPr/>
              <p:nvPr/>
            </p:nvSpPr>
            <p:spPr>
              <a:xfrm>
                <a:off x="4319397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$500,000</a:t>
                </a:r>
              </a:p>
            </p:txBody>
          </p:sp>
          <p:sp>
            <p:nvSpPr>
              <p:cNvPr id="693" name="Google Shape;7907;p71">
                <a:extLst>
                  <a:ext uri="{FF2B5EF4-FFF2-40B4-BE49-F238E27FC236}">
                    <a16:creationId xmlns:a16="http://schemas.microsoft.com/office/drawing/2014/main" id="{7768AEDD-0B47-F0FA-910D-13AD67198EEC}"/>
                  </a:ext>
                </a:extLst>
              </p:cNvPr>
              <p:cNvSpPr/>
              <p:nvPr/>
            </p:nvSpPr>
            <p:spPr>
              <a:xfrm>
                <a:off x="4799883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$500,000</a:t>
                </a:r>
              </a:p>
            </p:txBody>
          </p:sp>
          <p:sp>
            <p:nvSpPr>
              <p:cNvPr id="694" name="Google Shape;7908;p71">
                <a:extLst>
                  <a:ext uri="{FF2B5EF4-FFF2-40B4-BE49-F238E27FC236}">
                    <a16:creationId xmlns:a16="http://schemas.microsoft.com/office/drawing/2014/main" id="{F3A009A2-51E2-B3EE-7F14-2C8CF66D3818}"/>
                  </a:ext>
                </a:extLst>
              </p:cNvPr>
              <p:cNvSpPr/>
              <p:nvPr/>
            </p:nvSpPr>
            <p:spPr>
              <a:xfrm>
                <a:off x="5280369" y="3709403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noProof="0">
                    <a:latin typeface="DM Sans" pitchFamily="2" charset="0"/>
                  </a:rPr>
                  <a:t>Matrícula PUJ</a:t>
                </a:r>
              </a:p>
            </p:txBody>
          </p:sp>
        </p:grpSp>
        <p:grpSp>
          <p:nvGrpSpPr>
            <p:cNvPr id="11" name="Google Shape;7909;p71">
              <a:extLst>
                <a:ext uri="{FF2B5EF4-FFF2-40B4-BE49-F238E27FC236}">
                  <a16:creationId xmlns:a16="http://schemas.microsoft.com/office/drawing/2014/main" id="{F5546586-B777-C1A0-47B6-030269D4C94E}"/>
                </a:ext>
              </a:extLst>
            </p:cNvPr>
            <p:cNvGrpSpPr/>
            <p:nvPr/>
          </p:nvGrpSpPr>
          <p:grpSpPr>
            <a:xfrm>
              <a:off x="3358425" y="3890914"/>
              <a:ext cx="2363244" cy="139500"/>
              <a:chOff x="3358425" y="3890914"/>
              <a:chExt cx="2363244" cy="139500"/>
            </a:xfrm>
          </p:grpSpPr>
          <p:sp>
            <p:nvSpPr>
              <p:cNvPr id="684" name="Google Shape;7910;p71">
                <a:extLst>
                  <a:ext uri="{FF2B5EF4-FFF2-40B4-BE49-F238E27FC236}">
                    <a16:creationId xmlns:a16="http://schemas.microsoft.com/office/drawing/2014/main" id="{099228E7-4A90-46F0-3073-652EDF4A1982}"/>
                  </a:ext>
                </a:extLst>
              </p:cNvPr>
              <p:cNvSpPr/>
              <p:nvPr/>
            </p:nvSpPr>
            <p:spPr>
              <a:xfrm>
                <a:off x="3358425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just"/>
                <a:r>
                  <a:rPr lang="es-CO" sz="1100" noProof="0">
                    <a:latin typeface="DM Sans" pitchFamily="2" charset="0"/>
                  </a:rPr>
                  <a:t>Otros</a:t>
                </a:r>
              </a:p>
            </p:txBody>
          </p:sp>
          <p:sp>
            <p:nvSpPr>
              <p:cNvPr id="685" name="Google Shape;7911;p71">
                <a:extLst>
                  <a:ext uri="{FF2B5EF4-FFF2-40B4-BE49-F238E27FC236}">
                    <a16:creationId xmlns:a16="http://schemas.microsoft.com/office/drawing/2014/main" id="{68D7F368-A290-AFD3-FB26-C39B179837F8}"/>
                  </a:ext>
                </a:extLst>
              </p:cNvPr>
              <p:cNvSpPr/>
              <p:nvPr/>
            </p:nvSpPr>
            <p:spPr>
              <a:xfrm>
                <a:off x="3838912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1</a:t>
                </a:r>
              </a:p>
            </p:txBody>
          </p:sp>
          <p:sp>
            <p:nvSpPr>
              <p:cNvPr id="687" name="Google Shape;7912;p71">
                <a:extLst>
                  <a:ext uri="{FF2B5EF4-FFF2-40B4-BE49-F238E27FC236}">
                    <a16:creationId xmlns:a16="http://schemas.microsoft.com/office/drawing/2014/main" id="{12A68EDD-7467-476C-E064-2F183F84B1D1}"/>
                  </a:ext>
                </a:extLst>
              </p:cNvPr>
              <p:cNvSpPr/>
              <p:nvPr/>
            </p:nvSpPr>
            <p:spPr>
              <a:xfrm>
                <a:off x="4319397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$200,000</a:t>
                </a:r>
              </a:p>
            </p:txBody>
          </p:sp>
          <p:sp>
            <p:nvSpPr>
              <p:cNvPr id="688" name="Google Shape;7913;p71">
                <a:extLst>
                  <a:ext uri="{FF2B5EF4-FFF2-40B4-BE49-F238E27FC236}">
                    <a16:creationId xmlns:a16="http://schemas.microsoft.com/office/drawing/2014/main" id="{FABEB36C-9660-D43D-1F58-D7BE25B3181D}"/>
                  </a:ext>
                </a:extLst>
              </p:cNvPr>
              <p:cNvSpPr/>
              <p:nvPr/>
            </p:nvSpPr>
            <p:spPr>
              <a:xfrm>
                <a:off x="4799883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$200,000</a:t>
                </a:r>
              </a:p>
            </p:txBody>
          </p:sp>
          <p:sp>
            <p:nvSpPr>
              <p:cNvPr id="689" name="Google Shape;7914;p71">
                <a:extLst>
                  <a:ext uri="{FF2B5EF4-FFF2-40B4-BE49-F238E27FC236}">
                    <a16:creationId xmlns:a16="http://schemas.microsoft.com/office/drawing/2014/main" id="{58C63667-3124-2198-B404-287776774251}"/>
                  </a:ext>
                </a:extLst>
              </p:cNvPr>
              <p:cNvSpPr/>
              <p:nvPr/>
            </p:nvSpPr>
            <p:spPr>
              <a:xfrm>
                <a:off x="5280369" y="3890914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noProof="0">
                    <a:latin typeface="DM Sans" pitchFamily="2" charset="0"/>
                  </a:rPr>
                  <a:t>Cliente</a:t>
                </a:r>
              </a:p>
            </p:txBody>
          </p:sp>
        </p:grp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33DA964F-2A62-097E-72BB-9D7AE300502B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42</a:t>
            </a:r>
          </a:p>
        </p:txBody>
      </p:sp>
      <p:sp>
        <p:nvSpPr>
          <p:cNvPr id="3" name="Google Shape;7892;p71">
            <a:extLst>
              <a:ext uri="{FF2B5EF4-FFF2-40B4-BE49-F238E27FC236}">
                <a16:creationId xmlns:a16="http://schemas.microsoft.com/office/drawing/2014/main" id="{A7746953-F9B1-529C-B950-50C05A9D704F}"/>
              </a:ext>
            </a:extLst>
          </p:cNvPr>
          <p:cNvSpPr/>
          <p:nvPr/>
        </p:nvSpPr>
        <p:spPr>
          <a:xfrm>
            <a:off x="634001" y="3212690"/>
            <a:ext cx="4673097" cy="468002"/>
          </a:xfrm>
          <a:prstGeom prst="flowChartAlternateProcess">
            <a:avLst/>
          </a:prstGeom>
          <a:noFill/>
          <a:ln w="9525" cap="flat" cmpd="sng">
            <a:solidFill>
              <a:srgbClr val="7994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noProof="0">
                <a:latin typeface="DM Sans" pitchFamily="2" charset="0"/>
              </a:rPr>
              <a:t>TOTAL SOFTWARE Y OTROS</a:t>
            </a:r>
          </a:p>
        </p:txBody>
      </p:sp>
      <p:sp>
        <p:nvSpPr>
          <p:cNvPr id="4" name="Google Shape;7895;p71">
            <a:extLst>
              <a:ext uri="{FF2B5EF4-FFF2-40B4-BE49-F238E27FC236}">
                <a16:creationId xmlns:a16="http://schemas.microsoft.com/office/drawing/2014/main" id="{CDA70781-2A0D-0224-53F8-2DAA7AF70187}"/>
              </a:ext>
            </a:extLst>
          </p:cNvPr>
          <p:cNvSpPr/>
          <p:nvPr/>
        </p:nvSpPr>
        <p:spPr>
          <a:xfrm>
            <a:off x="5437686" y="3204764"/>
            <a:ext cx="1470640" cy="467999"/>
          </a:xfrm>
          <a:prstGeom prst="flowChartAlternateProcess">
            <a:avLst/>
          </a:prstGeom>
          <a:noFill/>
          <a:ln w="9525" cap="flat" cmpd="sng">
            <a:solidFill>
              <a:srgbClr val="7994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noProof="0">
                <a:latin typeface="DM Sans" pitchFamily="2" charset="0"/>
              </a:rPr>
              <a:t>$1,300,000</a:t>
            </a:r>
          </a:p>
        </p:txBody>
      </p:sp>
      <p:pic>
        <p:nvPicPr>
          <p:cNvPr id="5" name="Cámara 4">
            <a:extLst>
              <a:ext uri="{FF2B5EF4-FFF2-40B4-BE49-F238E27FC236}">
                <a16:creationId xmlns:a16="http://schemas.microsoft.com/office/drawing/2014/main" id="{0A5646DF-FC07-262C-1CDF-9BCE28186E2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3412" y="-3262"/>
            <a:ext cx="1109370" cy="110937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4005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>
          <a:extLst>
            <a:ext uri="{FF2B5EF4-FFF2-40B4-BE49-F238E27FC236}">
              <a16:creationId xmlns:a16="http://schemas.microsoft.com/office/drawing/2014/main" id="{9F1A804C-C676-A234-AA84-3C6CD4CD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Rectángulo 685">
            <a:extLst>
              <a:ext uri="{FF2B5EF4-FFF2-40B4-BE49-F238E27FC236}">
                <a16:creationId xmlns:a16="http://schemas.microsoft.com/office/drawing/2014/main" id="{02AD6025-C143-55A5-AC7C-DDAD3825EA79}"/>
              </a:ext>
            </a:extLst>
          </p:cNvPr>
          <p:cNvSpPr/>
          <p:nvPr/>
        </p:nvSpPr>
        <p:spPr>
          <a:xfrm>
            <a:off x="14603" y="-1"/>
            <a:ext cx="4557397" cy="967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noProof="0">
                <a:solidFill>
                  <a:sysClr val="windowText" lastClr="000000"/>
                </a:solidFill>
                <a:latin typeface="DM Sans" pitchFamily="2" charset="0"/>
              </a:rPr>
              <a:t>TOTALES</a:t>
            </a:r>
          </a:p>
        </p:txBody>
      </p:sp>
      <p:grpSp>
        <p:nvGrpSpPr>
          <p:cNvPr id="7" name="Google Shape;7890;p71">
            <a:extLst>
              <a:ext uri="{FF2B5EF4-FFF2-40B4-BE49-F238E27FC236}">
                <a16:creationId xmlns:a16="http://schemas.microsoft.com/office/drawing/2014/main" id="{724AF7BD-ED8F-A6EE-0AFB-BD7337356A81}"/>
              </a:ext>
            </a:extLst>
          </p:cNvPr>
          <p:cNvGrpSpPr/>
          <p:nvPr/>
        </p:nvGrpSpPr>
        <p:grpSpPr>
          <a:xfrm>
            <a:off x="633999" y="1164583"/>
            <a:ext cx="7876873" cy="2447822"/>
            <a:chOff x="3358410" y="3285485"/>
            <a:chExt cx="2363639" cy="940519"/>
          </a:xfrm>
        </p:grpSpPr>
        <p:grpSp>
          <p:nvGrpSpPr>
            <p:cNvPr id="8" name="Google Shape;7891;p71">
              <a:extLst>
                <a:ext uri="{FF2B5EF4-FFF2-40B4-BE49-F238E27FC236}">
                  <a16:creationId xmlns:a16="http://schemas.microsoft.com/office/drawing/2014/main" id="{DACDE939-4FC2-A463-5740-53D0C8F48146}"/>
                </a:ext>
              </a:extLst>
            </p:cNvPr>
            <p:cNvGrpSpPr/>
            <p:nvPr/>
          </p:nvGrpSpPr>
          <p:grpSpPr>
            <a:xfrm>
              <a:off x="3358412" y="3285485"/>
              <a:ext cx="2363349" cy="179819"/>
              <a:chOff x="3358412" y="3285485"/>
              <a:chExt cx="2363349" cy="179819"/>
            </a:xfrm>
          </p:grpSpPr>
          <p:sp>
            <p:nvSpPr>
              <p:cNvPr id="700" name="Google Shape;7892;p71">
                <a:extLst>
                  <a:ext uri="{FF2B5EF4-FFF2-40B4-BE49-F238E27FC236}">
                    <a16:creationId xmlns:a16="http://schemas.microsoft.com/office/drawing/2014/main" id="{ABB6D9CE-BF22-559A-9404-32694215398E}"/>
                  </a:ext>
                </a:extLst>
              </p:cNvPr>
              <p:cNvSpPr/>
              <p:nvPr/>
            </p:nvSpPr>
            <p:spPr>
              <a:xfrm>
                <a:off x="3358412" y="3285485"/>
                <a:ext cx="1367553" cy="179819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sz="1300" b="1" noProof="0">
                    <a:latin typeface="DM Sans" pitchFamily="2" charset="0"/>
                  </a:rPr>
                  <a:t>Financiación</a:t>
                </a:r>
              </a:p>
            </p:txBody>
          </p:sp>
          <p:sp>
            <p:nvSpPr>
              <p:cNvPr id="703" name="Google Shape;7895;p71">
                <a:extLst>
                  <a:ext uri="{FF2B5EF4-FFF2-40B4-BE49-F238E27FC236}">
                    <a16:creationId xmlns:a16="http://schemas.microsoft.com/office/drawing/2014/main" id="{5F4E19B5-90E7-B47D-64D6-FE0D1BAE6553}"/>
                  </a:ext>
                </a:extLst>
              </p:cNvPr>
              <p:cNvSpPr/>
              <p:nvPr/>
            </p:nvSpPr>
            <p:spPr>
              <a:xfrm>
                <a:off x="4799870" y="3285485"/>
                <a:ext cx="921891" cy="179818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300" b="1" noProof="0">
                    <a:latin typeface="DM Sans" pitchFamily="2" charset="0"/>
                  </a:rPr>
                  <a:t>Total (COP)</a:t>
                </a:r>
              </a:p>
            </p:txBody>
          </p:sp>
        </p:grpSp>
        <p:grpSp>
          <p:nvGrpSpPr>
            <p:cNvPr id="9" name="Google Shape;7897;p71">
              <a:extLst>
                <a:ext uri="{FF2B5EF4-FFF2-40B4-BE49-F238E27FC236}">
                  <a16:creationId xmlns:a16="http://schemas.microsoft.com/office/drawing/2014/main" id="{FFF6B24E-B36D-F6A0-09BA-F10215BDEB7B}"/>
                </a:ext>
              </a:extLst>
            </p:cNvPr>
            <p:cNvGrpSpPr/>
            <p:nvPr/>
          </p:nvGrpSpPr>
          <p:grpSpPr>
            <a:xfrm>
              <a:off x="3358426" y="3527892"/>
              <a:ext cx="2363349" cy="139500"/>
              <a:chOff x="3358426" y="3527892"/>
              <a:chExt cx="2363349" cy="139500"/>
            </a:xfrm>
          </p:grpSpPr>
          <p:sp>
            <p:nvSpPr>
              <p:cNvPr id="695" name="Google Shape;7898;p71">
                <a:extLst>
                  <a:ext uri="{FF2B5EF4-FFF2-40B4-BE49-F238E27FC236}">
                    <a16:creationId xmlns:a16="http://schemas.microsoft.com/office/drawing/2014/main" id="{7145E30D-DCDB-39B1-1058-271D2B929A7E}"/>
                  </a:ext>
                </a:extLst>
              </p:cNvPr>
              <p:cNvSpPr/>
              <p:nvPr/>
            </p:nvSpPr>
            <p:spPr>
              <a:xfrm>
                <a:off x="3358426" y="3527892"/>
                <a:ext cx="1367553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noProof="0">
                    <a:latin typeface="DM Sans" pitchFamily="2" charset="0"/>
                  </a:rPr>
                  <a:t>Matrícula PUJ</a:t>
                </a:r>
              </a:p>
            </p:txBody>
          </p:sp>
          <p:sp>
            <p:nvSpPr>
              <p:cNvPr id="698" name="Google Shape;7901;p71">
                <a:extLst>
                  <a:ext uri="{FF2B5EF4-FFF2-40B4-BE49-F238E27FC236}">
                    <a16:creationId xmlns:a16="http://schemas.microsoft.com/office/drawing/2014/main" id="{96116619-71E5-2953-978A-ADB9F04F5B7A}"/>
                  </a:ext>
                </a:extLst>
              </p:cNvPr>
              <p:cNvSpPr/>
              <p:nvPr/>
            </p:nvSpPr>
            <p:spPr>
              <a:xfrm>
                <a:off x="4799884" y="3527892"/>
                <a:ext cx="921891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$6,020,000</a:t>
                </a:r>
              </a:p>
            </p:txBody>
          </p:sp>
        </p:grpSp>
        <p:grpSp>
          <p:nvGrpSpPr>
            <p:cNvPr id="10" name="Google Shape;7903;p71">
              <a:extLst>
                <a:ext uri="{FF2B5EF4-FFF2-40B4-BE49-F238E27FC236}">
                  <a16:creationId xmlns:a16="http://schemas.microsoft.com/office/drawing/2014/main" id="{96BD83D2-CC38-EB5E-5556-6C1A8C011929}"/>
                </a:ext>
              </a:extLst>
            </p:cNvPr>
            <p:cNvGrpSpPr/>
            <p:nvPr/>
          </p:nvGrpSpPr>
          <p:grpSpPr>
            <a:xfrm>
              <a:off x="3358425" y="3709403"/>
              <a:ext cx="2363349" cy="139500"/>
              <a:chOff x="3358425" y="3709403"/>
              <a:chExt cx="2363349" cy="139500"/>
            </a:xfrm>
          </p:grpSpPr>
          <p:sp>
            <p:nvSpPr>
              <p:cNvPr id="690" name="Google Shape;7904;p71">
                <a:extLst>
                  <a:ext uri="{FF2B5EF4-FFF2-40B4-BE49-F238E27FC236}">
                    <a16:creationId xmlns:a16="http://schemas.microsoft.com/office/drawing/2014/main" id="{FA4A87E8-28D9-CA60-FD5D-6C2B07E4E94F}"/>
                  </a:ext>
                </a:extLst>
              </p:cNvPr>
              <p:cNvSpPr/>
              <p:nvPr/>
            </p:nvSpPr>
            <p:spPr>
              <a:xfrm>
                <a:off x="3358425" y="3709403"/>
                <a:ext cx="1367553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noProof="0">
                    <a:latin typeface="DM Sans" pitchFamily="2" charset="0"/>
                  </a:rPr>
                  <a:t>Propia</a:t>
                </a:r>
              </a:p>
            </p:txBody>
          </p:sp>
          <p:sp>
            <p:nvSpPr>
              <p:cNvPr id="693" name="Google Shape;7907;p71">
                <a:extLst>
                  <a:ext uri="{FF2B5EF4-FFF2-40B4-BE49-F238E27FC236}">
                    <a16:creationId xmlns:a16="http://schemas.microsoft.com/office/drawing/2014/main" id="{CF00F3C0-6AB5-E03F-51D0-52D67A34DF1B}"/>
                  </a:ext>
                </a:extLst>
              </p:cNvPr>
              <p:cNvSpPr/>
              <p:nvPr/>
            </p:nvSpPr>
            <p:spPr>
              <a:xfrm>
                <a:off x="4799883" y="3709403"/>
                <a:ext cx="921891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noProof="0">
                    <a:latin typeface="DM Sans" pitchFamily="2" charset="0"/>
                  </a:rPr>
                  <a:t>$ 11,290,000</a:t>
                </a:r>
              </a:p>
            </p:txBody>
          </p:sp>
        </p:grpSp>
        <p:grpSp>
          <p:nvGrpSpPr>
            <p:cNvPr id="11" name="Google Shape;7909;p71">
              <a:extLst>
                <a:ext uri="{FF2B5EF4-FFF2-40B4-BE49-F238E27FC236}">
                  <a16:creationId xmlns:a16="http://schemas.microsoft.com/office/drawing/2014/main" id="{DC4A5DEB-BE97-F9E6-F554-8BEC66D3B2D7}"/>
                </a:ext>
              </a:extLst>
            </p:cNvPr>
            <p:cNvGrpSpPr/>
            <p:nvPr/>
          </p:nvGrpSpPr>
          <p:grpSpPr>
            <a:xfrm>
              <a:off x="3358425" y="3890914"/>
              <a:ext cx="2363349" cy="139500"/>
              <a:chOff x="3358425" y="3890914"/>
              <a:chExt cx="2363349" cy="139500"/>
            </a:xfrm>
          </p:grpSpPr>
          <p:sp>
            <p:nvSpPr>
              <p:cNvPr id="684" name="Google Shape;7910;p71">
                <a:extLst>
                  <a:ext uri="{FF2B5EF4-FFF2-40B4-BE49-F238E27FC236}">
                    <a16:creationId xmlns:a16="http://schemas.microsoft.com/office/drawing/2014/main" id="{E4B504A4-2409-C282-1DE0-276365866306}"/>
                  </a:ext>
                </a:extLst>
              </p:cNvPr>
              <p:cNvSpPr/>
              <p:nvPr/>
            </p:nvSpPr>
            <p:spPr>
              <a:xfrm>
                <a:off x="3358425" y="3890914"/>
                <a:ext cx="1367553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s-CO" noProof="0">
                    <a:solidFill>
                      <a:srgbClr val="0070C0"/>
                    </a:solidFill>
                    <a:latin typeface="DM Sans" pitchFamily="2" charset="0"/>
                  </a:rPr>
                  <a:t>Cliente</a:t>
                </a:r>
              </a:p>
            </p:txBody>
          </p:sp>
          <p:sp>
            <p:nvSpPr>
              <p:cNvPr id="688" name="Google Shape;7913;p71">
                <a:extLst>
                  <a:ext uri="{FF2B5EF4-FFF2-40B4-BE49-F238E27FC236}">
                    <a16:creationId xmlns:a16="http://schemas.microsoft.com/office/drawing/2014/main" id="{1D8AF6F2-6976-E4DF-BF49-0D93437BE3E6}"/>
                  </a:ext>
                </a:extLst>
              </p:cNvPr>
              <p:cNvSpPr/>
              <p:nvPr/>
            </p:nvSpPr>
            <p:spPr>
              <a:xfrm>
                <a:off x="4799883" y="3890914"/>
                <a:ext cx="921891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solidFill>
                      <a:srgbClr val="0070C0"/>
                    </a:solidFill>
                    <a:latin typeface="DM Sans" pitchFamily="2" charset="0"/>
                  </a:rPr>
                  <a:t>$20,565,000</a:t>
                </a:r>
              </a:p>
            </p:txBody>
          </p:sp>
        </p:grpSp>
        <p:grpSp>
          <p:nvGrpSpPr>
            <p:cNvPr id="12" name="Google Shape;7915;p71">
              <a:extLst>
                <a:ext uri="{FF2B5EF4-FFF2-40B4-BE49-F238E27FC236}">
                  <a16:creationId xmlns:a16="http://schemas.microsoft.com/office/drawing/2014/main" id="{FB446002-06FB-D7BB-D3DE-A9B14992F42B}"/>
                </a:ext>
              </a:extLst>
            </p:cNvPr>
            <p:cNvGrpSpPr/>
            <p:nvPr/>
          </p:nvGrpSpPr>
          <p:grpSpPr>
            <a:xfrm>
              <a:off x="3358410" y="4086433"/>
              <a:ext cx="2363639" cy="139571"/>
              <a:chOff x="3294810" y="4149154"/>
              <a:chExt cx="2639167" cy="150005"/>
            </a:xfrm>
          </p:grpSpPr>
          <p:sp>
            <p:nvSpPr>
              <p:cNvPr id="679" name="Google Shape;7916;p71">
                <a:extLst>
                  <a:ext uri="{FF2B5EF4-FFF2-40B4-BE49-F238E27FC236}">
                    <a16:creationId xmlns:a16="http://schemas.microsoft.com/office/drawing/2014/main" id="{DF0286A1-CC65-35E9-E72A-98D251351F0C}"/>
                  </a:ext>
                </a:extLst>
              </p:cNvPr>
              <p:cNvSpPr/>
              <p:nvPr/>
            </p:nvSpPr>
            <p:spPr>
              <a:xfrm>
                <a:off x="3294810" y="4149192"/>
                <a:ext cx="1527457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noProof="0">
                    <a:latin typeface="DM Sans" pitchFamily="2" charset="0"/>
                  </a:rPr>
                  <a:t>Total</a:t>
                </a:r>
              </a:p>
            </p:txBody>
          </p:sp>
          <p:sp>
            <p:nvSpPr>
              <p:cNvPr id="682" name="Google Shape;7919;p71">
                <a:extLst>
                  <a:ext uri="{FF2B5EF4-FFF2-40B4-BE49-F238E27FC236}">
                    <a16:creationId xmlns:a16="http://schemas.microsoft.com/office/drawing/2014/main" id="{B1001D66-2E9C-052F-FF9C-D3A9C9DC0318}"/>
                  </a:ext>
                </a:extLst>
              </p:cNvPr>
              <p:cNvSpPr/>
              <p:nvPr/>
            </p:nvSpPr>
            <p:spPr>
              <a:xfrm>
                <a:off x="4904292" y="4149154"/>
                <a:ext cx="1029685" cy="149967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CO" noProof="0">
                    <a:latin typeface="DM Sans" pitchFamily="2" charset="0"/>
                  </a:rPr>
                  <a:t>$37,875,000</a:t>
                </a:r>
              </a:p>
            </p:txBody>
          </p:sp>
        </p:grp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34984ADD-582E-053C-402D-C1A035EB0FF4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43</a:t>
            </a:r>
          </a:p>
        </p:txBody>
      </p:sp>
      <p:pic>
        <p:nvPicPr>
          <p:cNvPr id="3" name="Cámara 2">
            <a:extLst>
              <a:ext uri="{FF2B5EF4-FFF2-40B4-BE49-F238E27FC236}">
                <a16:creationId xmlns:a16="http://schemas.microsoft.com/office/drawing/2014/main" id="{395D7DC8-CC5C-27B8-91A0-7840AE3E0D0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3412" y="-3262"/>
            <a:ext cx="1109370" cy="110937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383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A84B0E39-4826-8A25-CD49-A355DA90E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>
            <a:extLst>
              <a:ext uri="{FF2B5EF4-FFF2-40B4-BE49-F238E27FC236}">
                <a16:creationId xmlns:a16="http://schemas.microsoft.com/office/drawing/2014/main" id="{29281E5E-5AAE-0F5D-E6D9-400034DBBE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0200" y="1534802"/>
            <a:ext cx="64836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CO" sz="6600" noProof="0">
                <a:latin typeface="DM Sans" pitchFamily="2" charset="0"/>
              </a:rPr>
              <a:t>BIBLIOGRAFÍA</a:t>
            </a:r>
            <a:endParaRPr lang="es-CO" noProof="0">
              <a:latin typeface="DM Sans" pitchFamily="2" charset="0"/>
            </a:endParaRPr>
          </a:p>
        </p:txBody>
      </p:sp>
      <p:cxnSp>
        <p:nvCxnSpPr>
          <p:cNvPr id="244" name="Google Shape;244;p37">
            <a:extLst>
              <a:ext uri="{FF2B5EF4-FFF2-40B4-BE49-F238E27FC236}">
                <a16:creationId xmlns:a16="http://schemas.microsoft.com/office/drawing/2014/main" id="{D9FD473A-42D2-1788-DE25-E78BE11ACF5B}"/>
              </a:ext>
            </a:extLst>
          </p:cNvPr>
          <p:cNvCxnSpPr/>
          <p:nvPr/>
        </p:nvCxnSpPr>
        <p:spPr>
          <a:xfrm>
            <a:off x="1342075" y="2435100"/>
            <a:ext cx="648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ED3ADD80-02C5-73D8-E0D6-D3735E2EF4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sz="4000" b="1" noProof="0">
                <a:latin typeface="DM Sans" pitchFamily="2" charset="0"/>
              </a:rPr>
              <a:t>12 de 12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0E422D2-DFFF-1579-35C1-9B956FF55425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2879425032"/>
      </p:ext>
    </p:extLst>
  </p:cSld>
  <p:clrMapOvr>
    <a:masterClrMapping/>
  </p:clrMapOvr>
  <p:transition spd="slow">
    <p:cover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"/>
          <p:cNvSpPr txBox="1">
            <a:spLocks noGrp="1"/>
          </p:cNvSpPr>
          <p:nvPr>
            <p:ph type="body" idx="1"/>
          </p:nvPr>
        </p:nvSpPr>
        <p:spPr>
          <a:xfrm>
            <a:off x="252019" y="148547"/>
            <a:ext cx="8481917" cy="40440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CO" sz="1050" b="0" noProof="0">
                <a:latin typeface="DM Sans" pitchFamily="2" charset="0"/>
              </a:rPr>
              <a:t>[1] </a:t>
            </a:r>
            <a:r>
              <a:rPr lang="es-CO" sz="1050" b="0" noProof="0" err="1">
                <a:latin typeface="DM Sans" pitchFamily="2" charset="0"/>
              </a:rPr>
              <a:t>Cidal</a:t>
            </a:r>
            <a:r>
              <a:rPr lang="es-CO" sz="1050" b="0" noProof="0">
                <a:latin typeface="DM Sans" pitchFamily="2" charset="0"/>
              </a:rPr>
              <a:t>, G., Zhao, W., &amp; Roy, S. (2019). </a:t>
            </a:r>
            <a:r>
              <a:rPr lang="es-CO" sz="1050" b="0" noProof="0" err="1">
                <a:latin typeface="DM Sans" pitchFamily="2" charset="0"/>
              </a:rPr>
              <a:t>Semi-automated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warehouse</a:t>
            </a:r>
            <a:r>
              <a:rPr lang="es-CO" sz="1050" b="0" noProof="0">
                <a:latin typeface="DM Sans" pitchFamily="2" charset="0"/>
              </a:rPr>
              <a:t> stock </a:t>
            </a:r>
            <a:r>
              <a:rPr lang="es-CO" sz="1050" b="0" noProof="0" err="1">
                <a:latin typeface="DM Sans" pitchFamily="2" charset="0"/>
              </a:rPr>
              <a:t>counting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system</a:t>
            </a:r>
            <a:r>
              <a:rPr lang="es-CO" sz="1050" b="0" noProof="0">
                <a:latin typeface="DM Sans" pitchFamily="2" charset="0"/>
              </a:rPr>
              <a:t>.</a:t>
            </a:r>
          </a:p>
          <a:p>
            <a:r>
              <a:rPr lang="es-CO" sz="1050" b="0" noProof="0">
                <a:latin typeface="DM Sans" pitchFamily="2" charset="0"/>
              </a:rPr>
              <a:t>[2] Muñoz, J., </a:t>
            </a:r>
            <a:r>
              <a:rPr lang="es-CO" sz="1050" b="0" noProof="0" err="1">
                <a:latin typeface="DM Sans" pitchFamily="2" charset="0"/>
              </a:rPr>
              <a:t>Sanchez</a:t>
            </a:r>
            <a:r>
              <a:rPr lang="es-CO" sz="1050" b="0" noProof="0">
                <a:latin typeface="DM Sans" pitchFamily="2" charset="0"/>
              </a:rPr>
              <a:t>, A., &amp; Kemper, G. (2024). </a:t>
            </a:r>
            <a:r>
              <a:rPr lang="es-CO" sz="1050" b="0" noProof="0" err="1">
                <a:latin typeface="DM Sans" pitchFamily="2" charset="0"/>
              </a:rPr>
              <a:t>Automatic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beverage</a:t>
            </a:r>
            <a:r>
              <a:rPr lang="es-CO" sz="1050" b="0" noProof="0">
                <a:latin typeface="DM Sans" pitchFamily="2" charset="0"/>
              </a:rPr>
              <a:t> stock </a:t>
            </a:r>
            <a:r>
              <a:rPr lang="es-CO" sz="1050" b="0" noProof="0" err="1">
                <a:latin typeface="DM Sans" pitchFamily="2" charset="0"/>
              </a:rPr>
              <a:t>detection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based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on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image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processing</a:t>
            </a:r>
            <a:r>
              <a:rPr lang="es-CO" sz="1050" b="0" noProof="0">
                <a:latin typeface="DM Sans" pitchFamily="2" charset="0"/>
              </a:rPr>
              <a:t> and neural </a:t>
            </a:r>
            <a:r>
              <a:rPr lang="es-CO" sz="1050" b="0" noProof="0" err="1">
                <a:latin typeface="DM Sans" pitchFamily="2" charset="0"/>
              </a:rPr>
              <a:t>networks</a:t>
            </a:r>
            <a:r>
              <a:rPr lang="es-CO" sz="1050" b="0" noProof="0">
                <a:latin typeface="DM Sans" pitchFamily="2" charset="0"/>
              </a:rPr>
              <a:t>.</a:t>
            </a:r>
          </a:p>
          <a:p>
            <a:r>
              <a:rPr lang="es-CO" sz="1050" b="0" noProof="0">
                <a:latin typeface="DM Sans" pitchFamily="2" charset="0"/>
              </a:rPr>
              <a:t>[3] Liu, W. (2019). </a:t>
            </a:r>
            <a:r>
              <a:rPr lang="es-CO" sz="1050" b="0" noProof="0" err="1">
                <a:latin typeface="DM Sans" pitchFamily="2" charset="0"/>
              </a:rPr>
              <a:t>Automatic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shelf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monitoring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using</a:t>
            </a:r>
            <a:r>
              <a:rPr lang="es-CO" sz="1050" b="0" noProof="0">
                <a:latin typeface="DM Sans" pitchFamily="2" charset="0"/>
              </a:rPr>
              <a:t> YOLO-</a:t>
            </a:r>
            <a:r>
              <a:rPr lang="es-CO" sz="1050" b="0" noProof="0" err="1">
                <a:latin typeface="DM Sans" pitchFamily="2" charset="0"/>
              </a:rPr>
              <a:t>based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object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detection</a:t>
            </a:r>
            <a:r>
              <a:rPr lang="es-CO" sz="1050" b="0" noProof="0">
                <a:latin typeface="DM Sans" pitchFamily="2" charset="0"/>
              </a:rPr>
              <a:t>.</a:t>
            </a:r>
          </a:p>
          <a:p>
            <a:r>
              <a:rPr lang="es-CO" sz="1050" b="0" noProof="0">
                <a:latin typeface="DM Sans" pitchFamily="2" charset="0"/>
              </a:rPr>
              <a:t>[4] </a:t>
            </a:r>
            <a:r>
              <a:rPr lang="es-CO" sz="1050" b="0" noProof="0" err="1">
                <a:latin typeface="DM Sans" pitchFamily="2" charset="0"/>
              </a:rPr>
              <a:t>Savci</a:t>
            </a:r>
            <a:r>
              <a:rPr lang="es-CO" sz="1050" b="0" noProof="0">
                <a:latin typeface="DM Sans" pitchFamily="2" charset="0"/>
              </a:rPr>
              <a:t>, I. H., </a:t>
            </a:r>
            <a:r>
              <a:rPr lang="es-CO" sz="1050" b="0" noProof="0" err="1">
                <a:latin typeface="DM Sans" pitchFamily="2" charset="0"/>
              </a:rPr>
              <a:t>Yilmaz</a:t>
            </a:r>
            <a:r>
              <a:rPr lang="es-CO" sz="1050" b="0" noProof="0">
                <a:latin typeface="DM Sans" pitchFamily="2" charset="0"/>
              </a:rPr>
              <a:t>, A., Karaman, S., </a:t>
            </a:r>
            <a:r>
              <a:rPr lang="es-CO" sz="1050" b="0" noProof="0" err="1">
                <a:latin typeface="DM Sans" pitchFamily="2" charset="0"/>
              </a:rPr>
              <a:t>Ocakli</a:t>
            </a:r>
            <a:r>
              <a:rPr lang="es-CO" sz="1050" b="0" noProof="0">
                <a:latin typeface="DM Sans" pitchFamily="2" charset="0"/>
              </a:rPr>
              <a:t>, H., &amp; </a:t>
            </a:r>
            <a:r>
              <a:rPr lang="es-CO" sz="1050" b="0" noProof="0" err="1">
                <a:latin typeface="DM Sans" pitchFamily="2" charset="0"/>
              </a:rPr>
              <a:t>Temeltas</a:t>
            </a:r>
            <a:r>
              <a:rPr lang="es-CO" sz="1050" b="0" noProof="0">
                <a:latin typeface="DM Sans" pitchFamily="2" charset="0"/>
              </a:rPr>
              <a:t>, H. (2022). </a:t>
            </a:r>
            <a:r>
              <a:rPr lang="es-CO" sz="1050" b="0" noProof="0" err="1">
                <a:latin typeface="DM Sans" pitchFamily="2" charset="0"/>
              </a:rPr>
              <a:t>Improving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navigation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stack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of</a:t>
            </a:r>
            <a:r>
              <a:rPr lang="es-CO" sz="1050" b="0" noProof="0">
                <a:latin typeface="DM Sans" pitchFamily="2" charset="0"/>
              </a:rPr>
              <a:t> a ROS-</a:t>
            </a:r>
            <a:r>
              <a:rPr lang="es-CO" sz="1050" b="0" noProof="0" err="1">
                <a:latin typeface="DM Sans" pitchFamily="2" charset="0"/>
              </a:rPr>
              <a:t>enabled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mobile</a:t>
            </a:r>
            <a:r>
              <a:rPr lang="es-CO" sz="1050" b="0" noProof="0">
                <a:latin typeface="DM Sans" pitchFamily="2" charset="0"/>
              </a:rPr>
              <a:t> robot.</a:t>
            </a:r>
          </a:p>
          <a:p>
            <a:r>
              <a:rPr lang="es-CO" sz="1050" b="0" noProof="0">
                <a:latin typeface="DM Sans" pitchFamily="2" charset="0"/>
              </a:rPr>
              <a:t>[5] </a:t>
            </a:r>
            <a:r>
              <a:rPr lang="es-CO" sz="1050" b="0" noProof="0" err="1">
                <a:latin typeface="DM Sans" pitchFamily="2" charset="0"/>
              </a:rPr>
              <a:t>Pitaloka</a:t>
            </a:r>
            <a:r>
              <a:rPr lang="es-CO" sz="1050" b="0" noProof="0">
                <a:latin typeface="DM Sans" pitchFamily="2" charset="0"/>
              </a:rPr>
              <a:t>, B. A., </a:t>
            </a:r>
            <a:r>
              <a:rPr lang="es-CO" sz="1050" b="0" noProof="0" err="1">
                <a:latin typeface="DM Sans" pitchFamily="2" charset="0"/>
              </a:rPr>
              <a:t>Tjokronagoro</a:t>
            </a:r>
            <a:r>
              <a:rPr lang="es-CO" sz="1050" b="0" noProof="0">
                <a:latin typeface="DM Sans" pitchFamily="2" charset="0"/>
              </a:rPr>
              <a:t>, R., &amp; Chong, Y. W. (2025). </a:t>
            </a:r>
            <a:r>
              <a:rPr lang="es-CO" sz="1050" b="0" noProof="0" err="1">
                <a:latin typeface="DM Sans" pitchFamily="2" charset="0"/>
              </a:rPr>
              <a:t>Designing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an</a:t>
            </a:r>
            <a:r>
              <a:rPr lang="es-CO" sz="1050" b="0" noProof="0">
                <a:latin typeface="DM Sans" pitchFamily="2" charset="0"/>
              </a:rPr>
              <a:t> RFID </a:t>
            </a:r>
            <a:r>
              <a:rPr lang="es-CO" sz="1050" b="0" noProof="0" err="1">
                <a:latin typeface="DM Sans" pitchFamily="2" charset="0"/>
              </a:rPr>
              <a:t>system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to</a:t>
            </a:r>
            <a:r>
              <a:rPr lang="es-CO" sz="1050" b="0" noProof="0">
                <a:latin typeface="DM Sans" pitchFamily="2" charset="0"/>
              </a:rPr>
              <a:t> </a:t>
            </a:r>
            <a:r>
              <a:rPr lang="es-CO" sz="1050" b="0" noProof="0" err="1">
                <a:latin typeface="DM Sans" pitchFamily="2" charset="0"/>
              </a:rPr>
              <a:t>improve</a:t>
            </a:r>
            <a:r>
              <a:rPr lang="es-CO" sz="1050" b="0" noProof="0">
                <a:latin typeface="DM Sans" pitchFamily="2" charset="0"/>
              </a:rPr>
              <a:t> stock </a:t>
            </a:r>
            <a:r>
              <a:rPr lang="es-CO" sz="1050" b="0" noProof="0" err="1">
                <a:latin typeface="DM Sans" pitchFamily="2" charset="0"/>
              </a:rPr>
              <a:t>accuracy</a:t>
            </a:r>
            <a:r>
              <a:rPr lang="es-CO" sz="1050" b="0" noProof="0">
                <a:latin typeface="DM Sans" pitchFamily="2" charset="0"/>
              </a:rPr>
              <a:t> and </a:t>
            </a:r>
            <a:r>
              <a:rPr lang="es-CO" sz="1050" b="0" noProof="0" err="1">
                <a:latin typeface="DM Sans" pitchFamily="2" charset="0"/>
              </a:rPr>
              <a:t>efficiency</a:t>
            </a:r>
            <a:endParaRPr lang="es-CO" sz="1050" b="0" noProof="0">
              <a:latin typeface="DM Sans" pitchFamily="2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6C7FB55-666A-C143-AB2A-71A717A6F34E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45</a:t>
            </a:r>
          </a:p>
        </p:txBody>
      </p:sp>
    </p:spTree>
  </p:cSld>
  <p:clrMapOvr>
    <a:masterClrMapping/>
  </p:clrMapOvr>
  <p:transition spd="med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120AB-40EE-45C4-9126-C10C7EF73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noProof="0">
                <a:latin typeface="DM Sans" pitchFamily="2" charset="0"/>
              </a:rPr>
              <a:t>GRACIAS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72BE581-6DE9-D6AA-9FD5-0CC9663EE636}"/>
              </a:ext>
            </a:extLst>
          </p:cNvPr>
          <p:cNvSpPr/>
          <p:nvPr/>
        </p:nvSpPr>
        <p:spPr>
          <a:xfrm>
            <a:off x="334705" y="4316777"/>
            <a:ext cx="737739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3000" b="1" spc="50" noProof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M Sans" pitchFamily="2" charset="0"/>
              </a:rPr>
              <a:t>46</a:t>
            </a:r>
          </a:p>
        </p:txBody>
      </p:sp>
      <p:pic>
        <p:nvPicPr>
          <p:cNvPr id="4" name="Cámara 3">
            <a:extLst>
              <a:ext uri="{FF2B5EF4-FFF2-40B4-BE49-F238E27FC236}">
                <a16:creationId xmlns:a16="http://schemas.microsoft.com/office/drawing/2014/main" id="{4AA3A60B-CAFF-54C1-0A57-09F9A84F7BC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9855" y="361073"/>
            <a:ext cx="2864290" cy="1611163"/>
          </a:xfrm>
          <a:prstGeom prst="rect">
            <a:avLst/>
          </a:prstGeom>
          <a:ln w="19050" cap="rnd">
            <a:solidFill>
              <a:srgbClr val="40404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786739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mplicated Grief Bachelor's Thesis by Slidesgo">
  <a:themeElements>
    <a:clrScheme name="Simple Light">
      <a:dk1>
        <a:srgbClr val="0C0C0C"/>
      </a:dk1>
      <a:lt1>
        <a:srgbClr val="FFFFFF"/>
      </a:lt1>
      <a:dk2>
        <a:srgbClr val="363636"/>
      </a:dk2>
      <a:lt2>
        <a:srgbClr val="DFF0F8"/>
      </a:lt2>
      <a:accent1>
        <a:srgbClr val="EBEBE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636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06ac71f-4a98-41ce-99a3-aef1023e2d8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51A9894BC0C489759E900CCD94FC3" ma:contentTypeVersion="12" ma:contentTypeDescription="Create a new document." ma:contentTypeScope="" ma:versionID="eb3f85c6806064ecdbf5434f0c0108df">
  <xsd:schema xmlns:xsd="http://www.w3.org/2001/XMLSchema" xmlns:xs="http://www.w3.org/2001/XMLSchema" xmlns:p="http://schemas.microsoft.com/office/2006/metadata/properties" xmlns:ns3="806ac71f-4a98-41ce-99a3-aef1023e2d81" targetNamespace="http://schemas.microsoft.com/office/2006/metadata/properties" ma:root="true" ma:fieldsID="42d2fb111f8a1ab571a037283b7cdbd4" ns3:_="">
    <xsd:import namespace="806ac71f-4a98-41ce-99a3-aef1023e2d8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6ac71f-4a98-41ce-99a3-aef1023e2d8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79BC2D-3E55-44EB-822F-5A1275AC1424}">
  <ds:schemaRefs>
    <ds:schemaRef ds:uri="http://purl.org/dc/elements/1.1/"/>
    <ds:schemaRef ds:uri="http://schemas.microsoft.com/office/2006/metadata/properties"/>
    <ds:schemaRef ds:uri="806ac71f-4a98-41ce-99a3-aef1023e2d81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EAA2F8E-7AD5-4304-ADEB-C553923457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C7C401-414B-4030-A7BB-6CCE3D6CCDBA}">
  <ds:schemaRefs>
    <ds:schemaRef ds:uri="806ac71f-4a98-41ce-99a3-aef1023e2d8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2642</Words>
  <Application>Microsoft Office PowerPoint</Application>
  <PresentationFormat>Presentación en pantalla (16:9)</PresentationFormat>
  <Paragraphs>517</Paragraphs>
  <Slides>46</Slides>
  <Notes>40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54" baseType="lpstr">
      <vt:lpstr>Arial</vt:lpstr>
      <vt:lpstr>Titillium Web</vt:lpstr>
      <vt:lpstr>Catamaran</vt:lpstr>
      <vt:lpstr>Wingdings</vt:lpstr>
      <vt:lpstr>Nunito Light</vt:lpstr>
      <vt:lpstr>DM Sans</vt:lpstr>
      <vt:lpstr>Loved by the King</vt:lpstr>
      <vt:lpstr>Complicated Grief Bachelor's Thesis by Slidesgo</vt:lpstr>
      <vt:lpstr>Robot móvil para automatizar el proceso de inventariado</vt:lpstr>
      <vt:lpstr>ÍNDICE</vt:lpstr>
      <vt:lpstr>INTRODUCCIÓN</vt:lpstr>
      <vt:lpstr>Presentación de PowerPoint</vt:lpstr>
      <vt:lpstr>PLANTEAMIENTO DEL PROBLEMA </vt:lpstr>
      <vt:lpstr>Desafíos de la situación actual</vt:lpstr>
      <vt:lpstr>OBJETIVOS</vt:lpstr>
      <vt:lpstr>OBJETIVOS DEL PROYECTO</vt:lpstr>
      <vt:lpstr>OBJETIVOS DEL PROYECTO</vt:lpstr>
      <vt:lpstr>OBJETIVOS DEL PROYECTO</vt:lpstr>
      <vt:lpstr>OBJETIVOS DEL PROYECTO</vt:lpstr>
      <vt:lpstr>JUSTIFICACIÓN</vt:lpstr>
      <vt:lpstr>PROPÓSITO</vt:lpstr>
      <vt:lpstr>ESTADO DEL ARTE</vt:lpstr>
      <vt:lpstr>Estado del Arte: Tecnologías para Inventariado Automático</vt:lpstr>
      <vt:lpstr>Estado del Arte: Tecnologías para Inventariado Automático</vt:lpstr>
      <vt:lpstr>Presentación de PowerPoint</vt:lpstr>
      <vt:lpstr>MARCO TEÓRICO</vt:lpstr>
      <vt:lpstr>MARCO TEÓRICO</vt:lpstr>
      <vt:lpstr>Herramientas Técnicas del Marco Teórico</vt:lpstr>
      <vt:lpstr>REQUERIMIENTOS</vt:lpstr>
      <vt:lpstr>Presentación de PowerPoint</vt:lpstr>
      <vt:lpstr>DESCRIPCIÓN DE LA SOLUCIÓN </vt:lpstr>
      <vt:lpstr>Presentación de PowerPoint</vt:lpstr>
      <vt:lpstr>Presentación de PowerPoint</vt:lpstr>
      <vt:lpstr>Presentación de PowerPoint</vt:lpstr>
      <vt:lpstr>ETAPAS DEL PROYECTO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PLANEACIÓN DEL PROYECTO </vt:lpstr>
      <vt:lpstr>Presentación de PowerPoint</vt:lpstr>
      <vt:lpstr>PRESUPUESTO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BIBLIOGRAFÍA</vt:lpstr>
      <vt:lpstr>Presentación de PowerPoint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Nicolás Murillo</dc:creator>
  <cp:lastModifiedBy>Nicolas Murillo Castro</cp:lastModifiedBy>
  <cp:revision>2</cp:revision>
  <dcterms:modified xsi:type="dcterms:W3CDTF">2026-01-23T03:32:41Z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0x010100D6451A9894BC0C489759E900CCD94FC3</vt:lpwstr>
  </property>
</Properties>
</file>